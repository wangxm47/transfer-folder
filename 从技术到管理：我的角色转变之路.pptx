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gs/tag7122.xml" ContentType="application/vnd.openxmlformats-officedocument.presentationml.tags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gs/tag13.xml" ContentType="application/vnd.openxmlformats-officedocument.presentationml.tag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gs/tag224.xml" ContentType="application/vnd.openxmlformats-officedocument.presentationml.tag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gs/tag525.xml" ContentType="application/vnd.openxmlformats-officedocument.presentationml.tags+xml"/>
  <Override PartName="/ppt/slides/slide16.xml" ContentType="application/vnd.openxmlformats-officedocument.presentationml.slide+xml"/>
  <Override PartName="/ppt/tags/tag1126.xml" ContentType="application/vnd.openxmlformats-officedocument.presentationml.tag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gs/tag5827.xml" ContentType="application/vnd.openxmlformats-officedocument.presentationml.tags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tags/tag9628.xml" ContentType="application/vnd.openxmlformats-officedocument.presentationml.tags+xml"/>
  <Override PartName="/ppt/slides/slide24.xml" ContentType="application/vnd.openxmlformats-officedocument.presentationml.slide+xml"/>
  <Override PartName="/ppt/tags/tag6529.xml" ContentType="application/vnd.openxmlformats-officedocument.presentationml.tags+xml"/>
  <Override PartName="/ppt/slides/slide25.xml" ContentType="application/vnd.openxmlformats-officedocument.presentationml.slide+xml"/>
  <Override PartName="/ppt/tags/tag84210.xml" ContentType="application/vnd.openxmlformats-officedocument.presentationml.tags+xml"/>
  <Override PartName="/ppt/slides/slide2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arget="docProps/app.xml" Type="http://schemas.openxmlformats.org/officeDocument/2006/relationships/extended-properties"/><Relationship Id="rId4" Target="docProps/thumbnail.jpeg" Type="http://schemas.openxmlformats.org/package/2006/relationships/metadata/thumbnail"/><Relationship Id="rId5" Target="docProps/custom.xml" Type="http://schemas.openxmlformats.org/officeDocument/2006/relationships/custom-properties"/></Relationships>
</file>

<file path=ppt/presentation.xml><?xml version="1.0" encoding="utf-8"?>
<p:presentation xmlns:p15="http://schemas.microsoft.com/office/powerpoint/2012/main"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b3c50e8d39604297"/>
    <p:sldId id="257" r:id="R7addb701ade845f7"/>
    <p:sldId id="258" r:id="R450007a638884f1f"/>
    <p:sldId id="259" r:id="R41fb94d4e3cc48d0"/>
    <p:sldId id="260" r:id="R2cc955d5176749b7"/>
    <p:sldId id="261" r:id="R628007d08d9044df"/>
    <p:sldId id="262" r:id="Rec2483dfa6f74662"/>
    <p:sldId id="263" r:id="R326281b6b4144881"/>
    <p:sldId id="264" r:id="R7b6d549be3a4414c"/>
    <p:sldId id="265" r:id="R4f41aa41171f44e0"/>
    <p:sldId id="266" r:id="R5cfa9fb1b8fc4ffa"/>
    <p:sldId id="267" r:id="R97313b6133d84df4"/>
    <p:sldId id="268" r:id="Rc2de603adbd4481a"/>
    <p:sldId id="269" r:id="R04350e5f53af4226"/>
    <p:sldId id="270" r:id="R7a858ac608f64ba1"/>
    <p:sldId id="271" r:id="R930cff8289154bcc"/>
    <p:sldId id="272" r:id="Rab1b6c9408dc4d0c"/>
    <p:sldId id="273" r:id="R466a6ae8ea824076"/>
    <p:sldId id="274" r:id="R676df8b4c4034908"/>
    <p:sldId id="275" r:id="R1ae7c1cde39842e2"/>
    <p:sldId id="276" r:id="R5f1b71bba3d94f9d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6" autoAdjust="0"/>
    <p:restoredTop sz="86451" autoAdjust="0"/>
  </p:normalViewPr>
  <p:slideViewPr>
    <p:cSldViewPr snapToGrid="0" showGuides="1">
      <p:cViewPr>
        <p:scale>
          <a:sx n="60" d="100"/>
          <a:sy n="60" d="100"/>
        </p:scale>
        <p:origin x="1662" y="738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slideMasters/slideMaster1.xml" Id="rId1" /><Relationship Type="http://schemas.openxmlformats.org/officeDocument/2006/relationships/tags" Target="tags/tag1.xml" Id="rId15" /><Relationship Type="http://schemas.openxmlformats.org/officeDocument/2006/relationships/presProps" Target="presProps.xml" Id="rId16" /><Relationship Type="http://schemas.openxmlformats.org/officeDocument/2006/relationships/viewProps" Target="viewProps.xml" Id="rId17" /><Relationship Type="http://schemas.openxmlformats.org/officeDocument/2006/relationships/theme" Target="theme/theme1.xml" Id="rId18" /><Relationship Type="http://schemas.openxmlformats.org/officeDocument/2006/relationships/tableStyles" Target="tableStyles.xml" Id="rId19" /><Relationship Type="http://schemas.openxmlformats.org/officeDocument/2006/relationships/notesMaster" Target="notesMasters/notesMaster1.xml" Id="rId2" /><Relationship Type="http://schemas.openxmlformats.org/officeDocument/2006/relationships/slide" Target="/ppt/slides/slide6.xml" Id="Rb3c50e8d39604297" /><Relationship Type="http://schemas.openxmlformats.org/officeDocument/2006/relationships/slide" Target="/ppt/slides/slide7.xml" Id="R7addb701ade845f7" /><Relationship Type="http://schemas.openxmlformats.org/officeDocument/2006/relationships/slide" Target="/ppt/slides/slide8.xml" Id="R450007a638884f1f" /><Relationship Type="http://schemas.openxmlformats.org/officeDocument/2006/relationships/slide" Target="/ppt/slides/slide9.xml" Id="R41fb94d4e3cc48d0" /><Relationship Type="http://schemas.openxmlformats.org/officeDocument/2006/relationships/slide" Target="/ppt/slides/slide10.xml" Id="R2cc955d5176749b7" /><Relationship Type="http://schemas.openxmlformats.org/officeDocument/2006/relationships/slide" Target="/ppt/slides/slide11.xml" Id="R628007d08d9044df" /><Relationship Type="http://schemas.openxmlformats.org/officeDocument/2006/relationships/slide" Target="/ppt/slides/slide12.xml" Id="Rec2483dfa6f74662" /><Relationship Type="http://schemas.openxmlformats.org/officeDocument/2006/relationships/slide" Target="/ppt/slides/slide13.xml" Id="R326281b6b4144881" /><Relationship Type="http://schemas.openxmlformats.org/officeDocument/2006/relationships/slide" Target="/ppt/slides/slide14.xml" Id="R7b6d549be3a4414c" /><Relationship Type="http://schemas.openxmlformats.org/officeDocument/2006/relationships/slide" Target="/ppt/slides/slide15.xml" Id="R4f41aa41171f44e0" /><Relationship Type="http://schemas.openxmlformats.org/officeDocument/2006/relationships/slide" Target="/ppt/slides/slide16.xml" Id="R5cfa9fb1b8fc4ffa" /><Relationship Type="http://schemas.openxmlformats.org/officeDocument/2006/relationships/slide" Target="/ppt/slides/slide17.xml" Id="R97313b6133d84df4" /><Relationship Type="http://schemas.openxmlformats.org/officeDocument/2006/relationships/slide" Target="/ppt/slides/slide18.xml" Id="Rc2de603adbd4481a" /><Relationship Type="http://schemas.openxmlformats.org/officeDocument/2006/relationships/slide" Target="/ppt/slides/slide19.xml" Id="R04350e5f53af4226" /><Relationship Type="http://schemas.openxmlformats.org/officeDocument/2006/relationships/slide" Target="/ppt/slides/slide20.xml" Id="R7a858ac608f64ba1" /><Relationship Type="http://schemas.openxmlformats.org/officeDocument/2006/relationships/slide" Target="/ppt/slides/slide21.xml" Id="R930cff8289154bcc" /><Relationship Type="http://schemas.openxmlformats.org/officeDocument/2006/relationships/slide" Target="/ppt/slides/slide22.xml" Id="Rab1b6c9408dc4d0c" /><Relationship Type="http://schemas.openxmlformats.org/officeDocument/2006/relationships/slide" Target="/ppt/slides/slide23.xml" Id="R466a6ae8ea824076" /><Relationship Type="http://schemas.openxmlformats.org/officeDocument/2006/relationships/slide" Target="/ppt/slides/slide24.xml" Id="R676df8b4c4034908" /><Relationship Type="http://schemas.openxmlformats.org/officeDocument/2006/relationships/slide" Target="/ppt/slides/slide25.xml" Id="R1ae7c1cde39842e2" /><Relationship Type="http://schemas.openxmlformats.org/officeDocument/2006/relationships/slide" Target="/ppt/slides/slide26.xml" Id="R5f1b71bba3d94f9d" 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F2C38-775D-4950-B7DD-1675F302C31B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6AB7D-7F2D-40E3-B3E0-8CDDB66E5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691091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media/image1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media/image1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media/image1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4" name="Group 3" descr="66fd5f4d-a2e5-483c-8f65-4aa4db696dbe"/>
          <p:cNvGrpSpPr/>
          <p:nvPr/>
        </p:nvGrpSpPr>
        <p:grpSpPr>
          <a:xfrm>
            <a:off x="0" y="0"/>
            <a:ext cx="12447039" cy="6858000"/>
            <a:chExt cx="12447039" cy="6858000"/>
          </a:xfrm>
        </p:grpSpPr>
        <p:sp>
          <p:nvSpPr>
            <p:cNvPr id="7" name="Rectangle 6" descr="e9459aa1-2471-4c2d-8651-f10d3dc87a3d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CFDCE5"/>
                </a:gs>
                <a:gs pos="45000">
                  <a:srgbClr val="8591FF"/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Rectangle 5" descr="d9fbb898-7b47-498d-b81f-58e61c9908a4"/>
            <p:cNvSpPr/>
            <p:nvPr/>
          </p:nvSpPr>
          <p:spPr>
            <a:xfrm>
              <a:off x="469900" y="1092199"/>
              <a:ext cx="10858500" cy="5265057"/>
            </a:xfrm>
            <a:prstGeom prst="rect">
              <a:avLst/>
            </a:prstGeom>
            <a:noFill/>
            <a:ln w="152400">
              <a:solidFill>
                <a:srgbClr val="FFFFFF">
                  <a:alpha val="7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" name="Picture 8" descr="7029789e-bc47-4c51-bd4c-1c5ee7e908fd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val="0"/>
                </a:ext>
              </a:extLst>
            </a:blip>
            <a:stretch>
              <a:fillRect/>
            </a:stretch>
          </p:blipFill>
          <p:spPr>
            <a:xfrm>
              <a:off x="6523587" y="907143"/>
              <a:ext cx="5923452" cy="5663080"/>
            </a:xfrm>
            <a:prstGeom prst="rect">
              <a:avLst/>
            </a:prstGeom>
          </p:spPr>
        </p:pic>
      </p:grpSp>
      <p:sp>
        <p:nvSpPr>
          <p:cNvPr id="2" name="Title 1" descr="1243344b-4138-4674-a9eb-a2a1afc572a4"/>
          <p:cNvSpPr>
            <a:spLocks noGrp="1"/>
          </p:cNvSpPr>
          <p:nvPr>
            <p:ph type="ctrTitle" hasCustomPrompt="1"/>
          </p:nvPr>
        </p:nvSpPr>
        <p:spPr>
          <a:xfrm>
            <a:off x="660400" y="2050648"/>
            <a:ext cx="6103257" cy="213376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add title</a:t>
            </a:r>
            <a:endParaRPr lang="en-US"/>
          </a:p>
        </p:txBody>
      </p:sp>
      <p:sp>
        <p:nvSpPr>
          <p:cNvPr id="3" name="Subtitle 2" descr="e7ec0f43-9314-4756-8d4f-26b9f0553405"/>
          <p:cNvSpPr>
            <a:spLocks noGrp="1"/>
          </p:cNvSpPr>
          <p:nvPr>
            <p:ph type="subTitle" idx="1" hasCustomPrompt="1"/>
          </p:nvPr>
        </p:nvSpPr>
        <p:spPr>
          <a:xfrm>
            <a:off x="660400" y="4277220"/>
            <a:ext cx="4517885" cy="508703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  <a:endParaRPr lang="en-US"/>
          </a:p>
        </p:txBody>
      </p:sp>
      <p:sp>
        <p:nvSpPr>
          <p:cNvPr id="8" name="Text Placeholder 4294967294" descr="dbebc528-c6db-43b7-a038-985a92a511e9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86374"/>
            <a:ext cx="4517887" cy="27432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5" name="Text Placeholder 4" descr="e9b6664d-a3f9-4aaf-b535-ddd489fb0a87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8" y="5859780"/>
            <a:ext cx="4517887" cy="27432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timing/>
  <p:hf sldNum="0"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 descr="39b363f0-16a9-43b6-a27d-a8ddfddd046a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US"/>
          </a:p>
        </p:txBody>
      </p:sp>
      <p:sp>
        <p:nvSpPr>
          <p:cNvPr id="3" name="Content Placeholder 2" descr="84dff57a-d824-45e8-a829-2fb98e0b099b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4" name="Date Placeholder 3" descr="6cdf0d10-5e87-4e36-9ec5-f0be7cad2d3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5" name="Footer Placeholder 4" descr="ef45e0bd-ee32-4b78-b0c4-81ff2e3bd2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descr="41888d58-5c7d-4b91-9b7c-359a23aadf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 descr="9fca4944-f3b6-40b6-a4d7-fb09d973cee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400"/>
            </a:lvl1pPr>
          </a:lstStyle>
          <a:p>
            <a:r>
              <a:rPr lang="en-US"/>
              <a:t>Agenda</a:t>
            </a:r>
            <a:endParaRPr lang="en-US"/>
          </a:p>
        </p:txBody>
      </p:sp>
      <p:sp>
        <p:nvSpPr>
          <p:cNvPr id="3" name="Content Placeholder 2" descr="d13e7833-5c27-4b8a-afb5-57ea4ac1b391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5" name="Date Placeholder 4" descr="b1e17f1a-c604-4cf8-a891-e5cdcb7d7fd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6" name="Footer Placeholder 5" descr="3950e00b-8935-4912-ae9c-28873aa399c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descr="2a3c63df-bd2d-4158-b3a6-c292be21583d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 descr="9ce610b1-7733-4d6e-b56b-fcd855596d0e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Freeform: Shape 8" descr="e5c8ed52-9a70-4dc4-ad5e-586821446743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11" name="Group 10" descr="0db966a1-dec1-4f7b-8610-5848ff3a6c92"/>
          <p:cNvGrpSpPr/>
          <p:nvPr/>
        </p:nvGrpSpPr>
        <p:grpSpPr>
          <a:xfrm>
            <a:off x="0" y="0"/>
            <a:ext cx="12192000" cy="6858000"/>
            <a:chExt cx="12192000" cy="6858000"/>
          </a:xfrm>
        </p:grpSpPr>
        <p:sp>
          <p:nvSpPr>
            <p:cNvPr id="12" name="Rectangle 11" descr="7174b2a9-edec-4486-8080-f5ddcbf641d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CFDCE5"/>
                </a:gs>
                <a:gs pos="45000">
                  <a:srgbClr val="8591FF"/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3" name="Picture 12" descr="d11cf55a-10bf-4839-83c2-af5c96c35afb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val="0"/>
                </a:ext>
              </a:extLst>
            </a:blip>
            <a:stretch>
              <a:fillRect/>
            </a:stretch>
          </p:blipFill>
          <p:spPr>
            <a:xfrm>
              <a:off x="6770581" y="1181039"/>
              <a:ext cx="4702631" cy="4495922"/>
            </a:xfrm>
            <a:prstGeom prst="rect">
              <a:avLst/>
            </a:prstGeom>
          </p:spPr>
        </p:pic>
      </p:grpSp>
      <p:sp>
        <p:nvSpPr>
          <p:cNvPr id="2" name="Title 1" descr="21d3db50-999a-474a-b867-366ce47f38e8"/>
          <p:cNvSpPr>
            <a:spLocks noGrp="1"/>
          </p:cNvSpPr>
          <p:nvPr>
            <p:ph type="title" hasCustomPrompt="1"/>
          </p:nvPr>
        </p:nvSpPr>
        <p:spPr>
          <a:xfrm>
            <a:off x="654050" y="1963692"/>
            <a:ext cx="5435600" cy="1963057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add title</a:t>
            </a:r>
            <a:endParaRPr lang="en-US"/>
          </a:p>
        </p:txBody>
      </p:sp>
      <p:sp>
        <p:nvSpPr>
          <p:cNvPr id="3" name="Text Placeholder 2" descr="c37bd84a-5aa3-45b7-b163-5703a19789e5"/>
          <p:cNvSpPr>
            <a:spLocks noGrp="1"/>
          </p:cNvSpPr>
          <p:nvPr>
            <p:ph type="body" idx="1" hasCustomPrompt="1"/>
          </p:nvPr>
        </p:nvSpPr>
        <p:spPr>
          <a:xfrm>
            <a:off x="660400" y="3926749"/>
            <a:ext cx="5435600" cy="51925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4" name="Date Placeholder 3" descr="16f114e1-6181-49c5-9934-4b520fc2a64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5" name="Footer Placeholder 4" descr="1e004763-b54f-48c0-9192-cf7358698adc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descr="475e8220-a8a4-40ee-8bff-f24ff70f96d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timing/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 descr="35a15f7c-9d27-4f27-bcb9-d0ad115e013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US"/>
          </a:p>
        </p:txBody>
      </p:sp>
      <p:sp>
        <p:nvSpPr>
          <p:cNvPr id="3" name="Date Placeholder 2" descr="b69bfc35-f88b-4f47-94f2-899899787ebf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4" name="Footer Placeholder 3" descr="4dd7a6e4-1a7c-4b18-8e63-a5adf0dc11f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descr="2f55e1bb-1000-4b48-a58e-227c3cbb618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descr="cadd5719-eef0-4888-97f7-2b4beb41220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3" name="Footer Placeholder 2" descr="f74a96f1-5cf1-45be-9868-2e40353ad87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descr="dce602bf-f586-4780-b60a-2ef5daf21a9b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Closing" preserve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8" name="Group 7" descr="a21d708a-e986-46ef-8455-35e2bec26c05"/>
          <p:cNvGrpSpPr/>
          <p:nvPr/>
        </p:nvGrpSpPr>
        <p:grpSpPr>
          <a:xfrm>
            <a:off x="-124410" y="0"/>
            <a:ext cx="12316410" cy="6858000"/>
            <a:chOff x="-124410" y="0"/>
            <a:chExt cx="12316410" cy="6858000"/>
          </a:xfrm>
        </p:grpSpPr>
        <p:sp>
          <p:nvSpPr>
            <p:cNvPr id="3" name="Rectangle 2" descr="686e6906-f4c9-434e-90e3-5749b4df34e4"/>
            <p:cNvSpPr/>
            <p:nvPr/>
          </p:nvSpPr>
          <p:spPr>
            <a:xfrm flipH="1"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CFDCE5"/>
                </a:gs>
                <a:gs pos="45000">
                  <a:srgbClr val="8591FF"/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Picture 5" descr="ee29f28a-5ac0-44ee-ad53-9c2050c04397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val="0"/>
                </a:ext>
              </a:extLst>
            </a:blip>
            <a:stretch>
              <a:fillRect/>
            </a:stretch>
          </p:blipFill>
          <p:spPr>
            <a:xfrm flipH="1">
              <a:off x="-124410" y="747486"/>
              <a:ext cx="5923452" cy="5663080"/>
            </a:xfrm>
            <a:prstGeom prst="rect">
              <a:avLst/>
            </a:prstGeom>
          </p:spPr>
        </p:pic>
      </p:grpSp>
      <p:sp>
        <p:nvSpPr>
          <p:cNvPr id="2" name="Title 1" descr="5aaaafa1-bf97-4ade-8993-e3fb13c5a873"/>
          <p:cNvSpPr>
            <a:spLocks noGrp="1"/>
          </p:cNvSpPr>
          <p:nvPr>
            <p:ph type="title" hasCustomPrompt="1"/>
          </p:nvPr>
        </p:nvSpPr>
        <p:spPr>
          <a:xfrm>
            <a:off x="6197600" y="2027881"/>
            <a:ext cx="5321300" cy="2530410"/>
          </a:xfrm>
        </p:spPr>
        <p:txBody>
          <a:bodyPr anchor="ctr">
            <a:normAutofit/>
          </a:bodyPr>
          <a:lstStyle>
            <a:lvl1pPr algn="r">
              <a:defRPr sz="6600"/>
            </a:lvl1pPr>
          </a:lstStyle>
          <a:p>
            <a:r>
              <a:rPr lang="en-US"/>
              <a:t>Click to add title</a:t>
            </a:r>
            <a:endParaRPr lang="en-US"/>
          </a:p>
        </p:txBody>
      </p:sp>
      <p:sp>
        <p:nvSpPr>
          <p:cNvPr id="4" name="Text Placeholder 3" descr="7f557e78-d799-408d-9439-41948ab0408d"/>
          <p:cNvSpPr>
            <a:spLocks noGrp="1"/>
          </p:cNvSpPr>
          <p:nvPr>
            <p:ph type="body" sz="quarter" idx="13" hasCustomPrompt="1"/>
          </p:nvPr>
        </p:nvSpPr>
        <p:spPr>
          <a:xfrm>
            <a:off x="7001013" y="5570220"/>
            <a:ext cx="4517887" cy="274320"/>
          </a:xfrm>
        </p:spPr>
        <p:txBody>
          <a:bodyPr anchor="ctr">
            <a:no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5" name="Text Placeholder 4" descr="e6a72665-885e-4d17-96a0-b40e8a986b5b"/>
          <p:cNvSpPr>
            <a:spLocks noGrp="1"/>
          </p:cNvSpPr>
          <p:nvPr>
            <p:ph type="body" sz="quarter" idx="14" hasCustomPrompt="1"/>
          </p:nvPr>
        </p:nvSpPr>
        <p:spPr>
          <a:xfrm>
            <a:off x="7001013" y="5844540"/>
            <a:ext cx="4517887" cy="274320"/>
          </a:xfrm>
        </p:spPr>
        <p:txBody>
          <a:bodyPr anchor="ctr">
            <a:no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timing/>
  <p:hf sldNum="0" hdr="0"/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add title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25592-9C3F-48AB-9A3F-F2A64B129A6F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75073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8168" y="6409690"/>
            <a:ext cx="375073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ransition/>
  <p:timing/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7a7fe2c3943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093141c18e84c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14ac971c2774f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3e158c132534314" /><Relationship Type="http://schemas.openxmlformats.org/officeDocument/2006/relationships/tags" Target="/ppt/tags/tag7122.xml" Id="rId1" /><Relationship Type="http://schemas.openxmlformats.org/officeDocument/2006/relationships/image" Target="/ppt/media/image322.jpeg" Id="rI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2b4097ac9ba44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4c1c7f7fe824a5a" /><Relationship Type="http://schemas.openxmlformats.org/officeDocument/2006/relationships/tags" Target="/ppt/tags/tag13.xml" Id="rI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aebd253ddc540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bb390616b0d412d" /><Relationship Type="http://schemas.openxmlformats.org/officeDocument/2006/relationships/tags" Target="/ppt/tags/tag224.xml" Id="rI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49576a262074b6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e94e6c44e8f4f50" /><Relationship Type="http://schemas.openxmlformats.org/officeDocument/2006/relationships/tags" Target="/ppt/tags/tag525.xml" Id="rI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a64206cdcb24f57" /><Relationship Type="http://schemas.openxmlformats.org/officeDocument/2006/relationships/tags" Target="/ppt/tags/tag1126.xml" Id="rI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31c28caec60415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705009bcc6149b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7e299a278b741df" /><Relationship Type="http://schemas.openxmlformats.org/officeDocument/2006/relationships/tags" Target="/ppt/tags/tag5827.xml" Id="rI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1f422b2b310451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4a13ec607e2430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f7e65f307454ab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b9c7aa8e5a34d8f" /><Relationship Type="http://schemas.openxmlformats.org/officeDocument/2006/relationships/tags" Target="/ppt/tags/tag9628.xml" Id="rId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73d745b12884ecc" /><Relationship Type="http://schemas.openxmlformats.org/officeDocument/2006/relationships/tags" Target="/ppt/tags/tag6529.xml" Id="rId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7e63239a00148c8" /><Relationship Type="http://schemas.openxmlformats.org/officeDocument/2006/relationships/tags" Target="/ppt/tags/tag84210.xml" Id="rId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53cdeb33f148de" /></Relationships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" descr="1243344b-4138-4674-a9eb-a2a1afc572a4"/>
          <p:cNvSpPr>
            <a:spLocks noGrp="1"/>
          </p:cNvSpPr>
          <p:nvPr>
            <p:ph type="ctr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从技术到管理：我的角色转变之路</a:t>
            </a:r>
            <a:endParaRPr lang="en-US" dirty="0"/>
          </a:p>
        </p:txBody>
      </p:sp>
      <p:sp>
        <p:nvSpPr>
          <p:cNvPr id="3" name="" descr="e7ec0f43-9314-4756-8d4f-26b9f0553405"/>
          <p:cNvSpPr>
            <a:spLocks noGrp="1"/>
          </p:cNvSpPr>
          <p:nvPr>
            <p:ph type="subTitle" idx="1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个人成长与团队管理经验分享</a:t>
            </a:r>
            <a:endParaRPr lang="en-US" dirty="0"/>
          </a:p>
        </p:txBody>
      </p:sp>
      <p:sp>
        <p:nvSpPr>
          <p:cNvPr id="8" name="" descr="dbebc528-c6db-43b7-a038-985a92a511e9"/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报告人名称</a:t>
            </a:r>
            <a:endParaRPr lang="en-US" dirty="0"/>
          </a:p>
        </p:txBody>
      </p:sp>
      <p:sp>
        <p:nvSpPr>
          <p:cNvPr id="5" name="" descr="e9b6664d-a3f9-4aaf-b535-ddd489fb0a87"/>
          <p:cNvSpPr>
            <a:spLocks noGrp="1"/>
          </p:cNvSpPr>
          <p:nvPr>
            <p:ph type="body" sz="quarter" idx="14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" descr="9fca4944-f3b6-40b6-a4d7-fb09d973cee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目录</a:t>
            </a:r>
            <a:endParaRPr lang="en-US" dirty="0"/>
          </a:p>
        </p:txBody>
      </p:sp>
      <p:sp>
        <p:nvSpPr>
          <p:cNvPr id="3" name="" descr="d13e7833-5c27-4b8a-afb5-57ea4ac1b391"/>
          <p:cNvSpPr>
            <a:spLocks noGrp="1"/>
          </p:cNvSpPr>
          <p:nvPr>
            <p:ph sz="quarter" idx="1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个人背景介绍</a:t>
            </a:r>
            <a:endParaRPr lang="en-US" dirty="0"/>
          </a:p>
          <a:p>
            <a:pPr/>
            <a:r>
              <a:rPr lang="zh-CN" altLang="en-US" dirty="0"/>
              <a:t>角色转变：从技术到管理</a:t>
            </a:r>
            <a:endParaRPr lang="en-US" dirty="0"/>
          </a:p>
          <a:p>
            <a:pPr/>
            <a:r>
              <a:rPr lang="zh-CN" altLang="en-US" dirty="0"/>
              <a:t>团队管理实践</a:t>
            </a:r>
            <a:endParaRPr lang="en-US" dirty="0"/>
          </a:p>
          <a:p>
            <a:pPr/>
            <a:r>
              <a:rPr lang="zh-CN" altLang="en-US" dirty="0"/>
              <a:t>未来展望与规划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" descr="21d3db50-999a-474a-b867-366ce47f38e8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个人背景介绍</a:t>
            </a:r>
            <a:endParaRPr lang="en-US" dirty="0"/>
          </a:p>
        </p:txBody>
      </p:sp>
      <p:sp>
        <p:nvSpPr>
          <p:cNvPr id="3" name="" descr="c37bd84a-5aa3-45b7-b163-5703a19789e5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简述个人教育背景与职业发展历程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16="http://schemas.microsoft.com/office/drawing/2014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52" name="c2f15ef4-7467-40f7-b56f-f9401ae6e529.source.6.zh-Hans.pptx" descr="ec3fc785-fbdb-4e5d-822f-7cdbcedc218e">
            <a:extLst>
              <a:ext uri="{FF2B5EF4-FFF2-40B4-BE49-F238E27FC236}">
                <a16:creationId id="{5E7C25A6-7D43-5675-4639-F3B46152FAA5}"/>
              </a:ext>
            </a:extLst>
          </p:cNvPr>
          <p:cNvGrpSpPr/>
          <p:nvPr/>
        </p:nvGrpSpPr>
        <p:grpSpPr>
          <a:xfrm>
            <a:off x="1" y="1130300"/>
            <a:ext cx="11518899" cy="5727698"/>
            <a:chOff x="1" y="1130300"/>
            <a:chExt cx="11518899" cy="5727698"/>
          </a:xfrm>
        </p:grpSpPr>
        <p:sp>
          <p:nvSpPr>
            <p:cNvPr id="11" name="PictureMisc1" descr="5b6711b0-8710-4e37-a165-5c68815e1b43">
              <a:extLst>
                <a:ext uri="{FF2B5EF4-FFF2-40B4-BE49-F238E27FC236}">
                  <a16:creationId id="{901D4A89-8718-B189-C90F-9BE0DBF49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1130300"/>
              <a:ext cx="4091213" cy="5727698"/>
            </a:xfrm>
            <a:prstGeom prst="rect">
              <a:avLst/>
            </a:prstGeom>
            <a:blipFill>
              <a:blip r:embed="rId4"/>
              <a:srcRect/>
              <a:stretch>
                <a:fillRect l="-40411" r="-108477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400" dirty="0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  <p:sp>
          <p:nvSpPr>
            <p:cNvPr id="14" name="Title" descr="972657cf-4d3e-4ef8-ae26-81e715f215bb">
              <a:extLst>
                <a:ext uri="{FF2B5EF4-FFF2-40B4-BE49-F238E27FC236}">
                  <a16:creationId id="{16968B17-890A-504C-4491-F3DFEC4F63DE}"/>
                </a:ext>
              </a:extLst>
            </p:cNvPr>
            <p:cNvSpPr>
              <a:spLocks/>
            </p:cNvSpPr>
            <p:nvPr/>
          </p:nvSpPr>
          <p:spPr>
            <a:xfrm>
              <a:off x="660400" y="1130300"/>
              <a:ext cx="3430814" cy="1663700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defTabSz="913765"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  <a:cs typeface="+mn-ea"/>
                  <a:sym typeface="+mn-lt"/>
                </a:rPr>
                <a:t>从校园到职场的初步探索</a:t>
              </a:r>
              <a:endParaRPr lang="en-US" dirty="0"/>
            </a:p>
          </p:txBody>
        </p:sp>
        <p:grpSp>
          <p:nvGrpSpPr>
            <p:cNvPr id="45" name="组合 44" descr="1d6507c3-2d21-40f2-a13a-12ed7f6c2ac0">
              <a:extLst>
                <a:ext uri="{FF2B5EF4-FFF2-40B4-BE49-F238E27FC236}">
                  <a16:creationId id="{FF8417B0-7D55-EC99-BC09-950BA4EF1C49}"/>
                </a:ext>
              </a:extLst>
            </p:cNvPr>
            <p:cNvGrpSpPr/>
            <p:nvPr/>
          </p:nvGrpSpPr>
          <p:grpSpPr>
            <a:xfrm>
              <a:off x="4598420" y="1130300"/>
              <a:ext cx="3407569" cy="1667934"/>
              <a:chOff x="4598420" y="1130300"/>
              <a:chExt cx="3407569" cy="1667934"/>
            </a:xfrm>
          </p:grpSpPr>
          <p:sp>
            <p:nvSpPr>
              <p:cNvPr id="40" name="Bullet1" descr="b1166e1c-d7da-4bdb-8c69-d65f3d6c6e40">
                <a:extLst>
                  <a:ext uri="{FF2B5EF4-FFF2-40B4-BE49-F238E27FC236}">
                    <a16:creationId id="{0E033602-C241-6A8C-4A2F-5FFD7873173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41131" y="1186622"/>
                <a:ext cx="2764858" cy="470280"/>
              </a:xfrm>
              <a:prstGeom prst="rect">
                <a:avLst/>
              </a:prstGeom>
            </p:spPr>
            <p:txBody>
              <a:bodyPr wrap="square" lIns="90000" tIns="46800" rIns="90000" bIns="4680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毕业时间与院校</a:t>
                </a:r>
                <a:endParaRPr lang="en-US" dirty="0"/>
              </a:p>
            </p:txBody>
          </p:sp>
          <p:sp>
            <p:nvSpPr>
              <p:cNvPr id="41" name="Text1" descr="d1521579-b2ff-429b-8fe6-d4f59460bb75">
                <a:extLst>
                  <a:ext uri="{FF2B5EF4-FFF2-40B4-BE49-F238E27FC236}">
                    <a16:creationId id="{916E3304-1011-A594-4B75-7034FB85B9FE}"/>
                  </a:ext>
                </a:extLst>
              </p:cNvPr>
              <p:cNvSpPr/>
              <p:nvPr/>
            </p:nvSpPr>
            <p:spPr>
              <a:xfrm>
                <a:off x="5241131" y="1656902"/>
                <a:ext cx="2764858" cy="1141332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 err="1">
                    <a:cs typeface="+mn-ea"/>
                    <a:sym typeface="+mn-lt"/>
                  </a:rPr>
                  <a:t>2020年毕业于清华大学计算机科学与技术专业。</a:t>
                </a:r>
                <a:endParaRPr lang="en-US" dirty="0"/>
              </a:p>
            </p:txBody>
          </p:sp>
          <p:sp>
            <p:nvSpPr>
              <p:cNvPr id="42" name="Number1" descr="fafef53e-294f-4aec-846a-bc0d43ec673e">
                <a:extLst>
                  <a:ext uri="{FF2B5EF4-FFF2-40B4-BE49-F238E27FC236}">
                    <a16:creationId id="{CB8F457C-71D4-9DED-EA2B-F2EC71242DE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8420" y="1130300"/>
                <a:ext cx="583200" cy="584434"/>
              </a:xfrm>
              <a:prstGeom prst="roundRect">
                <a:avLst>
                  <a:gd name="adj" fmla="val 10458"/>
                </a:avLst>
              </a:prstGeom>
              <a:solidFill>
                <a:schemeClr val="accent1"/>
              </a:solidFill>
            </p:spPr>
            <p:txBody>
              <a:bodyPr wrap="square" lIns="108000" tIns="108000" rIns="108000" bIns="108000" rtlCol="0" anchor="ctr" anchorCtr="0">
                <a:normAutofit/>
              </a:bodyPr>
              <a:lstStyle>
                <a:defPPr>
                  <a:defRPr lang="zh-CN"/>
                </a:defPPr>
                <a:lvl1pPr algn="ctr">
                  <a:defRPr kumimoji="1" sz="2000" b="1">
                    <a:solidFill>
                      <a:srgbClr val="FFFFFF"/>
                    </a:solidFill>
                    <a:cs typeface="+mn-ea"/>
                  </a:defRPr>
                </a:lvl1pPr>
              </a:lstStyle>
              <a:p>
                <a:r>
                  <a:rPr lang="en-US" altLang="zh-CN" dirty="0">
                    <a:sym typeface="+mn-lt"/>
                  </a:rPr>
                  <a:t>1</a:t>
                </a:r>
                <a:endParaRPr lang="zh-CN" altLang="en-US" dirty="0">
                  <a:sym typeface="+mn-lt"/>
                </a:endParaRPr>
              </a:p>
            </p:txBody>
          </p:sp>
        </p:grpSp>
        <p:grpSp>
          <p:nvGrpSpPr>
            <p:cNvPr id="46" name="组合 45" descr="ff00ff9e-c368-4cca-ab16-7ce6b25ec43b">
              <a:extLst>
                <a:ext uri="{FF2B5EF4-FFF2-40B4-BE49-F238E27FC236}">
                  <a16:creationId id="{D56F33EB-B77A-90FC-7369-F806D88E3163}"/>
                </a:ext>
              </a:extLst>
            </p:cNvPr>
            <p:cNvGrpSpPr/>
            <p:nvPr/>
          </p:nvGrpSpPr>
          <p:grpSpPr>
            <a:xfrm>
              <a:off x="4598420" y="2798233"/>
              <a:ext cx="3407569" cy="1667934"/>
              <a:chOff x="4598420" y="2798233"/>
              <a:chExt cx="3407569" cy="1667934"/>
            </a:xfrm>
          </p:grpSpPr>
          <p:sp>
            <p:nvSpPr>
              <p:cNvPr id="37" name="Bullet2" descr="319a44c9-0f6d-47a6-abbc-b14076d5227e">
                <a:extLst>
                  <a:ext uri="{FF2B5EF4-FFF2-40B4-BE49-F238E27FC236}">
                    <a16:creationId id="{C40B9008-4C02-11D8-89E2-C50B3EF2B6F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41131" y="2854555"/>
                <a:ext cx="2764858" cy="470280"/>
              </a:xfrm>
              <a:prstGeom prst="rect">
                <a:avLst/>
              </a:prstGeom>
            </p:spPr>
            <p:txBody>
              <a:bodyPr wrap="square" lIns="90000" tIns="46800" rIns="90000" bIns="4680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入职时间与公司</a:t>
                </a:r>
                <a:endParaRPr lang="en-US" dirty="0"/>
              </a:p>
            </p:txBody>
          </p:sp>
          <p:sp>
            <p:nvSpPr>
              <p:cNvPr id="38" name="Text2" descr="1cb86280-f471-4166-9ebf-ae35eeebb9d9">
                <a:extLst>
                  <a:ext uri="{FF2B5EF4-FFF2-40B4-BE49-F238E27FC236}">
                    <a16:creationId id="{DFE089DA-CAE1-2BB5-4868-05ADF72627B7}"/>
                  </a:ext>
                </a:extLst>
              </p:cNvPr>
              <p:cNvSpPr/>
              <p:nvPr/>
            </p:nvSpPr>
            <p:spPr>
              <a:xfrm>
                <a:off x="5241131" y="3324835"/>
                <a:ext cx="2764858" cy="1141332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 err="1">
                    <a:cs typeface="+mn-ea"/>
                    <a:sym typeface="+mn-lt"/>
                  </a:rPr>
                  <a:t>同年加入腾讯公司，担任软件开发工程师。</a:t>
                </a:r>
                <a:endParaRPr lang="en-US" dirty="0"/>
              </a:p>
            </p:txBody>
          </p:sp>
          <p:sp>
            <p:nvSpPr>
              <p:cNvPr id="39" name="Number2" descr="e625f9f1-1d36-4a04-8d4b-06fc4405f74f">
                <a:extLst>
                  <a:ext uri="{FF2B5EF4-FFF2-40B4-BE49-F238E27FC236}">
                    <a16:creationId id="{73A26129-63D2-7588-F308-1A4BCAA23B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8420" y="2798233"/>
                <a:ext cx="583200" cy="584434"/>
              </a:xfrm>
              <a:prstGeom prst="roundRect">
                <a:avLst>
                  <a:gd name="adj" fmla="val 10458"/>
                </a:avLst>
              </a:prstGeom>
              <a:solidFill>
                <a:schemeClr val="accent1"/>
              </a:solidFill>
            </p:spPr>
            <p:txBody>
              <a:bodyPr wrap="square" lIns="108000" tIns="108000" rIns="108000" bIns="108000" rtlCol="0" anchor="ctr" anchorCtr="0">
                <a:normAutofit/>
              </a:bodyPr>
              <a:lstStyle>
                <a:defPPr>
                  <a:defRPr lang="zh-CN"/>
                </a:defPPr>
                <a:lvl1pPr algn="ctr">
                  <a:defRPr kumimoji="1" sz="2000" b="1">
                    <a:solidFill>
                      <a:srgbClr val="FFFFFF"/>
                    </a:solidFill>
                    <a:cs typeface="+mn-ea"/>
                  </a:defRPr>
                </a:lvl1pPr>
              </a:lstStyle>
              <a:p>
                <a:r>
                  <a:rPr lang="en-US" altLang="zh-CN" dirty="0">
                    <a:sym typeface="+mn-lt"/>
                  </a:rPr>
                  <a:t>2</a:t>
                </a:r>
                <a:endParaRPr lang="zh-CN" altLang="en-US" dirty="0">
                  <a:sym typeface="+mn-lt"/>
                </a:endParaRPr>
              </a:p>
            </p:txBody>
          </p:sp>
        </p:grpSp>
        <p:grpSp>
          <p:nvGrpSpPr>
            <p:cNvPr id="47" name="组合 46" descr="770032ef-e2bb-4571-9817-db31a4582c6d">
              <a:extLst>
                <a:ext uri="{FF2B5EF4-FFF2-40B4-BE49-F238E27FC236}">
                  <a16:creationId id="{E06991D3-9E24-B55F-A6E3-F82339358D97}"/>
                </a:ext>
              </a:extLst>
            </p:cNvPr>
            <p:cNvGrpSpPr/>
            <p:nvPr/>
          </p:nvGrpSpPr>
          <p:grpSpPr>
            <a:xfrm>
              <a:off x="4598420" y="4466166"/>
              <a:ext cx="3407569" cy="1667934"/>
              <a:chOff x="4598420" y="4466166"/>
              <a:chExt cx="3407569" cy="1667934"/>
            </a:xfrm>
          </p:grpSpPr>
          <p:sp>
            <p:nvSpPr>
              <p:cNvPr id="34" name="Bullet3" descr="58094d01-309a-456f-bf6a-053ac91ab2ce">
                <a:extLst>
                  <a:ext uri="{FF2B5EF4-FFF2-40B4-BE49-F238E27FC236}">
                    <a16:creationId id="{78869ECB-A6EC-1CBB-B28E-DDB8FB7E60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41131" y="4522488"/>
                <a:ext cx="2764858" cy="470280"/>
              </a:xfrm>
              <a:prstGeom prst="rect">
                <a:avLst/>
              </a:prstGeom>
            </p:spPr>
            <p:txBody>
              <a:bodyPr wrap="square" lIns="90000" tIns="46800" rIns="90000" bIns="4680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学术研究方向</a:t>
                </a:r>
                <a:endParaRPr lang="en-US" dirty="0"/>
              </a:p>
            </p:txBody>
          </p:sp>
          <p:sp>
            <p:nvSpPr>
              <p:cNvPr id="35" name="Text3" descr="6afb745d-8779-4077-8b1a-e71d1fe1bb6f">
                <a:extLst>
                  <a:ext uri="{FF2B5EF4-FFF2-40B4-BE49-F238E27FC236}">
                    <a16:creationId id="{648082A1-B9A6-02AA-BE54-B4E128E3C123}"/>
                  </a:ext>
                </a:extLst>
              </p:cNvPr>
              <p:cNvSpPr/>
              <p:nvPr/>
            </p:nvSpPr>
            <p:spPr>
              <a:xfrm>
                <a:off x="5241131" y="4992768"/>
                <a:ext cx="2764858" cy="1141332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 err="1">
                    <a:cs typeface="+mn-ea"/>
                    <a:sym typeface="+mn-lt"/>
                  </a:rPr>
                  <a:t>在校期间专注于人工智能与机器学习的研究。</a:t>
                </a:r>
                <a:endParaRPr lang="en-US" dirty="0"/>
              </a:p>
            </p:txBody>
          </p:sp>
          <p:sp>
            <p:nvSpPr>
              <p:cNvPr id="36" name="Number3" descr="9f3e987c-f5e1-4127-a214-22c9b486746e">
                <a:extLst>
                  <a:ext uri="{FF2B5EF4-FFF2-40B4-BE49-F238E27FC236}">
                    <a16:creationId id="{36E0C4C5-5C33-2489-30C6-D028BEE12C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8420" y="4466166"/>
                <a:ext cx="583200" cy="584434"/>
              </a:xfrm>
              <a:prstGeom prst="roundRect">
                <a:avLst>
                  <a:gd name="adj" fmla="val 10458"/>
                </a:avLst>
              </a:prstGeom>
              <a:solidFill>
                <a:schemeClr val="accent1"/>
              </a:solidFill>
            </p:spPr>
            <p:txBody>
              <a:bodyPr wrap="square" lIns="108000" tIns="108000" rIns="108000" bIns="108000" rtlCol="0" anchor="ctr" anchorCtr="0">
                <a:normAutofit/>
              </a:bodyPr>
              <a:lstStyle>
                <a:defPPr>
                  <a:defRPr lang="zh-CN"/>
                </a:defPPr>
                <a:lvl1pPr algn="ctr">
                  <a:defRPr kumimoji="1" sz="2000" b="1">
                    <a:solidFill>
                      <a:srgbClr val="FFFFFF"/>
                    </a:solidFill>
                    <a:cs typeface="+mn-ea"/>
                  </a:defRPr>
                </a:lvl1pPr>
              </a:lstStyle>
              <a:p>
                <a:r>
                  <a:rPr lang="en-US" altLang="zh-CN" dirty="0">
                    <a:sym typeface="+mn-lt"/>
                  </a:rPr>
                  <a:t>3</a:t>
                </a:r>
                <a:endParaRPr lang="zh-CN" altLang="en-US" dirty="0">
                  <a:sym typeface="+mn-lt"/>
                </a:endParaRPr>
              </a:p>
            </p:txBody>
          </p:sp>
        </p:grpSp>
        <p:grpSp>
          <p:nvGrpSpPr>
            <p:cNvPr id="49" name="组合 48" descr="e1a43015-6af7-421d-bdf9-5ad8c5483804">
              <a:extLst>
                <a:ext uri="{FF2B5EF4-FFF2-40B4-BE49-F238E27FC236}">
                  <a16:creationId id="{3A9D66E6-4C94-CDF5-B1AE-BBE80F83AC77}"/>
                </a:ext>
              </a:extLst>
            </p:cNvPr>
            <p:cNvGrpSpPr/>
            <p:nvPr/>
          </p:nvGrpSpPr>
          <p:grpSpPr>
            <a:xfrm>
              <a:off x="8111331" y="1130300"/>
              <a:ext cx="3407569" cy="1667934"/>
              <a:chOff x="8111331" y="1130300"/>
              <a:chExt cx="3407569" cy="1667934"/>
            </a:xfrm>
          </p:grpSpPr>
          <p:sp>
            <p:nvSpPr>
              <p:cNvPr id="28" name="Bullet4" descr="ac6f6e71-080f-41a4-bc87-b5defc0b46de">
                <a:extLst>
                  <a:ext uri="{FF2B5EF4-FFF2-40B4-BE49-F238E27FC236}">
                    <a16:creationId id="{C12F327B-2060-0D19-DE31-222682FDD87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54042" y="1186622"/>
                <a:ext cx="2764858" cy="470280"/>
              </a:xfrm>
              <a:prstGeom prst="rect">
                <a:avLst/>
              </a:prstGeom>
            </p:spPr>
            <p:txBody>
              <a:bodyPr wrap="square" lIns="90000" tIns="46800" rIns="90000" bIns="4680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首份工作职责</a:t>
                </a:r>
                <a:endParaRPr lang="en-US" dirty="0"/>
              </a:p>
            </p:txBody>
          </p:sp>
          <p:sp>
            <p:nvSpPr>
              <p:cNvPr id="29" name="Text4" descr="015cb56b-995a-475e-a04d-11aa99e0337b">
                <a:extLst>
                  <a:ext uri="{FF2B5EF4-FFF2-40B4-BE49-F238E27FC236}">
                    <a16:creationId id="{2C7BF242-A9EC-D539-BB35-1A9B61A83B0F}"/>
                  </a:ext>
                </a:extLst>
              </p:cNvPr>
              <p:cNvSpPr/>
              <p:nvPr/>
            </p:nvSpPr>
            <p:spPr>
              <a:xfrm>
                <a:off x="8754042" y="1656902"/>
                <a:ext cx="2764858" cy="1141332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 err="1">
                    <a:cs typeface="+mn-ea"/>
                    <a:sym typeface="+mn-lt"/>
                  </a:rPr>
                  <a:t>主要负责腾讯云后台服务系统的开发与维护。</a:t>
                </a:r>
                <a:endParaRPr lang="en-US" dirty="0"/>
              </a:p>
            </p:txBody>
          </p:sp>
          <p:sp>
            <p:nvSpPr>
              <p:cNvPr id="30" name="Number4" descr="3efe3b9c-4eec-40d0-a36a-f5069e9aaac0">
                <a:extLst>
                  <a:ext uri="{FF2B5EF4-FFF2-40B4-BE49-F238E27FC236}">
                    <a16:creationId id="{9D28A287-712E-5460-CEFB-FF4D80E4CA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11331" y="1130300"/>
                <a:ext cx="583200" cy="584434"/>
              </a:xfrm>
              <a:prstGeom prst="roundRect">
                <a:avLst>
                  <a:gd name="adj" fmla="val 10458"/>
                </a:avLst>
              </a:prstGeom>
              <a:solidFill>
                <a:schemeClr val="accent1"/>
              </a:solidFill>
            </p:spPr>
            <p:txBody>
              <a:bodyPr wrap="square" lIns="108000" tIns="108000" rIns="108000" bIns="108000" rtlCol="0" anchor="ctr" anchorCtr="0">
                <a:normAutofit/>
              </a:bodyPr>
              <a:lstStyle>
                <a:defPPr>
                  <a:defRPr lang="zh-CN"/>
                </a:defPPr>
                <a:lvl1pPr algn="ctr">
                  <a:defRPr kumimoji="1" sz="2000" b="1">
                    <a:solidFill>
                      <a:srgbClr val="FFFFFF"/>
                    </a:solidFill>
                    <a:cs typeface="+mn-ea"/>
                  </a:defRPr>
                </a:lvl1pPr>
              </a:lstStyle>
              <a:p>
                <a:r>
                  <a:rPr lang="en-US" altLang="zh-CN" dirty="0">
                    <a:sym typeface="+mn-lt"/>
                  </a:rPr>
                  <a:t>4</a:t>
                </a:r>
                <a:endParaRPr lang="zh-CN" altLang="en-US" dirty="0">
                  <a:sym typeface="+mn-lt"/>
                </a:endParaRPr>
              </a:p>
            </p:txBody>
          </p:sp>
        </p:grpSp>
        <p:grpSp>
          <p:nvGrpSpPr>
            <p:cNvPr id="50" name="组合 49" descr="bbe7e36f-3645-453c-bd75-98b7a408fe81">
              <a:extLst>
                <a:ext uri="{FF2B5EF4-FFF2-40B4-BE49-F238E27FC236}">
                  <a16:creationId id="{D2B8243B-058E-3151-746F-8640D3AFCC11}"/>
                </a:ext>
              </a:extLst>
            </p:cNvPr>
            <p:cNvGrpSpPr/>
            <p:nvPr/>
          </p:nvGrpSpPr>
          <p:grpSpPr>
            <a:xfrm>
              <a:off x="8111331" y="2798233"/>
              <a:ext cx="3407569" cy="1667934"/>
              <a:chOff x="8111331" y="2798233"/>
              <a:chExt cx="3407569" cy="1667934"/>
            </a:xfrm>
          </p:grpSpPr>
          <p:sp>
            <p:nvSpPr>
              <p:cNvPr id="25" name="Bullet5" descr="445adc6a-0df8-43de-9ab0-9988cf507282">
                <a:extLst>
                  <a:ext uri="{FF2B5EF4-FFF2-40B4-BE49-F238E27FC236}">
                    <a16:creationId id="{3699BA11-0DB4-2C57-6464-A69FFCD8667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54042" y="2854555"/>
                <a:ext cx="2764858" cy="470280"/>
              </a:xfrm>
              <a:prstGeom prst="rect">
                <a:avLst/>
              </a:prstGeom>
            </p:spPr>
            <p:txBody>
              <a:bodyPr wrap="square" lIns="90000" tIns="46800" rIns="90000" bIns="4680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职业初期的挑战</a:t>
                </a:r>
                <a:endParaRPr lang="en-US" dirty="0"/>
              </a:p>
            </p:txBody>
          </p:sp>
          <p:sp>
            <p:nvSpPr>
              <p:cNvPr id="26" name="Text5" descr="27812ba0-f2a1-4d82-85a0-2cea042535f4">
                <a:extLst>
                  <a:ext uri="{FF2B5EF4-FFF2-40B4-BE49-F238E27FC236}">
                    <a16:creationId id="{4C03E430-E01D-60D5-5C81-6FAD778253BB}"/>
                  </a:ext>
                </a:extLst>
              </p:cNvPr>
              <p:cNvSpPr/>
              <p:nvPr/>
            </p:nvSpPr>
            <p:spPr>
              <a:xfrm>
                <a:off x="8754042" y="3324835"/>
                <a:ext cx="2764858" cy="1141332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 err="1">
                    <a:cs typeface="+mn-ea"/>
                    <a:sym typeface="+mn-lt"/>
                  </a:rPr>
                  <a:t>快速适应从理论到实际应用的转变，掌握企业级开发技术。</a:t>
                </a:r>
                <a:endParaRPr lang="en-US" dirty="0"/>
              </a:p>
            </p:txBody>
          </p:sp>
          <p:sp>
            <p:nvSpPr>
              <p:cNvPr id="27" name="Number5" descr="4fd2b648-b8de-49cc-92e9-6ad7a1fc04b7">
                <a:extLst>
                  <a:ext uri="{FF2B5EF4-FFF2-40B4-BE49-F238E27FC236}">
                    <a16:creationId id="{7B6A4484-A9FC-DA54-5354-29B58D2122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11331" y="2798233"/>
                <a:ext cx="583200" cy="584434"/>
              </a:xfrm>
              <a:prstGeom prst="roundRect">
                <a:avLst>
                  <a:gd name="adj" fmla="val 10458"/>
                </a:avLst>
              </a:prstGeom>
              <a:solidFill>
                <a:schemeClr val="accent1"/>
              </a:solidFill>
            </p:spPr>
            <p:txBody>
              <a:bodyPr wrap="square" lIns="108000" tIns="108000" rIns="108000" bIns="108000" rtlCol="0" anchor="ctr" anchorCtr="0">
                <a:normAutofit/>
              </a:bodyPr>
              <a:lstStyle>
                <a:defPPr>
                  <a:defRPr lang="zh-CN"/>
                </a:defPPr>
                <a:lvl1pPr algn="ctr">
                  <a:defRPr kumimoji="1" sz="2000" b="1">
                    <a:solidFill>
                      <a:srgbClr val="FFFFFF"/>
                    </a:solidFill>
                    <a:cs typeface="+mn-ea"/>
                  </a:defRPr>
                </a:lvl1pPr>
              </a:lstStyle>
              <a:p>
                <a:r>
                  <a:rPr lang="en-US" altLang="zh-CN" dirty="0">
                    <a:sym typeface="+mn-lt"/>
                  </a:rPr>
                  <a:t>5</a:t>
                </a:r>
                <a:endParaRPr lang="zh-CN" altLang="en-US" dirty="0">
                  <a:sym typeface="+mn-lt"/>
                </a:endParaRPr>
              </a:p>
            </p:txBody>
          </p:sp>
        </p:grpSp>
        <p:grpSp>
          <p:nvGrpSpPr>
            <p:cNvPr id="51" name="组合 50" descr="47d7a27a-34f1-431a-8d98-f01f0784ae54">
              <a:extLst>
                <a:ext uri="{FF2B5EF4-FFF2-40B4-BE49-F238E27FC236}">
                  <a16:creationId id="{DB103AEA-DA37-B768-82D6-571453CD1C17}"/>
                </a:ext>
              </a:extLst>
            </p:cNvPr>
            <p:cNvGrpSpPr/>
            <p:nvPr/>
          </p:nvGrpSpPr>
          <p:grpSpPr>
            <a:xfrm>
              <a:off x="8111331" y="4466166"/>
              <a:ext cx="3407569" cy="1667934"/>
              <a:chOff x="8111331" y="4466166"/>
              <a:chExt cx="3407569" cy="1667934"/>
            </a:xfrm>
          </p:grpSpPr>
          <p:sp>
            <p:nvSpPr>
              <p:cNvPr id="22" name="Bullet6" descr="7f0b41a8-ac41-4a1a-85ec-48e4a2414b79">
                <a:extLst>
                  <a:ext uri="{FF2B5EF4-FFF2-40B4-BE49-F238E27FC236}">
                    <a16:creationId id="{9D107EB0-6D0C-3C78-7E0E-44EDF71F876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54042" y="4522488"/>
                <a:ext cx="2764858" cy="470280"/>
              </a:xfrm>
              <a:prstGeom prst="rect">
                <a:avLst/>
              </a:prstGeom>
            </p:spPr>
            <p:txBody>
              <a:bodyPr wrap="square" lIns="90000" tIns="46800" rIns="90000" bIns="4680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公司文化融入</a:t>
                </a:r>
                <a:endParaRPr lang="en-US" dirty="0"/>
              </a:p>
            </p:txBody>
          </p:sp>
          <p:sp>
            <p:nvSpPr>
              <p:cNvPr id="23" name="Text6" descr="c388239a-36d6-49c3-ad55-5db07d1cf1a6">
                <a:extLst>
                  <a:ext uri="{FF2B5EF4-FFF2-40B4-BE49-F238E27FC236}">
                    <a16:creationId id="{AC467B08-A390-4452-D9E1-8ECC8F5703CD}"/>
                  </a:ext>
                </a:extLst>
              </p:cNvPr>
              <p:cNvSpPr/>
              <p:nvPr/>
            </p:nvSpPr>
            <p:spPr>
              <a:xfrm>
                <a:off x="8754042" y="4992768"/>
                <a:ext cx="2764858" cy="1141332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 err="1">
                    <a:cs typeface="+mn-ea"/>
                    <a:sym typeface="+mn-lt"/>
                  </a:rPr>
                  <a:t>积极融入腾讯的创新文化，参与多个跨部门合作项目。</a:t>
                </a:r>
                <a:endParaRPr lang="en-US" dirty="0"/>
              </a:p>
            </p:txBody>
          </p:sp>
          <p:sp>
            <p:nvSpPr>
              <p:cNvPr id="24" name="Number6" descr="e0faef5f-2075-4551-b1a7-75564138a0d7">
                <a:extLst>
                  <a:ext uri="{FF2B5EF4-FFF2-40B4-BE49-F238E27FC236}">
                    <a16:creationId id="{23A59450-0500-85BA-F47F-961F033D9C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11331" y="4466166"/>
                <a:ext cx="583200" cy="584434"/>
              </a:xfrm>
              <a:prstGeom prst="roundRect">
                <a:avLst>
                  <a:gd name="adj" fmla="val 10458"/>
                </a:avLst>
              </a:prstGeom>
              <a:solidFill>
                <a:schemeClr val="accent1"/>
              </a:solidFill>
            </p:spPr>
            <p:txBody>
              <a:bodyPr wrap="square" lIns="108000" tIns="108000" rIns="108000" bIns="108000" rtlCol="0" anchor="ctr" anchorCtr="0">
                <a:normAutofit/>
              </a:bodyPr>
              <a:lstStyle>
                <a:defPPr>
                  <a:defRPr lang="zh-CN"/>
                </a:defPPr>
                <a:lvl1pPr algn="ctr">
                  <a:defRPr kumimoji="1" sz="2000" b="1">
                    <a:solidFill>
                      <a:srgbClr val="FFFFFF"/>
                    </a:solidFill>
                    <a:cs typeface="+mn-ea"/>
                  </a:defRPr>
                </a:lvl1pPr>
              </a:lstStyle>
              <a:p>
                <a:r>
                  <a:rPr lang="en-US" altLang="zh-CN" dirty="0">
                    <a:sym typeface="+mn-lt"/>
                  </a:rPr>
                  <a:t>6</a:t>
                </a:r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2" name="" descr="35a15f7c-9d27-4f27-bcb9-d0ad115e013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教育背景与入职经历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91" name="cd903a6a-5682-4dfd-ad7a-c517dfae7214.source.7.zh-Hans.pptx" descr="2e9d3910-2305-448a-9631-89fab4b15a66">
            <a:extLst>
              <a:ext uri="{FF2B5EF4-FFF2-40B4-BE49-F238E27FC236}">
                <a16:creationId id="{AFE80D52-B3B8-2920-01CA-FE87D1A7C3DF}"/>
              </a:ext>
            </a:extLst>
          </p:cNvPr>
          <p:cNvGrpSpPr/>
          <p:nvPr/>
        </p:nvGrpSpPr>
        <p:grpSpPr>
          <a:xfrm>
            <a:off x="660400" y="1136269"/>
            <a:ext cx="10858500" cy="4715404"/>
            <a:chOff x="660400" y="1136269"/>
            <a:chExt cx="10858500" cy="4715404"/>
          </a:xfrm>
        </p:grpSpPr>
        <p:sp>
          <p:nvSpPr>
            <p:cNvPr id="53" name="Title" descr="bcfd8717-a3f2-4e6f-ab7f-b5db9f2b5b5a">
              <a:extLst>
                <a:ext uri="{FF2B5EF4-FFF2-40B4-BE49-F238E27FC236}">
                  <a16:creationId id="{2D858BAF-4D3D-9174-4034-ED889E3A82D6}"/>
                </a:ext>
              </a:extLst>
            </p:cNvPr>
            <p:cNvSpPr txBox="1"/>
            <p:nvPr/>
          </p:nvSpPr>
          <p:spPr>
            <a:xfrm>
              <a:off x="660400" y="1136269"/>
              <a:ext cx="6350140" cy="10034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>
                <a:buSzPct val="25000"/>
              </a:pPr>
              <a:r>
                <a:rPr lang="zh-CN" altLang="en-US" sz="2400" b="1" dirty="0"/>
                <a:t>在技术开发中的专业成长与积累</a:t>
              </a:r>
              <a:endParaRPr lang="en-US" dirty="0"/>
            </a:p>
          </p:txBody>
        </p:sp>
        <p:grpSp>
          <p:nvGrpSpPr>
            <p:cNvPr id="90" name="组合 89" descr="427e2ac8-d048-463e-ad7f-d34ee08f14aa">
              <a:extLst>
                <a:ext uri="{FF2B5EF4-FFF2-40B4-BE49-F238E27FC236}">
                  <a16:creationId id="{DE219825-430D-19AD-82EF-C8AC17E216F3}"/>
                </a:ext>
              </a:extLst>
            </p:cNvPr>
            <p:cNvGrpSpPr/>
            <p:nvPr/>
          </p:nvGrpSpPr>
          <p:grpSpPr>
            <a:xfrm>
              <a:off x="899957" y="2596569"/>
              <a:ext cx="10618943" cy="3255104"/>
              <a:chOff x="899957" y="2596569"/>
              <a:chExt cx="10618943" cy="3255104"/>
            </a:xfrm>
          </p:grpSpPr>
          <p:grpSp>
            <p:nvGrpSpPr>
              <p:cNvPr id="47" name="组合 46" descr="686a0a07-a3a5-4d9c-b24e-13deaac2a0aa">
                <a:extLst>
                  <a:ext uri="{FF2B5EF4-FFF2-40B4-BE49-F238E27FC236}">
                    <a16:creationId id="{C832780D-3443-38D5-29F5-421095669B76}"/>
                  </a:ext>
                </a:extLst>
              </p:cNvPr>
              <p:cNvGrpSpPr/>
              <p:nvPr/>
            </p:nvGrpSpPr>
            <p:grpSpPr>
              <a:xfrm>
                <a:off x="899957" y="2596569"/>
                <a:ext cx="1053296" cy="3255104"/>
                <a:chOff x="736968" y="2659559"/>
                <a:chExt cx="1053296" cy="3255104"/>
              </a:xfrm>
            </p:grpSpPr>
            <p:sp>
              <p:nvSpPr>
                <p:cNvPr id="79" name="矩形 78" descr="f87e604e-cd0f-4f8e-b52f-cb468180a4ce">
                  <a:extLst>
                    <a:ext uri="{FF2B5EF4-FFF2-40B4-BE49-F238E27FC236}">
                      <a16:creationId id="{A24E3D76-1173-81D6-250E-4B4FDFFABBD3}"/>
                    </a:ext>
                  </a:extLst>
                </p:cNvPr>
                <p:cNvSpPr/>
                <p:nvPr/>
              </p:nvSpPr>
              <p:spPr>
                <a:xfrm>
                  <a:off x="736968" y="3531212"/>
                  <a:ext cx="1053296" cy="2383451"/>
                </a:xfrm>
                <a:prstGeom prst="rect">
                  <a:avLst/>
                </a:prstGeom>
                <a:solidFill>
                  <a:schemeClr val="accent2">
                    <a:alpha val="10000"/>
                  </a:schemeClr>
                </a:solidFill>
                <a:ln w="12700" cap="rnd">
                  <a:solidFill>
                    <a:schemeClr val="accent2"/>
                  </a:solidFill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0" name="Number1" descr="2d964ee0-7ea5-4277-9d0f-49ead44f29db">
                  <a:extLst>
                    <a:ext uri="{FF2B5EF4-FFF2-40B4-BE49-F238E27FC236}">
                      <a16:creationId id="{961325EC-DD48-9829-5CEE-CDF1C8B7FC0C}"/>
                    </a:ext>
                  </a:extLst>
                </p:cNvPr>
                <p:cNvSpPr txBox="1"/>
                <p:nvPr/>
              </p:nvSpPr>
              <p:spPr>
                <a:xfrm>
                  <a:off x="857095" y="2659559"/>
                  <a:ext cx="813043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4400" b="1">
                      <a:solidFill>
                        <a:schemeClr val="accent2"/>
                      </a:solidFill>
                      <a:effectLst>
                        <a:outerShdw blurRad="254000" dist="127000" algn="ctr" rotWithShape="0">
                          <a:schemeClr val="accent2">
                            <a:alpha val="40000"/>
                          </a:schemeClr>
                        </a:outerShdw>
                      </a:effectLst>
                    </a:defRPr>
                  </a:lvl1pPr>
                </a:lstStyle>
                <a:p>
                  <a:r>
                    <a:rPr lang="en-US" altLang="zh-CN" dirty="0"/>
                    <a:t>01</a:t>
                  </a:r>
                  <a:endParaRPr lang="zh-CN" altLang="en-US" dirty="0"/>
                </a:p>
              </p:txBody>
            </p:sp>
            <p:grpSp>
              <p:nvGrpSpPr>
                <p:cNvPr id="81" name="组合 80" descr="743d3562-e9f3-4597-92a8-20dc9ccd25b3">
                  <a:extLst>
                    <a:ext uri="{FF2B5EF4-FFF2-40B4-BE49-F238E27FC236}">
                      <a16:creationId id="{D04D7C17-2D78-42AA-484C-9CCAC770C7AF}"/>
                    </a:ext>
                  </a:extLst>
                </p:cNvPr>
                <p:cNvGrpSpPr/>
                <p:nvPr/>
              </p:nvGrpSpPr>
              <p:grpSpPr>
                <a:xfrm>
                  <a:off x="794556" y="3606290"/>
                  <a:ext cx="919006" cy="2245174"/>
                  <a:chOff x="1065873" y="3631858"/>
                  <a:chExt cx="919006" cy="2343302"/>
                </a:xfrm>
              </p:grpSpPr>
              <p:sp>
                <p:nvSpPr>
                  <p:cNvPr id="82" name="Bullet1" descr="dd6c8f48-9dc5-4a95-a1a4-d26c601d3dd0">
                    <a:extLst>
                      <a:ext uri="{FF2B5EF4-FFF2-40B4-BE49-F238E27FC236}">
                        <a16:creationId id="{5F4241F9-44DB-CC43-216E-944F66F52A2D}"/>
                      </a:ext>
                    </a:extLst>
                  </p:cNvPr>
                  <p:cNvSpPr txBox="1"/>
                  <p:nvPr/>
                </p:nvSpPr>
                <p:spPr>
                  <a:xfrm>
                    <a:off x="1553992" y="3631860"/>
                    <a:ext cx="430887" cy="2343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eaVert" wrap="square" lIns="91440" tIns="45720" rIns="91440" bIns="45720" anchor="b" anchorCtr="0">
                    <a:normAutofit fontScale="92500" lnSpcReduction="10000"/>
                  </a:bodyPr>
                  <a:lstStyle/>
                  <a:p>
                    <a:pPr/>
                    <a:r>
                      <a:rPr lang="zh-CN" altLang="en-US" b="1" dirty="0">
                        <a:effectLst/>
                      </a:rPr>
                      <a:t>技术领域的深耕</a:t>
                    </a:r>
                    <a:endParaRPr lang="en-US" dirty="0"/>
                  </a:p>
                </p:txBody>
              </p:sp>
              <p:sp>
                <p:nvSpPr>
                  <p:cNvPr id="83" name="Text1" descr="82c874aa-0612-450a-a135-6cec6aedfc7c">
                    <a:extLst>
                      <a:ext uri="{FF2B5EF4-FFF2-40B4-BE49-F238E27FC236}">
                        <a16:creationId id="{9E67FDEE-F3A6-7966-7A39-DA90DB8EB912}"/>
                      </a:ext>
                    </a:extLst>
                  </p:cNvPr>
                  <p:cNvSpPr/>
                  <p:nvPr/>
                </p:nvSpPr>
                <p:spPr>
                  <a:xfrm flipH="1">
                    <a:off x="1065873" y="3631858"/>
                    <a:ext cx="488117" cy="2343300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eaVert" wrap="square" lIns="91440" tIns="45720" rIns="91440" bIns="45720" anchor="t" anchorCtr="0">
                    <a:normAutofit fontScale="85000" lnSpcReduction="20000"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/>
                      <a:t>在云计算和后台服务领域深入研究，掌握核心技术。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48" name="组合 47" descr="604ac06a-579f-4078-a5d7-7c83228ebe75">
                <a:extLst>
                  <a:ext uri="{FF2B5EF4-FFF2-40B4-BE49-F238E27FC236}">
                    <a16:creationId id="{D97FA310-C009-44EB-099D-B2876FC086EA}"/>
                  </a:ext>
                </a:extLst>
              </p:cNvPr>
              <p:cNvGrpSpPr/>
              <p:nvPr/>
            </p:nvGrpSpPr>
            <p:grpSpPr>
              <a:xfrm>
                <a:off x="2494232" y="2596569"/>
                <a:ext cx="1053296" cy="3255104"/>
                <a:chOff x="2345646" y="2659559"/>
                <a:chExt cx="1053296" cy="3255104"/>
              </a:xfrm>
            </p:grpSpPr>
            <p:sp>
              <p:nvSpPr>
                <p:cNvPr id="74" name="矩形 73" descr="231e7522-acf2-4505-9eb8-6ecf74050324">
                  <a:extLst>
                    <a:ext uri="{FF2B5EF4-FFF2-40B4-BE49-F238E27FC236}">
                      <a16:creationId id="{17F446B2-E5EF-AD70-64B7-F6137319FF06}"/>
                    </a:ext>
                  </a:extLst>
                </p:cNvPr>
                <p:cNvSpPr/>
                <p:nvPr/>
              </p:nvSpPr>
              <p:spPr>
                <a:xfrm>
                  <a:off x="2345646" y="3531212"/>
                  <a:ext cx="1053296" cy="2383451"/>
                </a:xfrm>
                <a:prstGeom prst="rect">
                  <a:avLst/>
                </a:prstGeom>
                <a:solidFill>
                  <a:schemeClr val="accent4">
                    <a:alpha val="10000"/>
                  </a:schemeClr>
                </a:solidFill>
                <a:ln w="12700" cap="rnd">
                  <a:solidFill>
                    <a:schemeClr val="accent4"/>
                  </a:solidFill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5" name="Number2" descr="61506af6-b2ef-49e8-899e-8f2f07b39c08">
                  <a:extLst>
                    <a:ext uri="{FF2B5EF4-FFF2-40B4-BE49-F238E27FC236}">
                      <a16:creationId id="{0ED91036-C38A-30DA-658E-8A61E966BFAF}"/>
                    </a:ext>
                  </a:extLst>
                </p:cNvPr>
                <p:cNvSpPr txBox="1"/>
                <p:nvPr/>
              </p:nvSpPr>
              <p:spPr>
                <a:xfrm>
                  <a:off x="2465773" y="2659559"/>
                  <a:ext cx="813043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4400" b="1">
                      <a:solidFill>
                        <a:schemeClr val="accent4"/>
                      </a:solidFill>
                      <a:effectLst>
                        <a:outerShdw blurRad="254000" dist="127000" algn="ctr" rotWithShape="0">
                          <a:schemeClr val="accent4">
                            <a:alpha val="40000"/>
                          </a:schemeClr>
                        </a:outerShdw>
                      </a:effectLst>
                    </a:defRPr>
                  </a:lvl1pPr>
                </a:lstStyle>
                <a:p>
                  <a:r>
                    <a:rPr lang="en-US" altLang="zh-CN" dirty="0"/>
                    <a:t>02</a:t>
                  </a:r>
                  <a:endParaRPr lang="zh-CN" altLang="en-US" dirty="0"/>
                </a:p>
              </p:txBody>
            </p:sp>
            <p:grpSp>
              <p:nvGrpSpPr>
                <p:cNvPr id="76" name="组合 75" descr="80d9521e-63a8-4370-bcc6-20d83fb9c669">
                  <a:extLst>
                    <a:ext uri="{FF2B5EF4-FFF2-40B4-BE49-F238E27FC236}">
                      <a16:creationId id="{CA781566-BD90-D5D8-686A-4A11E5586FC1}"/>
                    </a:ext>
                  </a:extLst>
                </p:cNvPr>
                <p:cNvGrpSpPr/>
                <p:nvPr/>
              </p:nvGrpSpPr>
              <p:grpSpPr>
                <a:xfrm>
                  <a:off x="2403234" y="3606290"/>
                  <a:ext cx="919006" cy="2245174"/>
                  <a:chOff x="1065873" y="3631858"/>
                  <a:chExt cx="919006" cy="2343302"/>
                </a:xfrm>
              </p:grpSpPr>
              <p:sp>
                <p:nvSpPr>
                  <p:cNvPr id="77" name="Bullet2" descr="3cef06b4-a2e7-4bac-9c96-73cb7d976682">
                    <a:extLst>
                      <a:ext uri="{FF2B5EF4-FFF2-40B4-BE49-F238E27FC236}">
                        <a16:creationId id="{E0145441-DC18-4276-A836-B9A581D65532}"/>
                      </a:ext>
                    </a:extLst>
                  </p:cNvPr>
                  <p:cNvSpPr txBox="1"/>
                  <p:nvPr/>
                </p:nvSpPr>
                <p:spPr>
                  <a:xfrm>
                    <a:off x="1553992" y="3631860"/>
                    <a:ext cx="430887" cy="2343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eaVert" wrap="square" lIns="91440" tIns="45720" rIns="91440" bIns="45720" anchor="b" anchorCtr="0">
                    <a:normAutofit fontScale="92500" lnSpcReduction="10000"/>
                  </a:bodyPr>
                  <a:lstStyle/>
                  <a:p>
                    <a:pPr/>
                    <a:r>
                      <a:rPr lang="zh-CN" altLang="en-US" b="1" dirty="0">
                        <a:effectLst/>
                      </a:rPr>
                      <a:t>掌握的开发工具</a:t>
                    </a:r>
                    <a:endParaRPr lang="en-US" dirty="0"/>
                  </a:p>
                </p:txBody>
              </p:sp>
              <p:sp>
                <p:nvSpPr>
                  <p:cNvPr id="78" name="Text2" descr="12aeaf14-5e4a-48ed-86b8-859a718d4709">
                    <a:extLst>
                      <a:ext uri="{FF2B5EF4-FFF2-40B4-BE49-F238E27FC236}">
                        <a16:creationId id="{93A5B72A-752B-86D1-38C5-0B6F723A2034}"/>
                      </a:ext>
                    </a:extLst>
                  </p:cNvPr>
                  <p:cNvSpPr/>
                  <p:nvPr/>
                </p:nvSpPr>
                <p:spPr>
                  <a:xfrm flipH="1">
                    <a:off x="1065873" y="3631858"/>
                    <a:ext cx="488117" cy="2343300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eaVert" wrap="square" lIns="91440" tIns="45720" rIns="91440" bIns="45720" anchor="t" anchorCtr="0">
                    <a:normAutofit fontScale="85000" lnSpcReduction="20000"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/>
                      <a:t>熟练使用Java、Python和Go语言进行高效开发。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49" name="组合 48" descr="13064992-c710-48ce-8365-9c8d681528ce">
                <a:extLst>
                  <a:ext uri="{FF2B5EF4-FFF2-40B4-BE49-F238E27FC236}">
                    <a16:creationId id="{123D3E69-983F-06D6-3D96-F190C3DFC0B4}"/>
                  </a:ext>
                </a:extLst>
              </p:cNvPr>
              <p:cNvGrpSpPr/>
              <p:nvPr/>
            </p:nvGrpSpPr>
            <p:grpSpPr>
              <a:xfrm>
                <a:off x="4088507" y="2596569"/>
                <a:ext cx="1053296" cy="3255104"/>
                <a:chOff x="3954324" y="2659559"/>
                <a:chExt cx="1053296" cy="3255104"/>
              </a:xfrm>
            </p:grpSpPr>
            <p:sp>
              <p:nvSpPr>
                <p:cNvPr id="69" name="矩形 68" descr="27b4fb82-2b08-4c98-bec1-c93e12a391bc">
                  <a:extLst>
                    <a:ext uri="{FF2B5EF4-FFF2-40B4-BE49-F238E27FC236}">
                      <a16:creationId id="{11D26EF1-A898-6D63-D32C-F34290FA3777}"/>
                    </a:ext>
                  </a:extLst>
                </p:cNvPr>
                <p:cNvSpPr/>
                <p:nvPr/>
              </p:nvSpPr>
              <p:spPr>
                <a:xfrm>
                  <a:off x="3954324" y="3531212"/>
                  <a:ext cx="1053296" cy="2383451"/>
                </a:xfrm>
                <a:prstGeom prst="rect">
                  <a:avLst/>
                </a:prstGeom>
                <a:solidFill>
                  <a:schemeClr val="accent1">
                    <a:alpha val="10000"/>
                  </a:schemeClr>
                </a:solidFill>
                <a:ln w="12700" cap="rnd">
                  <a:solidFill>
                    <a:schemeClr val="accent1"/>
                  </a:solidFill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0" name="Number3" descr="74685e48-6005-405f-8607-021936879b48">
                  <a:extLst>
                    <a:ext uri="{FF2B5EF4-FFF2-40B4-BE49-F238E27FC236}">
                      <a16:creationId id="{A5C7BC27-7E99-55D9-DA64-9CE345813DF3}"/>
                    </a:ext>
                  </a:extLst>
                </p:cNvPr>
                <p:cNvSpPr txBox="1"/>
                <p:nvPr/>
              </p:nvSpPr>
              <p:spPr>
                <a:xfrm>
                  <a:off x="4074451" y="2659559"/>
                  <a:ext cx="813043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4400" b="1">
                      <a:solidFill>
                        <a:schemeClr val="accent1"/>
                      </a:solidFill>
                      <a:effectLst>
                        <a:outerShdw blurRad="254000" dist="127000" algn="ctr" rotWithShape="0">
                          <a:schemeClr val="accent1">
                            <a:alpha val="40000"/>
                          </a:schemeClr>
                        </a:outerShdw>
                      </a:effectLst>
                    </a:defRPr>
                  </a:lvl1pPr>
                </a:lstStyle>
                <a:p>
                  <a:r>
                    <a:rPr lang="en-US" altLang="zh-CN" dirty="0"/>
                    <a:t>03</a:t>
                  </a:r>
                  <a:endParaRPr lang="zh-CN" altLang="en-US" dirty="0"/>
                </a:p>
              </p:txBody>
            </p:sp>
            <p:grpSp>
              <p:nvGrpSpPr>
                <p:cNvPr id="71" name="组合 70" descr="da24c3cb-8a2c-4c31-ab4b-91228140a254">
                  <a:extLst>
                    <a:ext uri="{FF2B5EF4-FFF2-40B4-BE49-F238E27FC236}">
                      <a16:creationId id="{647892D1-238F-273D-4413-0FED5E8AACE9}"/>
                    </a:ext>
                  </a:extLst>
                </p:cNvPr>
                <p:cNvGrpSpPr/>
                <p:nvPr/>
              </p:nvGrpSpPr>
              <p:grpSpPr>
                <a:xfrm>
                  <a:off x="4011912" y="3606290"/>
                  <a:ext cx="919006" cy="2245174"/>
                  <a:chOff x="1065873" y="3631858"/>
                  <a:chExt cx="919006" cy="2343302"/>
                </a:xfrm>
              </p:grpSpPr>
              <p:sp>
                <p:nvSpPr>
                  <p:cNvPr id="72" name="Bullet3" descr="e13b1417-726d-4d0f-9232-b10a531b681f">
                    <a:extLst>
                      <a:ext uri="{FF2B5EF4-FFF2-40B4-BE49-F238E27FC236}">
                        <a16:creationId id="{694A0DC7-9D3A-F938-25F4-6A9014C5504A}"/>
                      </a:ext>
                    </a:extLst>
                  </p:cNvPr>
                  <p:cNvSpPr txBox="1"/>
                  <p:nvPr/>
                </p:nvSpPr>
                <p:spPr>
                  <a:xfrm>
                    <a:off x="1553992" y="3631860"/>
                    <a:ext cx="430887" cy="2343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eaVert" wrap="square" lIns="91440" tIns="45720" rIns="91440" bIns="45720" anchor="b" anchorCtr="0">
                    <a:normAutofit fontScale="92500" lnSpcReduction="10000"/>
                  </a:bodyPr>
                  <a:lstStyle/>
                  <a:p>
                    <a:pPr/>
                    <a:r>
                      <a:rPr lang="zh-CN" altLang="en-US" b="1" dirty="0">
                        <a:effectLst/>
                      </a:rPr>
                      <a:t>开源项目的贡献</a:t>
                    </a:r>
                    <a:endParaRPr lang="en-US" dirty="0"/>
                  </a:p>
                </p:txBody>
              </p:sp>
              <p:sp>
                <p:nvSpPr>
                  <p:cNvPr id="73" name="Text3" descr="217b59df-ed15-4b8a-acd4-56a4386888be">
                    <a:extLst>
                      <a:ext uri="{FF2B5EF4-FFF2-40B4-BE49-F238E27FC236}">
                        <a16:creationId id="{1ED35FF0-E462-10B7-ED12-33179440F5CA}"/>
                      </a:ext>
                    </a:extLst>
                  </p:cNvPr>
                  <p:cNvSpPr/>
                  <p:nvPr/>
                </p:nvSpPr>
                <p:spPr>
                  <a:xfrm flipH="1">
                    <a:off x="1065873" y="3631858"/>
                    <a:ext cx="488117" cy="2343300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eaVert" wrap="square" lIns="91440" tIns="45720" rIns="91440" bIns="45720" anchor="t" anchorCtr="0">
                    <a:normAutofit fontScale="85000" lnSpcReduction="20000"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/>
                      <a:t>积极参与开源社区，贡献代码，提升技术水平。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50" name="组合 49" descr="14ace93e-fbb0-4141-8a46-7fd05fc7c195">
                <a:extLst>
                  <a:ext uri="{FF2B5EF4-FFF2-40B4-BE49-F238E27FC236}">
                    <a16:creationId id="{E5AF9BAA-2D6E-48A3-1312-BD6E00677F65}"/>
                  </a:ext>
                </a:extLst>
              </p:cNvPr>
              <p:cNvGrpSpPr/>
              <p:nvPr/>
            </p:nvGrpSpPr>
            <p:grpSpPr>
              <a:xfrm>
                <a:off x="5682782" y="2596569"/>
                <a:ext cx="1053296" cy="3255104"/>
                <a:chOff x="5563002" y="2659559"/>
                <a:chExt cx="1053296" cy="3255104"/>
              </a:xfrm>
            </p:grpSpPr>
            <p:sp>
              <p:nvSpPr>
                <p:cNvPr id="64" name="矩形 63" descr="7dea0ea7-5f08-4805-b89a-d7fb37feac29">
                  <a:extLst>
                    <a:ext uri="{FF2B5EF4-FFF2-40B4-BE49-F238E27FC236}">
                      <a16:creationId id="{09C5EFF7-D120-56DD-B19A-E948440BA77F}"/>
                    </a:ext>
                  </a:extLst>
                </p:cNvPr>
                <p:cNvSpPr/>
                <p:nvPr/>
              </p:nvSpPr>
              <p:spPr>
                <a:xfrm>
                  <a:off x="5563002" y="3531212"/>
                  <a:ext cx="1053296" cy="2383451"/>
                </a:xfrm>
                <a:prstGeom prst="rect">
                  <a:avLst/>
                </a:prstGeom>
                <a:solidFill>
                  <a:schemeClr val="accent5">
                    <a:alpha val="10000"/>
                  </a:schemeClr>
                </a:solidFill>
                <a:ln w="12700" cap="rnd">
                  <a:solidFill>
                    <a:schemeClr val="accent5"/>
                  </a:solidFill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5" name="Number4" descr="b5097a7e-a591-4548-bf3f-665482c91f5c">
                  <a:extLst>
                    <a:ext uri="{FF2B5EF4-FFF2-40B4-BE49-F238E27FC236}">
                      <a16:creationId id="{DDFE43FE-D964-5844-CB86-A6CD2858B184}"/>
                    </a:ext>
                  </a:extLst>
                </p:cNvPr>
                <p:cNvSpPr txBox="1"/>
                <p:nvPr/>
              </p:nvSpPr>
              <p:spPr>
                <a:xfrm>
                  <a:off x="5683129" y="2659559"/>
                  <a:ext cx="813043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4400" b="1">
                      <a:solidFill>
                        <a:schemeClr val="accent5"/>
                      </a:solidFill>
                      <a:effectLst>
                        <a:outerShdw blurRad="254000" dist="127000" algn="ctr" rotWithShape="0">
                          <a:schemeClr val="accent5">
                            <a:alpha val="40000"/>
                          </a:schemeClr>
                        </a:outerShdw>
                      </a:effectLst>
                    </a:defRPr>
                  </a:lvl1pPr>
                </a:lstStyle>
                <a:p>
                  <a:r>
                    <a:rPr lang="en-US" altLang="zh-CN" dirty="0"/>
                    <a:t>04</a:t>
                  </a:r>
                  <a:endParaRPr lang="zh-CN" altLang="en-US" dirty="0"/>
                </a:p>
              </p:txBody>
            </p:sp>
            <p:grpSp>
              <p:nvGrpSpPr>
                <p:cNvPr id="66" name="组合 65" descr="5083aee1-fde0-4b86-9385-aa2e6aa9dfeb">
                  <a:extLst>
                    <a:ext uri="{FF2B5EF4-FFF2-40B4-BE49-F238E27FC236}">
                      <a16:creationId id="{E477CFCF-C23A-40C0-BC62-013D16A3B405}"/>
                    </a:ext>
                  </a:extLst>
                </p:cNvPr>
                <p:cNvGrpSpPr/>
                <p:nvPr/>
              </p:nvGrpSpPr>
              <p:grpSpPr>
                <a:xfrm>
                  <a:off x="5620590" y="3606290"/>
                  <a:ext cx="919006" cy="2245174"/>
                  <a:chOff x="1065873" y="3631858"/>
                  <a:chExt cx="919006" cy="2343302"/>
                </a:xfrm>
              </p:grpSpPr>
              <p:sp>
                <p:nvSpPr>
                  <p:cNvPr id="67" name="Bullet4" descr="eb8a7e99-cb4e-42cd-bdde-d5646676ee7e">
                    <a:extLst>
                      <a:ext uri="{FF2B5EF4-FFF2-40B4-BE49-F238E27FC236}">
                        <a16:creationId id="{B7535795-D24A-9F00-925A-50C197B7ADAC}"/>
                      </a:ext>
                    </a:extLst>
                  </p:cNvPr>
                  <p:cNvSpPr txBox="1"/>
                  <p:nvPr/>
                </p:nvSpPr>
                <p:spPr>
                  <a:xfrm>
                    <a:off x="1553992" y="3631860"/>
                    <a:ext cx="430887" cy="2343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eaVert" wrap="square" lIns="91440" tIns="45720" rIns="91440" bIns="45720" anchor="b" anchorCtr="0">
                    <a:normAutofit fontScale="92500" lnSpcReduction="10000"/>
                  </a:bodyPr>
                  <a:lstStyle/>
                  <a:p>
                    <a:pPr/>
                    <a:r>
                      <a:rPr lang="zh-CN" altLang="en-US" b="1" dirty="0">
                        <a:effectLst/>
                      </a:rPr>
                      <a:t>技术分享与交流</a:t>
                    </a:r>
                    <a:endParaRPr lang="en-US" dirty="0"/>
                  </a:p>
                </p:txBody>
              </p:sp>
              <p:sp>
                <p:nvSpPr>
                  <p:cNvPr id="68" name="Text4" descr="e7c83b4e-b5c3-4ff2-830b-16d904531b86">
                    <a:extLst>
                      <a:ext uri="{FF2B5EF4-FFF2-40B4-BE49-F238E27FC236}">
                        <a16:creationId id="{C9B12662-0B11-A548-CA20-C44771EDCB87}"/>
                      </a:ext>
                    </a:extLst>
                  </p:cNvPr>
                  <p:cNvSpPr/>
                  <p:nvPr/>
                </p:nvSpPr>
                <p:spPr>
                  <a:xfrm flipH="1">
                    <a:off x="1065873" y="3631858"/>
                    <a:ext cx="488117" cy="2343300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eaVert" wrap="square" lIns="91440" tIns="45720" rIns="91440" bIns="45720" anchor="t" anchorCtr="0">
                    <a:normAutofit fontScale="85000" lnSpcReduction="20000"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/>
                      <a:t>在公司内组织技术分享会，促进团队技术交流。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51" name="组合 50" descr="0a6fd934-f1e6-46bc-8a9a-c793329cf08d">
                <a:extLst>
                  <a:ext uri="{FF2B5EF4-FFF2-40B4-BE49-F238E27FC236}">
                    <a16:creationId id="{BAE0627A-4E20-1358-328B-1D83E5FCE956}"/>
                  </a:ext>
                </a:extLst>
              </p:cNvPr>
              <p:cNvGrpSpPr/>
              <p:nvPr/>
            </p:nvGrpSpPr>
            <p:grpSpPr>
              <a:xfrm>
                <a:off x="7277057" y="2596569"/>
                <a:ext cx="1053296" cy="3255104"/>
                <a:chOff x="7171680" y="2659559"/>
                <a:chExt cx="1053296" cy="3255104"/>
              </a:xfrm>
            </p:grpSpPr>
            <p:sp>
              <p:nvSpPr>
                <p:cNvPr id="59" name="矩形 58" descr="8bd11327-7a15-43ba-a28e-82cbf3894243">
                  <a:extLst>
                    <a:ext uri="{FF2B5EF4-FFF2-40B4-BE49-F238E27FC236}">
                      <a16:creationId id="{E16D5F47-34F1-AFFC-182E-8602B7FC2150}"/>
                    </a:ext>
                  </a:extLst>
                </p:cNvPr>
                <p:cNvSpPr/>
                <p:nvPr/>
              </p:nvSpPr>
              <p:spPr>
                <a:xfrm>
                  <a:off x="7171680" y="3531212"/>
                  <a:ext cx="1053296" cy="2383451"/>
                </a:xfrm>
                <a:prstGeom prst="rect">
                  <a:avLst/>
                </a:prstGeom>
                <a:solidFill>
                  <a:schemeClr val="accent4">
                    <a:alpha val="10000"/>
                  </a:schemeClr>
                </a:solidFill>
                <a:ln w="12700" cap="rnd">
                  <a:solidFill>
                    <a:schemeClr val="accent4"/>
                  </a:solidFill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0" name="Number5" descr="eab170ee-2c8c-438c-b7a2-5e65259ae590">
                  <a:extLst>
                    <a:ext uri="{FF2B5EF4-FFF2-40B4-BE49-F238E27FC236}">
                      <a16:creationId id="{1BAC4346-22C1-D761-BE68-C700A7189C73}"/>
                    </a:ext>
                  </a:extLst>
                </p:cNvPr>
                <p:cNvSpPr txBox="1"/>
                <p:nvPr/>
              </p:nvSpPr>
              <p:spPr>
                <a:xfrm>
                  <a:off x="7291807" y="2659559"/>
                  <a:ext cx="813043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4400" b="1">
                      <a:solidFill>
                        <a:schemeClr val="accent4"/>
                      </a:solidFill>
                      <a:effectLst>
                        <a:outerShdw blurRad="254000" dist="127000" algn="ctr" rotWithShape="0">
                          <a:schemeClr val="accent4">
                            <a:alpha val="40000"/>
                          </a:schemeClr>
                        </a:outerShdw>
                      </a:effectLst>
                    </a:defRPr>
                  </a:lvl1pPr>
                </a:lstStyle>
                <a:p>
                  <a:r>
                    <a:rPr lang="en-US" altLang="zh-CN" dirty="0"/>
                    <a:t>05</a:t>
                  </a:r>
                  <a:endParaRPr lang="zh-CN" altLang="en-US" dirty="0"/>
                </a:p>
              </p:txBody>
            </p:sp>
            <p:grpSp>
              <p:nvGrpSpPr>
                <p:cNvPr id="61" name="组合 60" descr="0b806952-17e9-4b37-aa3f-ff0cdea37e15">
                  <a:extLst>
                    <a:ext uri="{FF2B5EF4-FFF2-40B4-BE49-F238E27FC236}">
                      <a16:creationId id="{EB53287B-E150-64CF-16E3-B1CCC87EF0F4}"/>
                    </a:ext>
                  </a:extLst>
                </p:cNvPr>
                <p:cNvGrpSpPr/>
                <p:nvPr/>
              </p:nvGrpSpPr>
              <p:grpSpPr>
                <a:xfrm>
                  <a:off x="7229268" y="3606290"/>
                  <a:ext cx="919006" cy="2245174"/>
                  <a:chOff x="1065873" y="3631858"/>
                  <a:chExt cx="919006" cy="2343302"/>
                </a:xfrm>
              </p:grpSpPr>
              <p:sp>
                <p:nvSpPr>
                  <p:cNvPr id="62" name="Bullet5" descr="b0afc937-0b32-43cb-8b5c-fe7b97b40f5f">
                    <a:extLst>
                      <a:ext uri="{FF2B5EF4-FFF2-40B4-BE49-F238E27FC236}">
                        <a16:creationId id="{E544BD39-2B5D-BA5D-AE0D-9696DAA7B6D4}"/>
                      </a:ext>
                    </a:extLst>
                  </p:cNvPr>
                  <p:cNvSpPr txBox="1"/>
                  <p:nvPr/>
                </p:nvSpPr>
                <p:spPr>
                  <a:xfrm>
                    <a:off x="1553992" y="3631860"/>
                    <a:ext cx="430887" cy="2343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eaVert" wrap="square" lIns="91440" tIns="45720" rIns="91440" bIns="45720" anchor="b" anchorCtr="0">
                    <a:normAutofit fontScale="92500" lnSpcReduction="10000"/>
                  </a:bodyPr>
                  <a:lstStyle/>
                  <a:p>
                    <a:pPr/>
                    <a:r>
                      <a:rPr lang="zh-CN" altLang="en-US" b="1" dirty="0">
                        <a:effectLst/>
                      </a:rPr>
                      <a:t>获得的内部奖项</a:t>
                    </a:r>
                    <a:endParaRPr lang="en-US" dirty="0"/>
                  </a:p>
                </p:txBody>
              </p:sp>
              <p:sp>
                <p:nvSpPr>
                  <p:cNvPr id="63" name="Text5" descr="0b035208-8f09-4771-a9ab-6690c6314f20">
                    <a:extLst>
                      <a:ext uri="{FF2B5EF4-FFF2-40B4-BE49-F238E27FC236}">
                        <a16:creationId id="{8F76D9A8-26FE-05AA-54C8-778E6C4583C8}"/>
                      </a:ext>
                    </a:extLst>
                  </p:cNvPr>
                  <p:cNvSpPr/>
                  <p:nvPr/>
                </p:nvSpPr>
                <p:spPr>
                  <a:xfrm flipH="1">
                    <a:off x="1065873" y="3631858"/>
                    <a:ext cx="488117" cy="2343300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eaVert" wrap="square" lIns="91440" tIns="45720" rIns="91440" bIns="45720" anchor="t" anchorCtr="0">
                    <a:normAutofit fontScale="85000" lnSpcReduction="20000"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/>
                      <a:t>多次获得公司技术创新奖，得到同事和上级的认可。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52" name="组合 51" descr="0cfecdb1-6c5c-43e7-8f6c-deaa7fa0be05">
                <a:extLst>
                  <a:ext uri="{FF2B5EF4-FFF2-40B4-BE49-F238E27FC236}">
                    <a16:creationId id="{BE781286-B977-C709-34E8-EC7DAA4CD328}"/>
                  </a:ext>
                </a:extLst>
              </p:cNvPr>
              <p:cNvGrpSpPr/>
              <p:nvPr/>
            </p:nvGrpSpPr>
            <p:grpSpPr>
              <a:xfrm>
                <a:off x="8871332" y="2596569"/>
                <a:ext cx="1053296" cy="3255104"/>
                <a:chOff x="8780358" y="2659559"/>
                <a:chExt cx="1053296" cy="3255104"/>
              </a:xfrm>
            </p:grpSpPr>
            <p:sp>
              <p:nvSpPr>
                <p:cNvPr id="54" name="矩形 53" descr="833ed8d6-f7b3-4df9-ad72-ebf665d8ac52">
                  <a:extLst>
                    <a:ext uri="{FF2B5EF4-FFF2-40B4-BE49-F238E27FC236}">
                      <a16:creationId id="{58552885-61E6-B36A-B933-F91C4FD8E8A2}"/>
                    </a:ext>
                  </a:extLst>
                </p:cNvPr>
                <p:cNvSpPr/>
                <p:nvPr/>
              </p:nvSpPr>
              <p:spPr>
                <a:xfrm>
                  <a:off x="8780358" y="3531212"/>
                  <a:ext cx="1053296" cy="2383451"/>
                </a:xfrm>
                <a:prstGeom prst="rect">
                  <a:avLst/>
                </a:prstGeom>
                <a:solidFill>
                  <a:schemeClr val="accent3">
                    <a:alpha val="10000"/>
                  </a:schemeClr>
                </a:solidFill>
                <a:ln w="12700" cap="rnd">
                  <a:solidFill>
                    <a:schemeClr val="accent3"/>
                  </a:solidFill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5" name="Number6" descr="f86160ef-8925-45ba-a79a-4608f6a28bf8">
                  <a:extLst>
                    <a:ext uri="{FF2B5EF4-FFF2-40B4-BE49-F238E27FC236}">
                      <a16:creationId id="{BA7710BA-B63B-2894-84BB-04D2BBD9EF0B}"/>
                    </a:ext>
                  </a:extLst>
                </p:cNvPr>
                <p:cNvSpPr txBox="1"/>
                <p:nvPr/>
              </p:nvSpPr>
              <p:spPr>
                <a:xfrm>
                  <a:off x="8900485" y="2659559"/>
                  <a:ext cx="813043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4400" b="1">
                      <a:solidFill>
                        <a:schemeClr val="accent3"/>
                      </a:solidFill>
                      <a:effectLst>
                        <a:outerShdw blurRad="254000" dist="127000" algn="ctr" rotWithShape="0">
                          <a:schemeClr val="accent3">
                            <a:alpha val="40000"/>
                          </a:schemeClr>
                        </a:outerShdw>
                      </a:effectLst>
                    </a:defRPr>
                  </a:lvl1pPr>
                </a:lstStyle>
                <a:p>
                  <a:r>
                    <a:rPr lang="en-US" altLang="zh-CN" dirty="0"/>
                    <a:t>06</a:t>
                  </a:r>
                  <a:endParaRPr lang="zh-CN" altLang="en-US" dirty="0"/>
                </a:p>
              </p:txBody>
            </p:sp>
            <p:grpSp>
              <p:nvGrpSpPr>
                <p:cNvPr id="56" name="组合 55" descr="1ad89e3b-e8cf-47f3-af18-5565d09ebe0d">
                  <a:extLst>
                    <a:ext uri="{FF2B5EF4-FFF2-40B4-BE49-F238E27FC236}">
                      <a16:creationId id="{39F78217-9CDE-720A-3C3D-801E30C426D3}"/>
                    </a:ext>
                  </a:extLst>
                </p:cNvPr>
                <p:cNvGrpSpPr/>
                <p:nvPr/>
              </p:nvGrpSpPr>
              <p:grpSpPr>
                <a:xfrm>
                  <a:off x="8837946" y="3606290"/>
                  <a:ext cx="919006" cy="2245174"/>
                  <a:chOff x="1065873" y="3631858"/>
                  <a:chExt cx="919006" cy="2343302"/>
                </a:xfrm>
              </p:grpSpPr>
              <p:sp>
                <p:nvSpPr>
                  <p:cNvPr id="57" name="Bullet6" descr="7f8cde68-cbf7-44ba-8948-cc8e2bfa6e6b">
                    <a:extLst>
                      <a:ext uri="{FF2B5EF4-FFF2-40B4-BE49-F238E27FC236}">
                        <a16:creationId id="{031007F5-ADF9-5800-22B6-DBB49E7497C4}"/>
                      </a:ext>
                    </a:extLst>
                  </p:cNvPr>
                  <p:cNvSpPr txBox="1"/>
                  <p:nvPr/>
                </p:nvSpPr>
                <p:spPr>
                  <a:xfrm>
                    <a:off x="1553992" y="3631860"/>
                    <a:ext cx="430887" cy="2343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eaVert" wrap="square" lIns="91440" tIns="45720" rIns="91440" bIns="45720" anchor="b" anchorCtr="0">
                    <a:normAutofit fontScale="92500" lnSpcReduction="10000"/>
                  </a:bodyPr>
                  <a:lstStyle/>
                  <a:p>
                    <a:pPr/>
                    <a:r>
                      <a:rPr lang="zh-CN" altLang="en-US" b="1" dirty="0">
                        <a:effectLst/>
                      </a:rPr>
                      <a:t>技术博客的撰写</a:t>
                    </a:r>
                    <a:endParaRPr lang="en-US" dirty="0"/>
                  </a:p>
                </p:txBody>
              </p:sp>
              <p:sp>
                <p:nvSpPr>
                  <p:cNvPr id="58" name="Text6" descr="4a66e98d-1e29-4b39-9af0-56b42e9e85d9">
                    <a:extLst>
                      <a:ext uri="{FF2B5EF4-FFF2-40B4-BE49-F238E27FC236}">
                        <a16:creationId id="{547C793E-E7F8-FB37-8744-093B2AD8E3AC}"/>
                      </a:ext>
                    </a:extLst>
                  </p:cNvPr>
                  <p:cNvSpPr/>
                  <p:nvPr/>
                </p:nvSpPr>
                <p:spPr>
                  <a:xfrm flipH="1">
                    <a:off x="1065873" y="3631858"/>
                    <a:ext cx="488117" cy="2343300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eaVert" wrap="square" lIns="91440" tIns="45720" rIns="91440" bIns="45720" anchor="t" anchorCtr="0">
                    <a:normAutofit fontScale="85000" lnSpcReduction="20000"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/>
                      <a:t>撰写技术文章，分享开发经验和解决方案。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84" name="组合 83" descr="1859c026-1b80-4a3e-b010-d27de654c34d">
                <a:extLst>
                  <a:ext uri="{FF2B5EF4-FFF2-40B4-BE49-F238E27FC236}">
                    <a16:creationId id="{945EBE85-472D-E763-3765-CFC5641F94EC}"/>
                  </a:ext>
                </a:extLst>
              </p:cNvPr>
              <p:cNvGrpSpPr/>
              <p:nvPr/>
            </p:nvGrpSpPr>
            <p:grpSpPr>
              <a:xfrm>
                <a:off x="10465604" y="2596569"/>
                <a:ext cx="1053296" cy="3255104"/>
                <a:chOff x="8780358" y="2659559"/>
                <a:chExt cx="1053296" cy="3255104"/>
              </a:xfrm>
            </p:grpSpPr>
            <p:sp>
              <p:nvSpPr>
                <p:cNvPr id="85" name="矩形 84" descr="0e3619fa-6258-491d-84aa-7e69af8ead51">
                  <a:extLst>
                    <a:ext uri="{FF2B5EF4-FFF2-40B4-BE49-F238E27FC236}">
                      <a16:creationId id="{BB22F40C-954A-0C0A-0343-2FA4DF43F033}"/>
                    </a:ext>
                  </a:extLst>
                </p:cNvPr>
                <p:cNvSpPr/>
                <p:nvPr/>
              </p:nvSpPr>
              <p:spPr>
                <a:xfrm>
                  <a:off x="8780358" y="3531212"/>
                  <a:ext cx="1053296" cy="2383451"/>
                </a:xfrm>
                <a:prstGeom prst="rect">
                  <a:avLst/>
                </a:prstGeom>
                <a:solidFill>
                  <a:schemeClr val="accent6">
                    <a:alpha val="10000"/>
                  </a:schemeClr>
                </a:solidFill>
                <a:ln w="12700" cap="rnd">
                  <a:solidFill>
                    <a:schemeClr val="accent6"/>
                  </a:solidFill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6" name="Number7" descr="3e989703-5e7a-4cca-8489-96a493b5ddcc">
                  <a:extLst>
                    <a:ext uri="{FF2B5EF4-FFF2-40B4-BE49-F238E27FC236}">
                      <a16:creationId id="{C9092214-119B-C725-858C-5E315CA915AD}"/>
                    </a:ext>
                  </a:extLst>
                </p:cNvPr>
                <p:cNvSpPr txBox="1"/>
                <p:nvPr/>
              </p:nvSpPr>
              <p:spPr>
                <a:xfrm>
                  <a:off x="8900485" y="2659559"/>
                  <a:ext cx="813043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4400" b="1">
                      <a:solidFill>
                        <a:schemeClr val="accent3"/>
                      </a:solidFill>
                      <a:effectLst>
                        <a:outerShdw blurRad="254000" dist="127000" algn="ctr" rotWithShape="0">
                          <a:schemeClr val="accent3">
                            <a:alpha val="40000"/>
                          </a:schemeClr>
                        </a:outerShdw>
                      </a:effectLst>
                    </a:defRPr>
                  </a:lvl1pPr>
                </a:lstStyle>
                <a:p>
                  <a:r>
                    <a:rPr lang="en-US" altLang="zh-CN" dirty="0">
                      <a:solidFill>
                        <a:schemeClr val="accent6"/>
                      </a:solidFill>
                      <a:effectLst>
                        <a:outerShdw blurRad="254000" dist="127000" algn="ctr" rotWithShape="0">
                          <a:schemeClr val="accent6">
                            <a:alpha val="40000"/>
                          </a:schemeClr>
                        </a:outerShdw>
                      </a:effectLst>
                    </a:rPr>
                    <a:t>07</a:t>
                  </a:r>
                  <a:endParaRPr lang="zh-CN" altLang="en-US" dirty="0">
                    <a:solidFill>
                      <a:schemeClr val="accent6"/>
                    </a:solidFill>
                    <a:effectLst>
                      <a:outerShdw blurRad="254000" dist="127000" algn="ctr" rotWithShape="0">
                        <a:schemeClr val="accent6">
                          <a:alpha val="40000"/>
                        </a:schemeClr>
                      </a:outerShdw>
                    </a:effectLst>
                  </a:endParaRPr>
                </a:p>
              </p:txBody>
            </p:sp>
            <p:grpSp>
              <p:nvGrpSpPr>
                <p:cNvPr id="87" name="组合 86" descr="92de3115-f1f1-4872-bdf6-7ccda2c451c8">
                  <a:extLst>
                    <a:ext uri="{FF2B5EF4-FFF2-40B4-BE49-F238E27FC236}">
                      <a16:creationId id="{B13AD5D1-15CB-6BF3-9110-D1B9BB4A109A}"/>
                    </a:ext>
                  </a:extLst>
                </p:cNvPr>
                <p:cNvGrpSpPr/>
                <p:nvPr/>
              </p:nvGrpSpPr>
              <p:grpSpPr>
                <a:xfrm>
                  <a:off x="8837946" y="3606290"/>
                  <a:ext cx="919006" cy="2245174"/>
                  <a:chOff x="1065873" y="3631858"/>
                  <a:chExt cx="919006" cy="2343302"/>
                </a:xfrm>
              </p:grpSpPr>
              <p:sp>
                <p:nvSpPr>
                  <p:cNvPr id="88" name="Bullet7" descr="50b9b2c8-9fa4-41b0-b0f6-8d172561cf84">
                    <a:extLst>
                      <a:ext uri="{FF2B5EF4-FFF2-40B4-BE49-F238E27FC236}">
                        <a16:creationId id="{BDA1DED5-DCCD-85BB-FC00-AADA4154A1BA}"/>
                      </a:ext>
                    </a:extLst>
                  </p:cNvPr>
                  <p:cNvSpPr txBox="1"/>
                  <p:nvPr/>
                </p:nvSpPr>
                <p:spPr>
                  <a:xfrm>
                    <a:off x="1553992" y="3631860"/>
                    <a:ext cx="430887" cy="2343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eaVert" wrap="square" lIns="91440" tIns="45720" rIns="91440" bIns="45720" anchor="b" anchorCtr="0">
                    <a:normAutofit fontScale="92500" lnSpcReduction="10000"/>
                  </a:bodyPr>
                  <a:lstStyle/>
                  <a:p>
                    <a:pPr/>
                    <a:r>
                      <a:rPr lang="zh-CN" altLang="en-US" b="1" dirty="0">
                        <a:effectLst/>
                      </a:rPr>
                      <a:t>参加技术研讨会</a:t>
                    </a:r>
                    <a:endParaRPr lang="en-US" dirty="0"/>
                  </a:p>
                </p:txBody>
              </p:sp>
              <p:sp>
                <p:nvSpPr>
                  <p:cNvPr id="89" name="Text7" descr="3e21751b-dd74-4288-b1bb-19c29bc40767">
                    <a:extLst>
                      <a:ext uri="{FF2B5EF4-FFF2-40B4-BE49-F238E27FC236}">
                        <a16:creationId id="{D7A57EA6-7033-27A6-55F7-AD1FF7375931}"/>
                      </a:ext>
                    </a:extLst>
                  </p:cNvPr>
                  <p:cNvSpPr/>
                  <p:nvPr/>
                </p:nvSpPr>
                <p:spPr>
                  <a:xfrm flipH="1">
                    <a:off x="1065873" y="3631858"/>
                    <a:ext cx="488117" cy="2343300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vert="eaVert" wrap="square" lIns="91440" tIns="45720" rIns="91440" bIns="45720" anchor="t" anchorCtr="0">
                    <a:normAutofit fontScale="85000" lnSpcReduction="20000"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/>
                      <a:t>定期参加行业技术研讨会，了解前沿技术动态。</a:t>
                    </a:r>
                    <a:endParaRPr lang="en-US" dirty="0"/>
                  </a:p>
                </p:txBody>
              </p:sp>
            </p:grpSp>
          </p:grpSp>
        </p:grpSp>
      </p:grpSp>
      <p:sp>
        <p:nvSpPr>
          <p:cNvPr id="2" name="" descr="35a15f7c-9d27-4f27-bcb9-d0ad115e013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技术成长路径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30" name="adf61607-de47-499a-972c-1af8fe4725b1.source.8.zh-Hans.pptx" descr="b726a76a-62da-4e78-8141-4c251ccf747e">
            <a:extLst>
              <a:ext uri="{FF2B5EF4-FFF2-40B4-BE49-F238E27FC236}">
                <a16:creationId id="{B73D9184-5434-1B4B-82ED-24007B5B9297}"/>
              </a:ext>
            </a:extLst>
          </p:cNvPr>
          <p:cNvGrpSpPr/>
          <p:nvPr/>
        </p:nvGrpSpPr>
        <p:grpSpPr>
          <a:xfrm>
            <a:off x="660399" y="1130300"/>
            <a:ext cx="10858501" cy="5003800"/>
            <a:chOff x="660399" y="1130300"/>
            <a:chExt cx="10858501" cy="5003800"/>
          </a:xfrm>
        </p:grpSpPr>
        <p:grpSp>
          <p:nvGrpSpPr>
            <p:cNvPr id="29" name="组合 28" descr="16cff959-a702-4b15-8cff-8aac3b951be9">
              <a:extLst>
                <a:ext uri="{FF2B5EF4-FFF2-40B4-BE49-F238E27FC236}">
                  <a16:creationId id="{9703CCA9-2954-FDEB-A8E3-B70F51849919}"/>
                </a:ext>
              </a:extLst>
            </p:cNvPr>
            <p:cNvGrpSpPr/>
            <p:nvPr/>
          </p:nvGrpSpPr>
          <p:grpSpPr>
            <a:xfrm>
              <a:off x="660400" y="2396587"/>
              <a:ext cx="10858500" cy="3737513"/>
              <a:chOff x="660400" y="2396587"/>
              <a:chExt cx="10858500" cy="3737513"/>
            </a:xfrm>
          </p:grpSpPr>
          <p:grpSp>
            <p:nvGrpSpPr>
              <p:cNvPr id="4" name="组合 3" descr="29f9f4b1-6bda-4bd3-8f1f-700cb71921b7">
                <a:extLst>
                  <a:ext uri="{FF2B5EF4-FFF2-40B4-BE49-F238E27FC236}">
                    <a16:creationId id="{8A130114-181A-B2AC-507C-8B9FA6A3BAAD}"/>
                  </a:ext>
                </a:extLst>
              </p:cNvPr>
              <p:cNvGrpSpPr/>
              <p:nvPr/>
            </p:nvGrpSpPr>
            <p:grpSpPr>
              <a:xfrm>
                <a:off x="660400" y="2396587"/>
                <a:ext cx="2401193" cy="1800607"/>
                <a:chOff x="660400" y="2396587"/>
                <a:chExt cx="2401193" cy="1800607"/>
              </a:xfrm>
            </p:grpSpPr>
            <p:sp>
              <p:nvSpPr>
                <p:cNvPr id="5" name="Bullet1" descr="4f6e0f73-fbdb-4575-9dc9-ed949cf08af6">
                  <a:extLst>
                    <a:ext uri="{FF2B5EF4-FFF2-40B4-BE49-F238E27FC236}">
                      <a16:creationId id="{055F9AE0-C269-A0B3-0CC5-6312811D2FEC}"/>
                    </a:ext>
                  </a:extLst>
                </p:cNvPr>
                <p:cNvSpPr/>
                <p:nvPr/>
              </p:nvSpPr>
              <p:spPr>
                <a:xfrm>
                  <a:off x="660400" y="2660806"/>
                  <a:ext cx="2401193" cy="1536388"/>
                </a:xfrm>
                <a:prstGeom prst="snip2DiagRect">
                  <a:avLst/>
                </a:prstGeom>
                <a:solidFill>
                  <a:schemeClr val="accent1">
                    <a:alpha val="15000"/>
                  </a:schemeClr>
                </a:solidFill>
                <a:ln w="9525" cap="flat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wrap="square" lIns="91440" tIns="45720" rIns="91440" bIns="45720" rtlCol="0" anchor="ctr">
                  <a:normAutofit/>
                </a:bodyPr>
                <a:lstStyle/>
                <a:p>
                  <a:pPr algn="ctr"/>
                  <a:r>
                    <a:rPr lang="zh-CN" altLang="en-US" b="1" dirty="0"/>
                    <a:t>获得的奖项</a:t>
                  </a:r>
                  <a:endParaRPr lang="en-US" dirty="0"/>
                </a:p>
              </p:txBody>
            </p:sp>
            <p:sp>
              <p:nvSpPr>
                <p:cNvPr id="6" name="Number1" descr="332789a7-c4a1-48a0-a91d-43a0d85472bc">
                  <a:extLst>
                    <a:ext uri="{FF2B5EF4-FFF2-40B4-BE49-F238E27FC236}">
                      <a16:creationId id="{66516318-8835-112B-4533-451B8A9D4DDD}"/>
                    </a:ext>
                  </a:extLst>
                </p:cNvPr>
                <p:cNvSpPr txBox="1"/>
                <p:nvPr/>
              </p:nvSpPr>
              <p:spPr>
                <a:xfrm>
                  <a:off x="1590996" y="2396587"/>
                  <a:ext cx="540000" cy="515917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0"/>
                </a:gra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b="1">
                      <a:solidFill>
                        <a:srgbClr val="FFFFFF"/>
                      </a:solidFill>
                    </a:defRPr>
                  </a:lvl1pPr>
                </a:lstStyle>
                <a:p>
                  <a:r>
                    <a:rPr lang="en-US" altLang="zh-CN" dirty="0"/>
                    <a:t>01</a:t>
                  </a:r>
                  <a:endParaRPr lang="zh-CN" altLang="en-US" dirty="0"/>
                </a:p>
              </p:txBody>
            </p:sp>
          </p:grpSp>
          <p:grpSp>
            <p:nvGrpSpPr>
              <p:cNvPr id="8" name="组合 7" descr="2aad5531-506f-42b7-91f8-c6e651cfca42">
                <a:extLst>
                  <a:ext uri="{FF2B5EF4-FFF2-40B4-BE49-F238E27FC236}">
                    <a16:creationId id="{148CC1B0-3332-344E-0585-85846FC110E3}"/>
                  </a:ext>
                </a:extLst>
              </p:cNvPr>
              <p:cNvGrpSpPr/>
              <p:nvPr/>
            </p:nvGrpSpPr>
            <p:grpSpPr>
              <a:xfrm>
                <a:off x="3479502" y="2396587"/>
                <a:ext cx="2401193" cy="1800607"/>
                <a:chOff x="3479502" y="2396587"/>
                <a:chExt cx="2401193" cy="1800607"/>
              </a:xfrm>
            </p:grpSpPr>
            <p:sp>
              <p:nvSpPr>
                <p:cNvPr id="9" name="Bullet2" descr="c624d173-7b7f-42d3-a9fe-67151f86b4cf">
                  <a:extLst>
                    <a:ext uri="{FF2B5EF4-FFF2-40B4-BE49-F238E27FC236}">
                      <a16:creationId id="{6FF4C3FC-3191-3698-E499-CC351F70C973}"/>
                    </a:ext>
                  </a:extLst>
                </p:cNvPr>
                <p:cNvSpPr/>
                <p:nvPr/>
              </p:nvSpPr>
              <p:spPr>
                <a:xfrm>
                  <a:off x="3479502" y="2660806"/>
                  <a:ext cx="2401193" cy="1536388"/>
                </a:xfrm>
                <a:prstGeom prst="snip2DiagRect">
                  <a:avLst/>
                </a:prstGeom>
                <a:solidFill>
                  <a:schemeClr val="accent2">
                    <a:alpha val="15000"/>
                  </a:schemeClr>
                </a:solidFill>
                <a:ln w="9525" cap="flat">
                  <a:solidFill>
                    <a:schemeClr val="accent2"/>
                  </a:solidFill>
                  <a:prstDash val="solid"/>
                  <a:miter/>
                </a:ln>
              </p:spPr>
              <p:txBody>
                <a:bodyPr wrap="square" lIns="91440" tIns="45720" rIns="91440" bIns="45720" rtlCol="0" anchor="ctr">
                  <a:normAutofit/>
                </a:bodyPr>
                <a:lstStyle/>
                <a:p>
                  <a:pPr algn="ctr"/>
                  <a:r>
                    <a:rPr lang="zh-CN" altLang="en-US" b="1" dirty="0"/>
                    <a:t>发表的技术论文</a:t>
                  </a:r>
                  <a:endParaRPr lang="en-US" dirty="0"/>
                </a:p>
              </p:txBody>
            </p:sp>
            <p:sp>
              <p:nvSpPr>
                <p:cNvPr id="10" name="Number2" descr="1972ce9b-a86e-491f-a7c6-9f9d346ed9b9">
                  <a:extLst>
                    <a:ext uri="{FF2B5EF4-FFF2-40B4-BE49-F238E27FC236}">
                      <a16:creationId id="{B5E66CF2-1AAC-1A33-C391-2575CCC07B6A}"/>
                    </a:ext>
                  </a:extLst>
                </p:cNvPr>
                <p:cNvSpPr txBox="1"/>
                <p:nvPr/>
              </p:nvSpPr>
              <p:spPr>
                <a:xfrm>
                  <a:off x="4410098" y="2396587"/>
                  <a:ext cx="540000" cy="515917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50000">
                      <a:schemeClr val="accent2"/>
                    </a:gs>
                  </a:gsLst>
                  <a:lin ang="2700000" scaled="0"/>
                </a:gra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b="1">
                      <a:solidFill>
                        <a:srgbClr val="FFFFFF"/>
                      </a:solidFill>
                    </a:defRPr>
                  </a:lvl1pPr>
                </a:lstStyle>
                <a:p>
                  <a:r>
                    <a:rPr lang="en-US" altLang="zh-CN"/>
                    <a:t>02</a:t>
                  </a:r>
                  <a:endParaRPr lang="zh-CN" altLang="en-US" dirty="0"/>
                </a:p>
              </p:txBody>
            </p:sp>
          </p:grpSp>
          <p:grpSp>
            <p:nvGrpSpPr>
              <p:cNvPr id="11" name="组合 10" descr="898c6c67-15ff-4b1c-a502-045757618c5c">
                <a:extLst>
                  <a:ext uri="{FF2B5EF4-FFF2-40B4-BE49-F238E27FC236}">
                    <a16:creationId id="{0BDC5B58-0A5A-490C-E264-07A754CE9F64}"/>
                  </a:ext>
                </a:extLst>
              </p:cNvPr>
              <p:cNvGrpSpPr/>
              <p:nvPr/>
            </p:nvGrpSpPr>
            <p:grpSpPr>
              <a:xfrm>
                <a:off x="6298604" y="2396587"/>
                <a:ext cx="2401193" cy="1800607"/>
                <a:chOff x="6298604" y="2396587"/>
                <a:chExt cx="2401193" cy="1800607"/>
              </a:xfrm>
            </p:grpSpPr>
            <p:sp>
              <p:nvSpPr>
                <p:cNvPr id="12" name="Bullet3" descr="f7c99ad7-1b63-4ea5-853d-0a8a23f473b1">
                  <a:extLst>
                    <a:ext uri="{FF2B5EF4-FFF2-40B4-BE49-F238E27FC236}">
                      <a16:creationId id="{13D0FCF4-26F7-A87C-CE78-78ECBAC6DECC}"/>
                    </a:ext>
                  </a:extLst>
                </p:cNvPr>
                <p:cNvSpPr/>
                <p:nvPr/>
              </p:nvSpPr>
              <p:spPr>
                <a:xfrm>
                  <a:off x="6298604" y="2660806"/>
                  <a:ext cx="2401193" cy="1536388"/>
                </a:xfrm>
                <a:prstGeom prst="snip2DiagRect">
                  <a:avLst/>
                </a:prstGeom>
                <a:solidFill>
                  <a:schemeClr val="accent3">
                    <a:alpha val="15000"/>
                  </a:schemeClr>
                </a:solidFill>
                <a:ln w="9525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wrap="square" lIns="91440" tIns="45720" rIns="91440" bIns="45720" rtlCol="0" anchor="ctr">
                  <a:normAutofit/>
                </a:bodyPr>
                <a:lstStyle/>
                <a:p>
                  <a:pPr algn="ctr"/>
                  <a:r>
                    <a:rPr lang="zh-CN" altLang="en-US" b="1" dirty="0"/>
                    <a:t>重大项目的贡献</a:t>
                  </a:r>
                  <a:endParaRPr lang="en-US" dirty="0"/>
                </a:p>
              </p:txBody>
            </p:sp>
            <p:sp>
              <p:nvSpPr>
                <p:cNvPr id="13" name="Number3" descr="c6b97751-f4ac-4aa1-85a5-0542e1da44c8">
                  <a:extLst>
                    <a:ext uri="{FF2B5EF4-FFF2-40B4-BE49-F238E27FC236}">
                      <a16:creationId id="{C73338E9-10AA-4141-3033-8DED99338FD3}"/>
                    </a:ext>
                  </a:extLst>
                </p:cNvPr>
                <p:cNvSpPr txBox="1"/>
                <p:nvPr/>
              </p:nvSpPr>
              <p:spPr>
                <a:xfrm>
                  <a:off x="7229200" y="2396587"/>
                  <a:ext cx="540000" cy="515917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50000">
                      <a:schemeClr val="accent3"/>
                    </a:gs>
                  </a:gsLst>
                  <a:lin ang="2700000" scaled="0"/>
                </a:gra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b="1">
                      <a:solidFill>
                        <a:srgbClr val="FFFFFF"/>
                      </a:solidFill>
                    </a:defRPr>
                  </a:lvl1pPr>
                </a:lstStyle>
                <a:p>
                  <a:r>
                    <a:rPr lang="en-US" altLang="zh-CN"/>
                    <a:t>03</a:t>
                  </a:r>
                  <a:endParaRPr lang="zh-CN" altLang="en-US" dirty="0"/>
                </a:p>
              </p:txBody>
            </p:sp>
          </p:grpSp>
          <p:grpSp>
            <p:nvGrpSpPr>
              <p:cNvPr id="14" name="组合 13" descr="ab6aee3e-b835-46b8-a4ac-5006bd12d523">
                <a:extLst>
                  <a:ext uri="{FF2B5EF4-FFF2-40B4-BE49-F238E27FC236}">
                    <a16:creationId id="{689255C8-0075-C5DD-0E1F-EDC7B032AB82}"/>
                  </a:ext>
                </a:extLst>
              </p:cNvPr>
              <p:cNvGrpSpPr/>
              <p:nvPr/>
            </p:nvGrpSpPr>
            <p:grpSpPr>
              <a:xfrm>
                <a:off x="9117706" y="2396587"/>
                <a:ext cx="2401193" cy="1800607"/>
                <a:chOff x="9117706" y="2396587"/>
                <a:chExt cx="2401193" cy="1800607"/>
              </a:xfrm>
            </p:grpSpPr>
            <p:sp>
              <p:nvSpPr>
                <p:cNvPr id="15" name="Bullet4" descr="0b96628a-2782-4e16-ab0d-89c669077a1a">
                  <a:extLst>
                    <a:ext uri="{FF2B5EF4-FFF2-40B4-BE49-F238E27FC236}">
                      <a16:creationId id="{C22B759D-DA80-E66B-A4F4-1AC9FC2E3703}"/>
                    </a:ext>
                  </a:extLst>
                </p:cNvPr>
                <p:cNvSpPr/>
                <p:nvPr/>
              </p:nvSpPr>
              <p:spPr>
                <a:xfrm>
                  <a:off x="9117706" y="2660806"/>
                  <a:ext cx="2401193" cy="1536388"/>
                </a:xfrm>
                <a:prstGeom prst="snip2DiagRect">
                  <a:avLst/>
                </a:prstGeom>
                <a:solidFill>
                  <a:schemeClr val="accent4">
                    <a:alpha val="15000"/>
                  </a:schemeClr>
                </a:solidFill>
                <a:ln w="9525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square" lIns="91440" tIns="45720" rIns="91440" bIns="45720" rtlCol="0" anchor="ctr">
                  <a:normAutofit/>
                </a:bodyPr>
                <a:lstStyle/>
                <a:p>
                  <a:pPr algn="ctr"/>
                  <a:r>
                    <a:rPr lang="zh-CN" altLang="en-US" b="1" dirty="0"/>
                    <a:t>行业内的认可</a:t>
                  </a:r>
                  <a:endParaRPr lang="en-US" dirty="0"/>
                </a:p>
              </p:txBody>
            </p:sp>
            <p:sp>
              <p:nvSpPr>
                <p:cNvPr id="16" name="Number4" descr="c6cf8e9d-f7a1-4779-8bd3-553788fb50e2">
                  <a:extLst>
                    <a:ext uri="{FF2B5EF4-FFF2-40B4-BE49-F238E27FC236}">
                      <a16:creationId id="{70C31C93-1EEB-6978-DDC8-DCB2ACBD3DCE}"/>
                    </a:ext>
                  </a:extLst>
                </p:cNvPr>
                <p:cNvSpPr txBox="1"/>
                <p:nvPr/>
              </p:nvSpPr>
              <p:spPr>
                <a:xfrm>
                  <a:off x="10048302" y="2396587"/>
                  <a:ext cx="540000" cy="515917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50000">
                      <a:schemeClr val="accent4"/>
                    </a:gs>
                  </a:gsLst>
                  <a:lin ang="2700000" scaled="0"/>
                </a:gra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b="1">
                      <a:solidFill>
                        <a:srgbClr val="FFFFFF"/>
                      </a:solidFill>
                    </a:defRPr>
                  </a:lvl1pPr>
                </a:lstStyle>
                <a:p>
                  <a:r>
                    <a:rPr lang="en-US" altLang="zh-CN" dirty="0"/>
                    <a:t>04</a:t>
                  </a:r>
                  <a:endParaRPr lang="zh-CN" altLang="en-US" dirty="0"/>
                </a:p>
              </p:txBody>
            </p:sp>
          </p:grpSp>
          <p:grpSp>
            <p:nvGrpSpPr>
              <p:cNvPr id="17" name="组合 16" descr="ce692620-469f-490f-89db-131c85d24da3">
                <a:extLst>
                  <a:ext uri="{FF2B5EF4-FFF2-40B4-BE49-F238E27FC236}">
                    <a16:creationId id="{B1647E8B-C0FE-8A49-396A-082A19898ABC}"/>
                  </a:ext>
                </a:extLst>
              </p:cNvPr>
              <p:cNvGrpSpPr/>
              <p:nvPr/>
            </p:nvGrpSpPr>
            <p:grpSpPr>
              <a:xfrm>
                <a:off x="660400" y="4333493"/>
                <a:ext cx="2401193" cy="1800607"/>
                <a:chOff x="660400" y="4333493"/>
                <a:chExt cx="2401193" cy="1800607"/>
              </a:xfrm>
            </p:grpSpPr>
            <p:sp>
              <p:nvSpPr>
                <p:cNvPr id="18" name="Bullet5" descr="4a63e109-24dd-43c6-8000-23c2701b9468">
                  <a:extLst>
                    <a:ext uri="{FF2B5EF4-FFF2-40B4-BE49-F238E27FC236}">
                      <a16:creationId id="{F8EDAE0E-5620-706A-44E9-AB1C55613F61}"/>
                    </a:ext>
                  </a:extLst>
                </p:cNvPr>
                <p:cNvSpPr/>
                <p:nvPr/>
              </p:nvSpPr>
              <p:spPr>
                <a:xfrm>
                  <a:off x="660400" y="4597712"/>
                  <a:ext cx="2401193" cy="1536388"/>
                </a:xfrm>
                <a:prstGeom prst="snip2DiagRect">
                  <a:avLst/>
                </a:prstGeom>
                <a:solidFill>
                  <a:schemeClr val="accent5">
                    <a:alpha val="15000"/>
                  </a:schemeClr>
                </a:solidFill>
                <a:ln w="9525" cap="flat">
                  <a:solidFill>
                    <a:schemeClr val="accent5"/>
                  </a:solidFill>
                  <a:prstDash val="solid"/>
                  <a:miter/>
                </a:ln>
              </p:spPr>
              <p:txBody>
                <a:bodyPr wrap="square" lIns="91440" tIns="45720" rIns="91440" bIns="45720" rtlCol="0" anchor="ctr">
                  <a:normAutofit/>
                </a:bodyPr>
                <a:lstStyle/>
                <a:p>
                  <a:pPr algn="ctr"/>
                  <a:r>
                    <a:rPr lang="zh-CN" altLang="en-US" b="1" dirty="0"/>
                    <a:t>社区贡献</a:t>
                  </a:r>
                  <a:endParaRPr lang="en-US" dirty="0"/>
                </a:p>
              </p:txBody>
            </p:sp>
            <p:sp>
              <p:nvSpPr>
                <p:cNvPr id="19" name="Number5" descr="a18bf1a2-57c1-4d24-b2c4-15d684a5b561">
                  <a:extLst>
                    <a:ext uri="{FF2B5EF4-FFF2-40B4-BE49-F238E27FC236}">
                      <a16:creationId id="{52B08A86-E0FD-FB4D-85FA-216D46B5B09A}"/>
                    </a:ext>
                  </a:extLst>
                </p:cNvPr>
                <p:cNvSpPr txBox="1"/>
                <p:nvPr/>
              </p:nvSpPr>
              <p:spPr>
                <a:xfrm>
                  <a:off x="1590996" y="4333493"/>
                  <a:ext cx="540000" cy="515917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50000">
                      <a:schemeClr val="accent5"/>
                    </a:gs>
                  </a:gsLst>
                  <a:lin ang="2700000" scaled="0"/>
                </a:gra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b="1">
                      <a:solidFill>
                        <a:srgbClr val="FFFFFF"/>
                      </a:solidFill>
                    </a:defRPr>
                  </a:lvl1pPr>
                </a:lstStyle>
                <a:p>
                  <a:r>
                    <a:rPr lang="en-US" altLang="zh-CN" dirty="0"/>
                    <a:t>05</a:t>
                  </a:r>
                  <a:endParaRPr lang="zh-CN" altLang="en-US" dirty="0"/>
                </a:p>
              </p:txBody>
            </p:sp>
          </p:grpSp>
          <p:grpSp>
            <p:nvGrpSpPr>
              <p:cNvPr id="20" name="组合 19" descr="db00bed7-78a3-45eb-98ed-ccd8954b1ef8">
                <a:extLst>
                  <a:ext uri="{FF2B5EF4-FFF2-40B4-BE49-F238E27FC236}">
                    <a16:creationId id="{D9E889C6-3FE6-FE75-0027-E3A0BC8EF841}"/>
                  </a:ext>
                </a:extLst>
              </p:cNvPr>
              <p:cNvGrpSpPr/>
              <p:nvPr/>
            </p:nvGrpSpPr>
            <p:grpSpPr>
              <a:xfrm>
                <a:off x="3479502" y="4333493"/>
                <a:ext cx="2401193" cy="1800607"/>
                <a:chOff x="3479502" y="4333493"/>
                <a:chExt cx="2401193" cy="1800607"/>
              </a:xfrm>
            </p:grpSpPr>
            <p:sp>
              <p:nvSpPr>
                <p:cNvPr id="21" name="Bullet6" descr="aff934c5-3038-4214-828d-46b3edcd3444">
                  <a:extLst>
                    <a:ext uri="{FF2B5EF4-FFF2-40B4-BE49-F238E27FC236}">
                      <a16:creationId id="{D36785CD-5D69-7877-B123-496285C4004D}"/>
                    </a:ext>
                  </a:extLst>
                </p:cNvPr>
                <p:cNvSpPr/>
                <p:nvPr/>
              </p:nvSpPr>
              <p:spPr>
                <a:xfrm>
                  <a:off x="3479502" y="4597712"/>
                  <a:ext cx="2401193" cy="1536388"/>
                </a:xfrm>
                <a:prstGeom prst="snip2DiagRect">
                  <a:avLst/>
                </a:prstGeom>
                <a:solidFill>
                  <a:schemeClr val="accent6">
                    <a:alpha val="15000"/>
                  </a:schemeClr>
                </a:solidFill>
                <a:ln w="9525" cap="flat">
                  <a:solidFill>
                    <a:schemeClr val="accent6"/>
                  </a:solidFill>
                  <a:prstDash val="solid"/>
                  <a:miter/>
                </a:ln>
              </p:spPr>
              <p:txBody>
                <a:bodyPr wrap="square" lIns="91440" tIns="45720" rIns="91440" bIns="45720" rtlCol="0" anchor="ctr">
                  <a:normAutofit/>
                </a:bodyPr>
                <a:lstStyle/>
                <a:p>
                  <a:pPr algn="ctr"/>
                  <a:r>
                    <a:rPr lang="zh-CN" altLang="en-US" b="1" dirty="0"/>
                    <a:t>技术创新突破</a:t>
                  </a:r>
                  <a:endParaRPr lang="en-US" dirty="0"/>
                </a:p>
              </p:txBody>
            </p:sp>
            <p:sp>
              <p:nvSpPr>
                <p:cNvPr id="22" name="Number6" descr="4a3b03f2-c169-4cf7-a914-7d3fbb9d1de7">
                  <a:extLst>
                    <a:ext uri="{FF2B5EF4-FFF2-40B4-BE49-F238E27FC236}">
                      <a16:creationId id="{E65F31DC-FE39-ABEF-FF3E-5D1128DEA4DE}"/>
                    </a:ext>
                  </a:extLst>
                </p:cNvPr>
                <p:cNvSpPr txBox="1"/>
                <p:nvPr/>
              </p:nvSpPr>
              <p:spPr>
                <a:xfrm>
                  <a:off x="4410098" y="4333493"/>
                  <a:ext cx="540000" cy="515917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50000">
                      <a:schemeClr val="accent6"/>
                    </a:gs>
                  </a:gsLst>
                  <a:lin ang="2700000" scaled="0"/>
                </a:gra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b="1">
                      <a:solidFill>
                        <a:srgbClr val="FFFFFF"/>
                      </a:solidFill>
                    </a:defRPr>
                  </a:lvl1pPr>
                </a:lstStyle>
                <a:p>
                  <a:r>
                    <a:rPr lang="en-US" altLang="zh-CN"/>
                    <a:t>06</a:t>
                  </a:r>
                  <a:endParaRPr lang="zh-CN" altLang="en-US" dirty="0"/>
                </a:p>
              </p:txBody>
            </p:sp>
          </p:grpSp>
          <p:grpSp>
            <p:nvGrpSpPr>
              <p:cNvPr id="23" name="组合 22" descr="fecb6f9f-4b8f-4c9c-b184-aefbdedc25a2">
                <a:extLst>
                  <a:ext uri="{FF2B5EF4-FFF2-40B4-BE49-F238E27FC236}">
                    <a16:creationId id="{AB748BF2-FD20-6F20-5BED-0EB6485B7346}"/>
                  </a:ext>
                </a:extLst>
              </p:cNvPr>
              <p:cNvGrpSpPr/>
              <p:nvPr/>
            </p:nvGrpSpPr>
            <p:grpSpPr>
              <a:xfrm>
                <a:off x="6298604" y="4333493"/>
                <a:ext cx="2401193" cy="1800607"/>
                <a:chOff x="6298604" y="4333493"/>
                <a:chExt cx="2401193" cy="1800607"/>
              </a:xfrm>
            </p:grpSpPr>
            <p:sp>
              <p:nvSpPr>
                <p:cNvPr id="24" name="Bullet7" descr="755ce7be-f941-49be-9230-186fe38b2d07">
                  <a:extLst>
                    <a:ext uri="{FF2B5EF4-FFF2-40B4-BE49-F238E27FC236}">
                      <a16:creationId id="{17773EC6-8505-CBC5-FA6D-4DFC79A5F01D}"/>
                    </a:ext>
                  </a:extLst>
                </p:cNvPr>
                <p:cNvSpPr/>
                <p:nvPr/>
              </p:nvSpPr>
              <p:spPr>
                <a:xfrm>
                  <a:off x="6298604" y="4597712"/>
                  <a:ext cx="2401193" cy="1536388"/>
                </a:xfrm>
                <a:prstGeom prst="snip2DiagRect">
                  <a:avLst/>
                </a:prstGeom>
                <a:solidFill>
                  <a:schemeClr val="accent1">
                    <a:alpha val="15000"/>
                  </a:schemeClr>
                </a:solidFill>
                <a:ln w="9525" cap="flat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wrap="square" lIns="91440" tIns="45720" rIns="91440" bIns="45720" rtlCol="0" anchor="ctr">
                  <a:normAutofit/>
                </a:bodyPr>
                <a:lstStyle/>
                <a:p>
                  <a:pPr algn="ctr"/>
                  <a:r>
                    <a:rPr lang="zh-CN" altLang="en-US" b="1" dirty="0"/>
                    <a:t>客户满意度提升</a:t>
                  </a:r>
                  <a:endParaRPr lang="en-US" dirty="0"/>
                </a:p>
              </p:txBody>
            </p:sp>
            <p:sp>
              <p:nvSpPr>
                <p:cNvPr id="25" name="Number7" descr="b9bd0951-c709-40f3-8779-498f3289f641">
                  <a:extLst>
                    <a:ext uri="{FF2B5EF4-FFF2-40B4-BE49-F238E27FC236}">
                      <a16:creationId id="{400229D2-48B8-AA91-9013-531529CD9220}"/>
                    </a:ext>
                  </a:extLst>
                </p:cNvPr>
                <p:cNvSpPr txBox="1"/>
                <p:nvPr/>
              </p:nvSpPr>
              <p:spPr>
                <a:xfrm>
                  <a:off x="7229200" y="4333493"/>
                  <a:ext cx="540000" cy="515917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0"/>
                </a:gra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b="1">
                      <a:solidFill>
                        <a:srgbClr val="FFFFFF"/>
                      </a:solidFill>
                    </a:defRPr>
                  </a:lvl1pPr>
                </a:lstStyle>
                <a:p>
                  <a:r>
                    <a:rPr lang="en-US" altLang="zh-CN" dirty="0"/>
                    <a:t>07</a:t>
                  </a:r>
                  <a:endParaRPr lang="zh-CN" altLang="en-US" dirty="0"/>
                </a:p>
              </p:txBody>
            </p:sp>
          </p:grpSp>
          <p:grpSp>
            <p:nvGrpSpPr>
              <p:cNvPr id="26" name="组合 25" descr="39065e71-0db1-4e40-8975-751572745d7c">
                <a:extLst>
                  <a:ext uri="{FF2B5EF4-FFF2-40B4-BE49-F238E27FC236}">
                    <a16:creationId id="{2A1660AB-0B2C-1E0E-A94F-B079749CD98F}"/>
                  </a:ext>
                </a:extLst>
              </p:cNvPr>
              <p:cNvGrpSpPr/>
              <p:nvPr/>
            </p:nvGrpSpPr>
            <p:grpSpPr>
              <a:xfrm>
                <a:off x="9117707" y="4333493"/>
                <a:ext cx="2401193" cy="1800607"/>
                <a:chOff x="9117707" y="4333493"/>
                <a:chExt cx="2401193" cy="1800607"/>
              </a:xfrm>
            </p:grpSpPr>
            <p:sp>
              <p:nvSpPr>
                <p:cNvPr id="27" name="Bullet8" descr="d38725e0-9af3-452d-99d1-78b34a5d3519">
                  <a:extLst>
                    <a:ext uri="{FF2B5EF4-FFF2-40B4-BE49-F238E27FC236}">
                      <a16:creationId id="{AA8F200A-975D-F798-B814-269F6A80F844}"/>
                    </a:ext>
                  </a:extLst>
                </p:cNvPr>
                <p:cNvSpPr/>
                <p:nvPr/>
              </p:nvSpPr>
              <p:spPr>
                <a:xfrm>
                  <a:off x="9117707" y="4597712"/>
                  <a:ext cx="2401193" cy="1536388"/>
                </a:xfrm>
                <a:prstGeom prst="snip2DiagRect">
                  <a:avLst/>
                </a:prstGeom>
                <a:solidFill>
                  <a:schemeClr val="accent2">
                    <a:alpha val="15000"/>
                  </a:schemeClr>
                </a:solidFill>
                <a:ln w="9525" cap="flat">
                  <a:solidFill>
                    <a:schemeClr val="accent2"/>
                  </a:solidFill>
                  <a:prstDash val="solid"/>
                  <a:miter/>
                </a:ln>
              </p:spPr>
              <p:txBody>
                <a:bodyPr wrap="square" lIns="91440" tIns="45720" rIns="91440" bIns="45720" rtlCol="0" anchor="ctr">
                  <a:normAutofit/>
                </a:bodyPr>
                <a:lstStyle/>
                <a:p>
                  <a:pPr algn="ctr"/>
                  <a:r>
                    <a:rPr lang="zh-CN" altLang="en-US" b="1" dirty="0"/>
                    <a:t>团队建设成就</a:t>
                  </a:r>
                  <a:endParaRPr lang="en-US" dirty="0"/>
                </a:p>
              </p:txBody>
            </p:sp>
            <p:sp>
              <p:nvSpPr>
                <p:cNvPr id="28" name="Number8" descr="9a43836d-d09c-4507-bd5c-c28c22412342">
                  <a:extLst>
                    <a:ext uri="{FF2B5EF4-FFF2-40B4-BE49-F238E27FC236}">
                      <a16:creationId id="{FCDBCCA1-354B-8B21-78D8-5E1AC18C1718}"/>
                    </a:ext>
                  </a:extLst>
                </p:cNvPr>
                <p:cNvSpPr txBox="1"/>
                <p:nvPr/>
              </p:nvSpPr>
              <p:spPr>
                <a:xfrm>
                  <a:off x="10048303" y="4333493"/>
                  <a:ext cx="540000" cy="515917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50000">
                      <a:schemeClr val="accent2"/>
                    </a:gs>
                  </a:gsLst>
                  <a:lin ang="2700000" scaled="0"/>
                </a:gra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b="1">
                      <a:solidFill>
                        <a:srgbClr val="FFFFFF"/>
                      </a:solidFill>
                    </a:defRPr>
                  </a:lvl1pPr>
                </a:lstStyle>
                <a:p>
                  <a:r>
                    <a:rPr lang="en-US" altLang="zh-CN"/>
                    <a:t>08</a:t>
                  </a:r>
                  <a:endParaRPr lang="zh-CN" altLang="en-US" dirty="0"/>
                </a:p>
              </p:txBody>
            </p:sp>
          </p:grpSp>
        </p:grpSp>
        <p:sp>
          <p:nvSpPr>
            <p:cNvPr id="3" name="Title" descr="92407fd7-40eb-4ec4-bcb3-d6a334d2245c">
              <a:extLst>
                <a:ext uri="{FF2B5EF4-FFF2-40B4-BE49-F238E27FC236}">
                  <a16:creationId id="{91C0CCC9-0DCC-29BD-296E-D7AC9634D63F}"/>
                </a:ext>
              </a:extLst>
            </p:cNvPr>
            <p:cNvSpPr>
              <a:spLocks/>
            </p:cNvSpPr>
            <p:nvPr/>
          </p:nvSpPr>
          <p:spPr>
            <a:xfrm>
              <a:off x="660399" y="1130300"/>
              <a:ext cx="5540924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/>
              <a:r>
                <a:rPr kumimoji="1" lang="zh-CN" altLang="en-US" sz="2400" b="1" dirty="0">
                  <a:solidFill>
                    <a:schemeClr val="tx1"/>
                  </a:solidFill>
                </a:rPr>
                <a:t>在职场中获得的重要成就与认可</a:t>
              </a:r>
              <a:endParaRPr lang="en-US" dirty="0"/>
            </a:p>
          </p:txBody>
        </p:sp>
      </p:grpSp>
      <p:sp>
        <p:nvSpPr>
          <p:cNvPr id="2" name="" descr="35a15f7c-9d27-4f27-bcb9-d0ad115e013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成就与荣誉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" descr="21d3db50-999a-474a-b867-366ce47f38e8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角色转变：从技术到管理</a:t>
            </a:r>
            <a:endParaRPr lang="en-US" dirty="0"/>
          </a:p>
        </p:txBody>
      </p:sp>
      <p:sp>
        <p:nvSpPr>
          <p:cNvPr id="3" name="" descr="c37bd84a-5aa3-45b7-b163-5703a19789e5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探讨从技术开发者到团队负责人的心路历程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49" name="40dc7c3b-d82b-4047-9f10-e65447f15de0.source.8.zh-Hans.pptx" descr="5604b168-880e-4ede-9fac-bb4d3523bd16">
            <a:extLst>
              <a:ext uri="{FF2B5EF4-FFF2-40B4-BE49-F238E27FC236}">
                <a16:creationId id="{4E2E350E-B130-6D6F-E38E-4154E5AF8EC4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Title" descr="38fbe79c-725c-4324-910e-362eda75ab7a">
              <a:extLst>
                <a:ext uri="{FF2B5EF4-FFF2-40B4-BE49-F238E27FC236}">
                  <a16:creationId id="{048A78C1-8E7D-6A59-4A32-181E7D9CA047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505355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/>
              <a:r>
                <a:rPr lang="zh-CN" altLang="en-US" sz="2400" b="1" dirty="0">
                  <a:cs typeface="+mn-ea"/>
                  <a:sym typeface="+mn-lt"/>
                </a:rPr>
                <a:t>促成角色转变的关键因素</a:t>
              </a:r>
              <a:endParaRPr lang="en-US" dirty="0"/>
            </a:p>
          </p:txBody>
        </p:sp>
        <p:grpSp>
          <p:nvGrpSpPr>
            <p:cNvPr id="4" name="组合 3" descr="8d2a9e73-b4e0-4e44-b44a-87eabe206190">
              <a:extLst>
                <a:ext uri="{FF2B5EF4-FFF2-40B4-BE49-F238E27FC236}">
                  <a16:creationId id="{48A7BB02-5460-9499-BCFD-88E545DC5617}"/>
                </a:ext>
              </a:extLst>
            </p:cNvPr>
            <p:cNvGrpSpPr/>
            <p:nvPr/>
          </p:nvGrpSpPr>
          <p:grpSpPr>
            <a:xfrm>
              <a:off x="660400" y="1916252"/>
              <a:ext cx="3229943" cy="1309548"/>
              <a:chOff x="660400" y="1916252"/>
              <a:chExt cx="3229943" cy="1309548"/>
            </a:xfrm>
          </p:grpSpPr>
          <p:sp>
            <p:nvSpPr>
              <p:cNvPr id="45" name="ComponentBackground1" descr="def122d2-dc39-4554-a27b-5c26d7008d8a">
                <a:extLst>
                  <a:ext uri="{FF2B5EF4-FFF2-40B4-BE49-F238E27FC236}">
                    <a16:creationId id="{13EBDFB8-5DBC-547F-7363-35979D9C96AC}"/>
                  </a:ext>
                </a:extLst>
              </p:cNvPr>
              <p:cNvSpPr/>
              <p:nvPr/>
            </p:nvSpPr>
            <p:spPr>
              <a:xfrm>
                <a:off x="858042" y="1924317"/>
                <a:ext cx="3032301" cy="520700"/>
              </a:xfrm>
              <a:prstGeom prst="snip2Diag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kumimoji="1" lang="en-US" altLang="zh-CN" b="1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6" name="Number1" descr="a494cc41-6541-4b7c-9205-9bdd58b0605a">
                <a:extLst>
                  <a:ext uri="{FF2B5EF4-FFF2-40B4-BE49-F238E27FC236}">
                    <a16:creationId id="{857C562D-2869-D317-8651-389E4261EB7E}"/>
                  </a:ext>
                </a:extLst>
              </p:cNvPr>
              <p:cNvSpPr/>
              <p:nvPr/>
            </p:nvSpPr>
            <p:spPr>
              <a:xfrm>
                <a:off x="660400" y="1916252"/>
                <a:ext cx="600074" cy="534848"/>
              </a:xfrm>
              <a:custGeom>
                <a:avLst/>
                <a:gdLst>
                  <a:gd name="connsiteX0" fmla="*/ 129118 w 584200"/>
                  <a:gd name="connsiteY0" fmla="*/ 0 h 520700"/>
                  <a:gd name="connsiteX1" fmla="*/ 584200 w 584200"/>
                  <a:gd name="connsiteY1" fmla="*/ 0 h 520700"/>
                  <a:gd name="connsiteX2" fmla="*/ 584200 w 584200"/>
                  <a:gd name="connsiteY2" fmla="*/ 317500 h 520700"/>
                  <a:gd name="connsiteX3" fmla="*/ 294640 w 584200"/>
                  <a:gd name="connsiteY3" fmla="*/ 518933 h 520700"/>
                  <a:gd name="connsiteX4" fmla="*/ 294640 w 584200"/>
                  <a:gd name="connsiteY4" fmla="*/ 520700 h 520700"/>
                  <a:gd name="connsiteX5" fmla="*/ 292100 w 584200"/>
                  <a:gd name="connsiteY5" fmla="*/ 520700 h 520700"/>
                  <a:gd name="connsiteX6" fmla="*/ 0 w 584200"/>
                  <a:gd name="connsiteY6" fmla="*/ 520700 h 520700"/>
                  <a:gd name="connsiteX7" fmla="*/ 0 w 584200"/>
                  <a:gd name="connsiteY7" fmla="*/ 317500 h 520700"/>
                  <a:gd name="connsiteX8" fmla="*/ 0 w 584200"/>
                  <a:gd name="connsiteY8" fmla="*/ 129118 h 520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84200" h="520700">
                    <a:moveTo>
                      <a:pt x="129118" y="0"/>
                    </a:moveTo>
                    <a:lnTo>
                      <a:pt x="584200" y="0"/>
                    </a:lnTo>
                    <a:lnTo>
                      <a:pt x="584200" y="317500"/>
                    </a:lnTo>
                    <a:lnTo>
                      <a:pt x="294640" y="518933"/>
                    </a:lnTo>
                    <a:lnTo>
                      <a:pt x="294640" y="520700"/>
                    </a:lnTo>
                    <a:lnTo>
                      <a:pt x="292100" y="520700"/>
                    </a:lnTo>
                    <a:lnTo>
                      <a:pt x="0" y="520700"/>
                    </a:lnTo>
                    <a:lnTo>
                      <a:pt x="0" y="317500"/>
                    </a:lnTo>
                    <a:lnTo>
                      <a:pt x="0" y="129118"/>
                    </a:lnTo>
                    <a:close/>
                  </a:path>
                </a:pathLst>
              </a:custGeom>
              <a:gradFill>
                <a:gsLst>
                  <a:gs pos="5000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35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b="1" dirty="0">
                    <a:cs typeface="+mn-ea"/>
                    <a:sym typeface="+mn-lt"/>
                  </a:rPr>
                  <a:t>1</a:t>
                </a:r>
                <a:endParaRPr lang="zh-CN" altLang="en-US" b="1" dirty="0">
                  <a:cs typeface="+mn-ea"/>
                  <a:sym typeface="+mn-lt"/>
                </a:endParaRPr>
              </a:p>
            </p:txBody>
          </p:sp>
          <p:sp>
            <p:nvSpPr>
              <p:cNvPr id="47" name="Text1" descr="90d68a01-918b-4164-b710-846a629d2402">
                <a:extLst>
                  <a:ext uri="{FF2B5EF4-FFF2-40B4-BE49-F238E27FC236}">
                    <a16:creationId id="{EE310542-F1D5-488C-C430-5705AB7686DE}"/>
                  </a:ext>
                </a:extLst>
              </p:cNvPr>
              <p:cNvSpPr/>
              <p:nvPr/>
            </p:nvSpPr>
            <p:spPr>
              <a:xfrm>
                <a:off x="660400" y="2529282"/>
                <a:ext cx="3229943" cy="6965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负责的大型项目需要跨部门协作，技术与管理能力并重。</a:t>
                </a:r>
                <a:endParaRPr lang="en-US" dirty="0"/>
              </a:p>
            </p:txBody>
          </p:sp>
          <p:sp>
            <p:nvSpPr>
              <p:cNvPr id="48" name="Bullet1" descr="a2bc9bf5-3160-4994-8886-4c56034c1594">
                <a:extLst>
                  <a:ext uri="{FF2B5EF4-FFF2-40B4-BE49-F238E27FC236}">
                    <a16:creationId id="{DCD3E746-0C23-00AC-8718-8354A6E4DD03}"/>
                  </a:ext>
                </a:extLst>
              </p:cNvPr>
              <p:cNvSpPr txBox="1"/>
              <p:nvPr/>
            </p:nvSpPr>
            <p:spPr>
              <a:xfrm>
                <a:off x="1285873" y="1924317"/>
                <a:ext cx="2604470" cy="52070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/>
                <a:r>
                  <a:rPr kumimoji="1" lang="zh-CN" altLang="en-US" sz="14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项目的复杂性增加</a:t>
                </a:r>
                <a:endParaRPr lang="en-US" dirty="0"/>
              </a:p>
            </p:txBody>
          </p:sp>
        </p:grpSp>
        <p:grpSp>
          <p:nvGrpSpPr>
            <p:cNvPr id="5" name="组合 4" descr="36e4c3dc-31e4-43a3-b68d-f493c9de46d9">
              <a:extLst>
                <a:ext uri="{FF2B5EF4-FFF2-40B4-BE49-F238E27FC236}">
                  <a16:creationId id="{C6567C4C-AF0E-E08C-B0E8-0068DD499D3B}"/>
                </a:ext>
              </a:extLst>
            </p:cNvPr>
            <p:cNvGrpSpPr/>
            <p:nvPr/>
          </p:nvGrpSpPr>
          <p:grpSpPr>
            <a:xfrm>
              <a:off x="4474679" y="1916252"/>
              <a:ext cx="3229943" cy="1309548"/>
              <a:chOff x="3426619" y="1916252"/>
              <a:chExt cx="3229943" cy="1309548"/>
            </a:xfrm>
          </p:grpSpPr>
          <p:sp>
            <p:nvSpPr>
              <p:cNvPr id="41" name="ComponentBackground2" descr="93c9490a-f361-4e26-a5fd-6852e2e16b17">
                <a:extLst>
                  <a:ext uri="{FF2B5EF4-FFF2-40B4-BE49-F238E27FC236}">
                    <a16:creationId id="{02833B05-D75A-6073-C0A0-9442F3FE0233}"/>
                  </a:ext>
                </a:extLst>
              </p:cNvPr>
              <p:cNvSpPr/>
              <p:nvPr/>
            </p:nvSpPr>
            <p:spPr>
              <a:xfrm>
                <a:off x="3624261" y="1924317"/>
                <a:ext cx="3032301" cy="520700"/>
              </a:xfrm>
              <a:prstGeom prst="snip2Diag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Number2" descr="7df0693d-4af2-41c0-b126-d15c62a527fb">
                <a:extLst>
                  <a:ext uri="{FF2B5EF4-FFF2-40B4-BE49-F238E27FC236}">
                    <a16:creationId id="{EFFCED87-1736-3354-EDF5-B5A1A9D1C58C}"/>
                  </a:ext>
                </a:extLst>
              </p:cNvPr>
              <p:cNvSpPr/>
              <p:nvPr/>
            </p:nvSpPr>
            <p:spPr>
              <a:xfrm>
                <a:off x="3426619" y="1916252"/>
                <a:ext cx="600074" cy="534848"/>
              </a:xfrm>
              <a:custGeom>
                <a:avLst/>
                <a:gdLst>
                  <a:gd name="connsiteX0" fmla="*/ 129118 w 584200"/>
                  <a:gd name="connsiteY0" fmla="*/ 0 h 520700"/>
                  <a:gd name="connsiteX1" fmla="*/ 584200 w 584200"/>
                  <a:gd name="connsiteY1" fmla="*/ 0 h 520700"/>
                  <a:gd name="connsiteX2" fmla="*/ 584200 w 584200"/>
                  <a:gd name="connsiteY2" fmla="*/ 317500 h 520700"/>
                  <a:gd name="connsiteX3" fmla="*/ 294640 w 584200"/>
                  <a:gd name="connsiteY3" fmla="*/ 518933 h 520700"/>
                  <a:gd name="connsiteX4" fmla="*/ 294640 w 584200"/>
                  <a:gd name="connsiteY4" fmla="*/ 520700 h 520700"/>
                  <a:gd name="connsiteX5" fmla="*/ 292100 w 584200"/>
                  <a:gd name="connsiteY5" fmla="*/ 520700 h 520700"/>
                  <a:gd name="connsiteX6" fmla="*/ 0 w 584200"/>
                  <a:gd name="connsiteY6" fmla="*/ 520700 h 520700"/>
                  <a:gd name="connsiteX7" fmla="*/ 0 w 584200"/>
                  <a:gd name="connsiteY7" fmla="*/ 317500 h 520700"/>
                  <a:gd name="connsiteX8" fmla="*/ 0 w 584200"/>
                  <a:gd name="connsiteY8" fmla="*/ 129118 h 520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84200" h="520700">
                    <a:moveTo>
                      <a:pt x="129118" y="0"/>
                    </a:moveTo>
                    <a:lnTo>
                      <a:pt x="584200" y="0"/>
                    </a:lnTo>
                    <a:lnTo>
                      <a:pt x="584200" y="317500"/>
                    </a:lnTo>
                    <a:lnTo>
                      <a:pt x="294640" y="518933"/>
                    </a:lnTo>
                    <a:lnTo>
                      <a:pt x="294640" y="520700"/>
                    </a:lnTo>
                    <a:lnTo>
                      <a:pt x="292100" y="520700"/>
                    </a:lnTo>
                    <a:lnTo>
                      <a:pt x="0" y="520700"/>
                    </a:lnTo>
                    <a:lnTo>
                      <a:pt x="0" y="317500"/>
                    </a:lnTo>
                    <a:lnTo>
                      <a:pt x="0" y="129118"/>
                    </a:lnTo>
                    <a:close/>
                  </a:path>
                </a:pathLst>
              </a:custGeom>
              <a:gradFill>
                <a:gsLst>
                  <a:gs pos="5000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135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2000" b="1" dirty="0">
                    <a:cs typeface="+mn-ea"/>
                    <a:sym typeface="+mn-lt"/>
                  </a:rPr>
                  <a:t>2</a:t>
                </a:r>
                <a:endParaRPr lang="zh-CN" altLang="en-US" sz="2000" b="1" dirty="0">
                  <a:cs typeface="+mn-ea"/>
                  <a:sym typeface="+mn-lt"/>
                </a:endParaRPr>
              </a:p>
            </p:txBody>
          </p:sp>
          <p:sp>
            <p:nvSpPr>
              <p:cNvPr id="43" name="Text2" descr="05b57129-7012-4baf-9c60-2d94ba713d02">
                <a:extLst>
                  <a:ext uri="{FF2B5EF4-FFF2-40B4-BE49-F238E27FC236}">
                    <a16:creationId id="{6186A2B8-193A-06C3-2774-49BEEBCA158B}"/>
                  </a:ext>
                </a:extLst>
              </p:cNvPr>
              <p:cNvSpPr/>
              <p:nvPr/>
            </p:nvSpPr>
            <p:spPr>
              <a:xfrm>
                <a:off x="3426619" y="2529282"/>
                <a:ext cx="3229943" cy="6965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团队规模扩大，需要更有经验的管理者引领方向。</a:t>
                </a:r>
                <a:endParaRPr lang="en-US" dirty="0"/>
              </a:p>
            </p:txBody>
          </p:sp>
          <p:sp>
            <p:nvSpPr>
              <p:cNvPr id="44" name="Bullet2" descr="d90bbc13-ceda-4c60-8d15-ecd824ac42b0">
                <a:extLst>
                  <a:ext uri="{FF2B5EF4-FFF2-40B4-BE49-F238E27FC236}">
                    <a16:creationId id="{CB26EA45-761A-9C98-695D-66ACBF7646E6}"/>
                  </a:ext>
                </a:extLst>
              </p:cNvPr>
              <p:cNvSpPr txBox="1"/>
              <p:nvPr/>
            </p:nvSpPr>
            <p:spPr>
              <a:xfrm>
                <a:off x="4041561" y="1924317"/>
                <a:ext cx="2604470" cy="52070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/>
                <a:r>
                  <a:rPr kumimoji="1" lang="zh-CN" altLang="en-US" sz="14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团队发展的需求</a:t>
                </a:r>
                <a:endParaRPr lang="en-US" dirty="0"/>
              </a:p>
            </p:txBody>
          </p:sp>
        </p:grpSp>
        <p:grpSp>
          <p:nvGrpSpPr>
            <p:cNvPr id="6" name="组合 5" descr="d03d755b-fa96-4d07-9e53-5d4935222980">
              <a:extLst>
                <a:ext uri="{FF2B5EF4-FFF2-40B4-BE49-F238E27FC236}">
                  <a16:creationId id="{BDF72302-5F11-5CDC-E471-BCFF18564D27}"/>
                </a:ext>
              </a:extLst>
            </p:cNvPr>
            <p:cNvGrpSpPr/>
            <p:nvPr/>
          </p:nvGrpSpPr>
          <p:grpSpPr>
            <a:xfrm>
              <a:off x="8288957" y="1916252"/>
              <a:ext cx="3229943" cy="1309548"/>
              <a:chOff x="6192838" y="1916252"/>
              <a:chExt cx="3229943" cy="1309548"/>
            </a:xfrm>
          </p:grpSpPr>
          <p:sp>
            <p:nvSpPr>
              <p:cNvPr id="37" name="ComponentBackground3" descr="cf08a027-fce0-4d8f-9e16-563a6c1a817a">
                <a:extLst>
                  <a:ext uri="{FF2B5EF4-FFF2-40B4-BE49-F238E27FC236}">
                    <a16:creationId id="{89B3B7B6-A119-1332-BDFF-D7769F63872E}"/>
                  </a:ext>
                </a:extLst>
              </p:cNvPr>
              <p:cNvSpPr/>
              <p:nvPr/>
            </p:nvSpPr>
            <p:spPr>
              <a:xfrm>
                <a:off x="6390480" y="1924317"/>
                <a:ext cx="3032301" cy="520700"/>
              </a:xfrm>
              <a:prstGeom prst="snip2DiagRect">
                <a:avLst/>
              </a:prstGeom>
              <a:solidFill>
                <a:schemeClr val="bg1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8" name="Number3" descr="3c87b770-9baf-442a-ba95-a9733d69d409">
                <a:extLst>
                  <a:ext uri="{FF2B5EF4-FFF2-40B4-BE49-F238E27FC236}">
                    <a16:creationId id="{A94E031B-73E3-3388-7D1C-BDBCC54CC92C}"/>
                  </a:ext>
                </a:extLst>
              </p:cNvPr>
              <p:cNvSpPr/>
              <p:nvPr/>
            </p:nvSpPr>
            <p:spPr>
              <a:xfrm>
                <a:off x="6192838" y="1916252"/>
                <a:ext cx="600074" cy="534848"/>
              </a:xfrm>
              <a:custGeom>
                <a:avLst/>
                <a:gdLst>
                  <a:gd name="connsiteX0" fmla="*/ 129118 w 584200"/>
                  <a:gd name="connsiteY0" fmla="*/ 0 h 520700"/>
                  <a:gd name="connsiteX1" fmla="*/ 584200 w 584200"/>
                  <a:gd name="connsiteY1" fmla="*/ 0 h 520700"/>
                  <a:gd name="connsiteX2" fmla="*/ 584200 w 584200"/>
                  <a:gd name="connsiteY2" fmla="*/ 317500 h 520700"/>
                  <a:gd name="connsiteX3" fmla="*/ 294640 w 584200"/>
                  <a:gd name="connsiteY3" fmla="*/ 518933 h 520700"/>
                  <a:gd name="connsiteX4" fmla="*/ 294640 w 584200"/>
                  <a:gd name="connsiteY4" fmla="*/ 520700 h 520700"/>
                  <a:gd name="connsiteX5" fmla="*/ 292100 w 584200"/>
                  <a:gd name="connsiteY5" fmla="*/ 520700 h 520700"/>
                  <a:gd name="connsiteX6" fmla="*/ 0 w 584200"/>
                  <a:gd name="connsiteY6" fmla="*/ 520700 h 520700"/>
                  <a:gd name="connsiteX7" fmla="*/ 0 w 584200"/>
                  <a:gd name="connsiteY7" fmla="*/ 317500 h 520700"/>
                  <a:gd name="connsiteX8" fmla="*/ 0 w 584200"/>
                  <a:gd name="connsiteY8" fmla="*/ 129118 h 520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84200" h="520700">
                    <a:moveTo>
                      <a:pt x="129118" y="0"/>
                    </a:moveTo>
                    <a:lnTo>
                      <a:pt x="584200" y="0"/>
                    </a:lnTo>
                    <a:lnTo>
                      <a:pt x="584200" y="317500"/>
                    </a:lnTo>
                    <a:lnTo>
                      <a:pt x="294640" y="518933"/>
                    </a:lnTo>
                    <a:lnTo>
                      <a:pt x="294640" y="520700"/>
                    </a:lnTo>
                    <a:lnTo>
                      <a:pt x="292100" y="520700"/>
                    </a:lnTo>
                    <a:lnTo>
                      <a:pt x="0" y="520700"/>
                    </a:lnTo>
                    <a:lnTo>
                      <a:pt x="0" y="317500"/>
                    </a:lnTo>
                    <a:lnTo>
                      <a:pt x="0" y="129118"/>
                    </a:lnTo>
                    <a:close/>
                  </a:path>
                </a:pathLst>
              </a:custGeom>
              <a:gradFill>
                <a:gsLst>
                  <a:gs pos="5000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35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2000" b="1" dirty="0">
                    <a:cs typeface="+mn-ea"/>
                    <a:sym typeface="+mn-lt"/>
                  </a:rPr>
                  <a:t>3</a:t>
                </a:r>
                <a:endParaRPr lang="zh-CN" altLang="en-US" sz="2000" b="1" dirty="0">
                  <a:cs typeface="+mn-ea"/>
                  <a:sym typeface="+mn-lt"/>
                </a:endParaRPr>
              </a:p>
            </p:txBody>
          </p:sp>
          <p:sp>
            <p:nvSpPr>
              <p:cNvPr id="39" name="Text3" descr="5ca7cf10-6e25-45cb-a034-d16a2f793a76">
                <a:extLst>
                  <a:ext uri="{FF2B5EF4-FFF2-40B4-BE49-F238E27FC236}">
                    <a16:creationId id="{5B5B4C30-13CD-4514-93C6-870F5BD8FA4E}"/>
                  </a:ext>
                </a:extLst>
              </p:cNvPr>
              <p:cNvSpPr/>
              <p:nvPr/>
            </p:nvSpPr>
            <p:spPr>
              <a:xfrm>
                <a:off x="6192838" y="2529282"/>
                <a:ext cx="3229943" cy="6965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上级对我的能力高度认可，给予管理角色的尝试机会。</a:t>
                </a:r>
                <a:endParaRPr lang="en-US" dirty="0"/>
              </a:p>
            </p:txBody>
          </p:sp>
          <p:sp>
            <p:nvSpPr>
              <p:cNvPr id="40" name="Bullet3" descr="2ad4b5d7-a404-49fe-a525-e37d24353cee">
                <a:extLst>
                  <a:ext uri="{FF2B5EF4-FFF2-40B4-BE49-F238E27FC236}">
                    <a16:creationId id="{4F6F23F9-8191-D400-AE72-BD07A98F1834}"/>
                  </a:ext>
                </a:extLst>
              </p:cNvPr>
              <p:cNvSpPr txBox="1"/>
              <p:nvPr/>
            </p:nvSpPr>
            <p:spPr>
              <a:xfrm>
                <a:off x="6797249" y="1924317"/>
                <a:ext cx="2604470" cy="52070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/>
                <a:r>
                  <a:rPr kumimoji="1" lang="zh-CN" altLang="en-US" sz="14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上级的信任与支持</a:t>
                </a:r>
                <a:endParaRPr lang="en-US" dirty="0"/>
              </a:p>
            </p:txBody>
          </p:sp>
        </p:grpSp>
        <p:grpSp>
          <p:nvGrpSpPr>
            <p:cNvPr id="7" name="组合 6" descr="98500c13-67f4-43a1-8674-0f6b62215755">
              <a:extLst>
                <a:ext uri="{FF2B5EF4-FFF2-40B4-BE49-F238E27FC236}">
                  <a16:creationId id="{BEE25AC7-D71F-3020-F71D-D05FFFEC0F43}"/>
                </a:ext>
              </a:extLst>
            </p:cNvPr>
            <p:cNvGrpSpPr/>
            <p:nvPr/>
          </p:nvGrpSpPr>
          <p:grpSpPr>
            <a:xfrm>
              <a:off x="2567539" y="3370402"/>
              <a:ext cx="3229943" cy="1309548"/>
              <a:chOff x="8959057" y="1916252"/>
              <a:chExt cx="3229943" cy="1309548"/>
            </a:xfrm>
          </p:grpSpPr>
          <p:sp>
            <p:nvSpPr>
              <p:cNvPr id="33" name="ComponentBackground4" descr="b1d5b76b-a375-4e08-8fca-2f6b746f0f88">
                <a:extLst>
                  <a:ext uri="{FF2B5EF4-FFF2-40B4-BE49-F238E27FC236}">
                    <a16:creationId id="{23E90151-CF9A-7BFA-5AC1-A5CABA57970D}"/>
                  </a:ext>
                </a:extLst>
              </p:cNvPr>
              <p:cNvSpPr/>
              <p:nvPr/>
            </p:nvSpPr>
            <p:spPr>
              <a:xfrm>
                <a:off x="9156699" y="1924317"/>
                <a:ext cx="3032301" cy="520700"/>
              </a:xfrm>
              <a:prstGeom prst="snip2DiagRect">
                <a:avLst/>
              </a:prstGeom>
              <a:solidFill>
                <a:schemeClr val="bg1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Number4" descr="bd58747e-794a-4e26-ba8f-de316935f817">
                <a:extLst>
                  <a:ext uri="{FF2B5EF4-FFF2-40B4-BE49-F238E27FC236}">
                    <a16:creationId id="{9D4500B9-45BA-34C9-2352-B6F8DA3CCEDC}"/>
                  </a:ext>
                </a:extLst>
              </p:cNvPr>
              <p:cNvSpPr/>
              <p:nvPr/>
            </p:nvSpPr>
            <p:spPr>
              <a:xfrm>
                <a:off x="8959057" y="1916252"/>
                <a:ext cx="600074" cy="534848"/>
              </a:xfrm>
              <a:custGeom>
                <a:avLst/>
                <a:gdLst>
                  <a:gd name="connsiteX0" fmla="*/ 129118 w 584200"/>
                  <a:gd name="connsiteY0" fmla="*/ 0 h 520700"/>
                  <a:gd name="connsiteX1" fmla="*/ 584200 w 584200"/>
                  <a:gd name="connsiteY1" fmla="*/ 0 h 520700"/>
                  <a:gd name="connsiteX2" fmla="*/ 584200 w 584200"/>
                  <a:gd name="connsiteY2" fmla="*/ 317500 h 520700"/>
                  <a:gd name="connsiteX3" fmla="*/ 294640 w 584200"/>
                  <a:gd name="connsiteY3" fmla="*/ 518933 h 520700"/>
                  <a:gd name="connsiteX4" fmla="*/ 294640 w 584200"/>
                  <a:gd name="connsiteY4" fmla="*/ 520700 h 520700"/>
                  <a:gd name="connsiteX5" fmla="*/ 292100 w 584200"/>
                  <a:gd name="connsiteY5" fmla="*/ 520700 h 520700"/>
                  <a:gd name="connsiteX6" fmla="*/ 0 w 584200"/>
                  <a:gd name="connsiteY6" fmla="*/ 520700 h 520700"/>
                  <a:gd name="connsiteX7" fmla="*/ 0 w 584200"/>
                  <a:gd name="connsiteY7" fmla="*/ 317500 h 520700"/>
                  <a:gd name="connsiteX8" fmla="*/ 0 w 584200"/>
                  <a:gd name="connsiteY8" fmla="*/ 129118 h 520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84200" h="520700">
                    <a:moveTo>
                      <a:pt x="129118" y="0"/>
                    </a:moveTo>
                    <a:lnTo>
                      <a:pt x="584200" y="0"/>
                    </a:lnTo>
                    <a:lnTo>
                      <a:pt x="584200" y="317500"/>
                    </a:lnTo>
                    <a:lnTo>
                      <a:pt x="294640" y="518933"/>
                    </a:lnTo>
                    <a:lnTo>
                      <a:pt x="294640" y="520700"/>
                    </a:lnTo>
                    <a:lnTo>
                      <a:pt x="292100" y="520700"/>
                    </a:lnTo>
                    <a:lnTo>
                      <a:pt x="0" y="520700"/>
                    </a:lnTo>
                    <a:lnTo>
                      <a:pt x="0" y="317500"/>
                    </a:lnTo>
                    <a:lnTo>
                      <a:pt x="0" y="129118"/>
                    </a:lnTo>
                    <a:close/>
                  </a:path>
                </a:pathLst>
              </a:custGeom>
              <a:gradFill>
                <a:gsLst>
                  <a:gs pos="50000">
                    <a:schemeClr val="accent4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135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2000" b="1" dirty="0">
                    <a:cs typeface="+mn-ea"/>
                    <a:sym typeface="+mn-lt"/>
                  </a:rPr>
                  <a:t>4</a:t>
                </a:r>
                <a:endParaRPr lang="zh-CN" altLang="en-US" sz="2000" b="1" dirty="0">
                  <a:cs typeface="+mn-ea"/>
                  <a:sym typeface="+mn-lt"/>
                </a:endParaRPr>
              </a:p>
            </p:txBody>
          </p:sp>
          <p:sp>
            <p:nvSpPr>
              <p:cNvPr id="35" name="Text4" descr="4415eadd-c0fd-4a51-a536-dbd18212f22b">
                <a:extLst>
                  <a:ext uri="{FF2B5EF4-FFF2-40B4-BE49-F238E27FC236}">
                    <a16:creationId id="{574D3842-0633-611B-85B9-8126271C0214}"/>
                  </a:ext>
                </a:extLst>
              </p:cNvPr>
              <p:cNvSpPr/>
              <p:nvPr/>
            </p:nvSpPr>
            <p:spPr>
              <a:xfrm>
                <a:off x="8959057" y="2529282"/>
                <a:ext cx="3229943" cy="6965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渴望在职业生涯中探索新领域，承担更多责任。</a:t>
                </a:r>
                <a:endParaRPr lang="en-US" dirty="0"/>
              </a:p>
            </p:txBody>
          </p:sp>
          <p:sp>
            <p:nvSpPr>
              <p:cNvPr id="36" name="Bullet4" descr="e2a63cc9-09f4-4c0e-99b4-9e984a26dc51">
                <a:extLst>
                  <a:ext uri="{FF2B5EF4-FFF2-40B4-BE49-F238E27FC236}">
                    <a16:creationId id="{3F418E4B-F4AF-F7BF-1335-6EAE29C1954C}"/>
                  </a:ext>
                </a:extLst>
              </p:cNvPr>
              <p:cNvSpPr txBox="1"/>
              <p:nvPr/>
            </p:nvSpPr>
            <p:spPr>
              <a:xfrm>
                <a:off x="9552937" y="1924317"/>
                <a:ext cx="2604470" cy="52070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/>
                <a:r>
                  <a:rPr kumimoji="1" lang="zh-CN" altLang="en-US" sz="14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个人职业发展的追求</a:t>
                </a:r>
                <a:endParaRPr lang="en-US" dirty="0"/>
              </a:p>
            </p:txBody>
          </p:sp>
        </p:grpSp>
        <p:grpSp>
          <p:nvGrpSpPr>
            <p:cNvPr id="8" name="组合 7" descr="a74d8f33-d9b0-4086-a950-86b0a811bfa5">
              <a:extLst>
                <a:ext uri="{FF2B5EF4-FFF2-40B4-BE49-F238E27FC236}">
                  <a16:creationId id="{AB75F50E-93A5-08D0-3224-C5A76EBEE109}"/>
                </a:ext>
              </a:extLst>
            </p:cNvPr>
            <p:cNvGrpSpPr/>
            <p:nvPr/>
          </p:nvGrpSpPr>
          <p:grpSpPr>
            <a:xfrm>
              <a:off x="6381818" y="3370402"/>
              <a:ext cx="3229943" cy="1309548"/>
              <a:chOff x="660400" y="1916252"/>
              <a:chExt cx="3229943" cy="1309548"/>
            </a:xfrm>
          </p:grpSpPr>
          <p:sp>
            <p:nvSpPr>
              <p:cNvPr id="29" name="ComponentBackground5" descr="a2f6f81b-6121-4d5d-a62b-94aa7b527056">
                <a:extLst>
                  <a:ext uri="{FF2B5EF4-FFF2-40B4-BE49-F238E27FC236}">
                    <a16:creationId id="{A3D40BD6-E939-49AF-022D-34BFB9F08ACE}"/>
                  </a:ext>
                </a:extLst>
              </p:cNvPr>
              <p:cNvSpPr/>
              <p:nvPr/>
            </p:nvSpPr>
            <p:spPr>
              <a:xfrm>
                <a:off x="858042" y="1924317"/>
                <a:ext cx="3032301" cy="520700"/>
              </a:xfrm>
              <a:prstGeom prst="snip2DiagRect">
                <a:avLst/>
              </a:prstGeom>
              <a:solidFill>
                <a:schemeClr val="bg1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kumimoji="1" lang="en-US" altLang="zh-CN" b="1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" name="Number5" descr="a8ab5fc7-13b6-427e-9f76-c7bf9cc638e9">
                <a:extLst>
                  <a:ext uri="{FF2B5EF4-FFF2-40B4-BE49-F238E27FC236}">
                    <a16:creationId id="{6C5CD36C-F325-FF91-0026-5595C3000594}"/>
                  </a:ext>
                </a:extLst>
              </p:cNvPr>
              <p:cNvSpPr/>
              <p:nvPr/>
            </p:nvSpPr>
            <p:spPr>
              <a:xfrm>
                <a:off x="660400" y="1916252"/>
                <a:ext cx="600074" cy="534848"/>
              </a:xfrm>
              <a:custGeom>
                <a:avLst/>
                <a:gdLst>
                  <a:gd name="connsiteX0" fmla="*/ 129118 w 584200"/>
                  <a:gd name="connsiteY0" fmla="*/ 0 h 520700"/>
                  <a:gd name="connsiteX1" fmla="*/ 584200 w 584200"/>
                  <a:gd name="connsiteY1" fmla="*/ 0 h 520700"/>
                  <a:gd name="connsiteX2" fmla="*/ 584200 w 584200"/>
                  <a:gd name="connsiteY2" fmla="*/ 317500 h 520700"/>
                  <a:gd name="connsiteX3" fmla="*/ 294640 w 584200"/>
                  <a:gd name="connsiteY3" fmla="*/ 518933 h 520700"/>
                  <a:gd name="connsiteX4" fmla="*/ 294640 w 584200"/>
                  <a:gd name="connsiteY4" fmla="*/ 520700 h 520700"/>
                  <a:gd name="connsiteX5" fmla="*/ 292100 w 584200"/>
                  <a:gd name="connsiteY5" fmla="*/ 520700 h 520700"/>
                  <a:gd name="connsiteX6" fmla="*/ 0 w 584200"/>
                  <a:gd name="connsiteY6" fmla="*/ 520700 h 520700"/>
                  <a:gd name="connsiteX7" fmla="*/ 0 w 584200"/>
                  <a:gd name="connsiteY7" fmla="*/ 317500 h 520700"/>
                  <a:gd name="connsiteX8" fmla="*/ 0 w 584200"/>
                  <a:gd name="connsiteY8" fmla="*/ 129118 h 520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84200" h="520700">
                    <a:moveTo>
                      <a:pt x="129118" y="0"/>
                    </a:moveTo>
                    <a:lnTo>
                      <a:pt x="584200" y="0"/>
                    </a:lnTo>
                    <a:lnTo>
                      <a:pt x="584200" y="317500"/>
                    </a:lnTo>
                    <a:lnTo>
                      <a:pt x="294640" y="518933"/>
                    </a:lnTo>
                    <a:lnTo>
                      <a:pt x="294640" y="520700"/>
                    </a:lnTo>
                    <a:lnTo>
                      <a:pt x="292100" y="520700"/>
                    </a:lnTo>
                    <a:lnTo>
                      <a:pt x="0" y="520700"/>
                    </a:lnTo>
                    <a:lnTo>
                      <a:pt x="0" y="317500"/>
                    </a:lnTo>
                    <a:lnTo>
                      <a:pt x="0" y="129118"/>
                    </a:lnTo>
                    <a:close/>
                  </a:path>
                </a:pathLst>
              </a:custGeom>
              <a:gradFill>
                <a:gsLst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35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b="1" dirty="0">
                    <a:cs typeface="+mn-ea"/>
                    <a:sym typeface="+mn-lt"/>
                  </a:rPr>
                  <a:t>5</a:t>
                </a:r>
                <a:endParaRPr lang="zh-CN" altLang="en-US" b="1" dirty="0">
                  <a:cs typeface="+mn-ea"/>
                  <a:sym typeface="+mn-lt"/>
                </a:endParaRPr>
              </a:p>
            </p:txBody>
          </p:sp>
          <p:sp>
            <p:nvSpPr>
              <p:cNvPr id="31" name="Text5" descr="cf5b1ceb-cd6a-449a-86c0-3fe9aed97e74">
                <a:extLst>
                  <a:ext uri="{FF2B5EF4-FFF2-40B4-BE49-F238E27FC236}">
                    <a16:creationId id="{20988C32-823F-5E78-34BF-6A6A77443934}"/>
                  </a:ext>
                </a:extLst>
              </p:cNvPr>
              <p:cNvSpPr/>
              <p:nvPr/>
            </p:nvSpPr>
            <p:spPr>
              <a:xfrm>
                <a:off x="660400" y="2529282"/>
                <a:ext cx="3229943" cy="6965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公司提供从内部提拔管理者的机会，鼓励员工发展。</a:t>
                </a:r>
                <a:endParaRPr lang="en-US" dirty="0"/>
              </a:p>
            </p:txBody>
          </p:sp>
          <p:sp>
            <p:nvSpPr>
              <p:cNvPr id="32" name="Bullet5" descr="b1cc7929-aa96-436c-989b-0f19e3958219">
                <a:extLst>
                  <a:ext uri="{FF2B5EF4-FFF2-40B4-BE49-F238E27FC236}">
                    <a16:creationId id="{0FCDB718-3B58-F899-395D-C2F5219AD38F}"/>
                  </a:ext>
                </a:extLst>
              </p:cNvPr>
              <p:cNvSpPr txBox="1"/>
              <p:nvPr/>
            </p:nvSpPr>
            <p:spPr>
              <a:xfrm>
                <a:off x="1285873" y="1924317"/>
                <a:ext cx="2604470" cy="52070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/>
                <a:r>
                  <a:rPr kumimoji="1" lang="zh-CN" altLang="en-US" sz="14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公司的内部提拔政策</a:t>
                </a:r>
                <a:endParaRPr lang="en-US" dirty="0"/>
              </a:p>
            </p:txBody>
          </p:sp>
        </p:grpSp>
        <p:grpSp>
          <p:nvGrpSpPr>
            <p:cNvPr id="9" name="组合 8" descr="00201b98-2fcb-47c7-8bc3-e5f3b19c9b98">
              <a:extLst>
                <a:ext uri="{FF2B5EF4-FFF2-40B4-BE49-F238E27FC236}">
                  <a16:creationId id="{5FEC1578-01F3-6771-93AE-3F05F0934A09}"/>
                </a:ext>
              </a:extLst>
            </p:cNvPr>
            <p:cNvGrpSpPr/>
            <p:nvPr/>
          </p:nvGrpSpPr>
          <p:grpSpPr>
            <a:xfrm>
              <a:off x="660400" y="4824552"/>
              <a:ext cx="3229943" cy="1309548"/>
              <a:chOff x="3426619" y="1916252"/>
              <a:chExt cx="3229943" cy="1309548"/>
            </a:xfrm>
          </p:grpSpPr>
          <p:sp>
            <p:nvSpPr>
              <p:cNvPr id="25" name="ComponentBackground6" descr="82d980b0-3fde-40f6-a970-0ecf11be05b3">
                <a:extLst>
                  <a:ext uri="{FF2B5EF4-FFF2-40B4-BE49-F238E27FC236}">
                    <a16:creationId id="{85295AA6-48C9-76F0-AAE9-B8E21B0340F4}"/>
                  </a:ext>
                </a:extLst>
              </p:cNvPr>
              <p:cNvSpPr/>
              <p:nvPr/>
            </p:nvSpPr>
            <p:spPr>
              <a:xfrm>
                <a:off x="3624261" y="1924317"/>
                <a:ext cx="3032301" cy="520700"/>
              </a:xfrm>
              <a:prstGeom prst="snip2DiagRect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6" name="Number6" descr="124c2450-a8ac-46b0-8e7c-a8eb0cca2c08">
                <a:extLst>
                  <a:ext uri="{FF2B5EF4-FFF2-40B4-BE49-F238E27FC236}">
                    <a16:creationId id="{702CECF7-5C6B-BC02-8F7A-C5CCA1E82E08}"/>
                  </a:ext>
                </a:extLst>
              </p:cNvPr>
              <p:cNvSpPr/>
              <p:nvPr/>
            </p:nvSpPr>
            <p:spPr>
              <a:xfrm>
                <a:off x="3426619" y="1916252"/>
                <a:ext cx="600074" cy="534848"/>
              </a:xfrm>
              <a:custGeom>
                <a:avLst/>
                <a:gdLst>
                  <a:gd name="connsiteX0" fmla="*/ 129118 w 584200"/>
                  <a:gd name="connsiteY0" fmla="*/ 0 h 520700"/>
                  <a:gd name="connsiteX1" fmla="*/ 584200 w 584200"/>
                  <a:gd name="connsiteY1" fmla="*/ 0 h 520700"/>
                  <a:gd name="connsiteX2" fmla="*/ 584200 w 584200"/>
                  <a:gd name="connsiteY2" fmla="*/ 317500 h 520700"/>
                  <a:gd name="connsiteX3" fmla="*/ 294640 w 584200"/>
                  <a:gd name="connsiteY3" fmla="*/ 518933 h 520700"/>
                  <a:gd name="connsiteX4" fmla="*/ 294640 w 584200"/>
                  <a:gd name="connsiteY4" fmla="*/ 520700 h 520700"/>
                  <a:gd name="connsiteX5" fmla="*/ 292100 w 584200"/>
                  <a:gd name="connsiteY5" fmla="*/ 520700 h 520700"/>
                  <a:gd name="connsiteX6" fmla="*/ 0 w 584200"/>
                  <a:gd name="connsiteY6" fmla="*/ 520700 h 520700"/>
                  <a:gd name="connsiteX7" fmla="*/ 0 w 584200"/>
                  <a:gd name="connsiteY7" fmla="*/ 317500 h 520700"/>
                  <a:gd name="connsiteX8" fmla="*/ 0 w 584200"/>
                  <a:gd name="connsiteY8" fmla="*/ 129118 h 520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84200" h="520700">
                    <a:moveTo>
                      <a:pt x="129118" y="0"/>
                    </a:moveTo>
                    <a:lnTo>
                      <a:pt x="584200" y="0"/>
                    </a:lnTo>
                    <a:lnTo>
                      <a:pt x="584200" y="317500"/>
                    </a:lnTo>
                    <a:lnTo>
                      <a:pt x="294640" y="518933"/>
                    </a:lnTo>
                    <a:lnTo>
                      <a:pt x="294640" y="520700"/>
                    </a:lnTo>
                    <a:lnTo>
                      <a:pt x="292100" y="520700"/>
                    </a:lnTo>
                    <a:lnTo>
                      <a:pt x="0" y="520700"/>
                    </a:lnTo>
                    <a:lnTo>
                      <a:pt x="0" y="317500"/>
                    </a:lnTo>
                    <a:lnTo>
                      <a:pt x="0" y="129118"/>
                    </a:lnTo>
                    <a:close/>
                  </a:path>
                </a:pathLst>
              </a:custGeom>
              <a:gradFill>
                <a:gsLst>
                  <a:gs pos="50000">
                    <a:schemeClr val="accent6"/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35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2000" b="1" dirty="0">
                    <a:cs typeface="+mn-ea"/>
                    <a:sym typeface="+mn-lt"/>
                  </a:rPr>
                  <a:t>6</a:t>
                </a:r>
                <a:endParaRPr lang="zh-CN" altLang="en-US" sz="2000" b="1" dirty="0">
                  <a:cs typeface="+mn-ea"/>
                  <a:sym typeface="+mn-lt"/>
                </a:endParaRPr>
              </a:p>
            </p:txBody>
          </p:sp>
          <p:sp>
            <p:nvSpPr>
              <p:cNvPr id="27" name="Text6" descr="81778e4c-3961-4983-9bc4-c43b9dfb7d32">
                <a:extLst>
                  <a:ext uri="{FF2B5EF4-FFF2-40B4-BE49-F238E27FC236}">
                    <a16:creationId id="{28E87255-CA41-DBA3-B8B7-556853E2A9EF}"/>
                  </a:ext>
                </a:extLst>
              </p:cNvPr>
              <p:cNvSpPr/>
              <p:nvPr/>
            </p:nvSpPr>
            <p:spPr>
              <a:xfrm>
                <a:off x="3426619" y="2529282"/>
                <a:ext cx="3229943" cy="6965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项目要求具备技术、沟通及协调等综合技能。</a:t>
                </a:r>
                <a:endParaRPr lang="en-US" dirty="0"/>
              </a:p>
            </p:txBody>
          </p:sp>
          <p:sp>
            <p:nvSpPr>
              <p:cNvPr id="28" name="Bullet6" descr="85a007f4-c703-4314-b7d9-94e9638d035f">
                <a:extLst>
                  <a:ext uri="{FF2B5EF4-FFF2-40B4-BE49-F238E27FC236}">
                    <a16:creationId id="{C54FE0A5-9E77-1C11-F0E0-24126B41ADBE}"/>
                  </a:ext>
                </a:extLst>
              </p:cNvPr>
              <p:cNvSpPr txBox="1"/>
              <p:nvPr/>
            </p:nvSpPr>
            <p:spPr>
              <a:xfrm>
                <a:off x="4041561" y="1924317"/>
                <a:ext cx="2604470" cy="52070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/>
                <a:r>
                  <a:rPr kumimoji="1" lang="zh-CN" altLang="en-US" sz="14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技能的多样化需求</a:t>
                </a:r>
                <a:endParaRPr lang="en-US" dirty="0"/>
              </a:p>
            </p:txBody>
          </p:sp>
        </p:grpSp>
        <p:grpSp>
          <p:nvGrpSpPr>
            <p:cNvPr id="10" name="组合 9" descr="cfdeaff8-6833-4de4-be38-c4db626fc59b">
              <a:extLst>
                <a:ext uri="{FF2B5EF4-FFF2-40B4-BE49-F238E27FC236}">
                  <a16:creationId id="{9D32F866-0B61-D557-3A50-DF2F15691126}"/>
                </a:ext>
              </a:extLst>
            </p:cNvPr>
            <p:cNvGrpSpPr/>
            <p:nvPr/>
          </p:nvGrpSpPr>
          <p:grpSpPr>
            <a:xfrm>
              <a:off x="4474678" y="4824552"/>
              <a:ext cx="3229943" cy="1309548"/>
              <a:chOff x="6192838" y="1916252"/>
              <a:chExt cx="3229943" cy="1309548"/>
            </a:xfrm>
          </p:grpSpPr>
          <p:sp>
            <p:nvSpPr>
              <p:cNvPr id="21" name="ComponentBackground7" descr="95a2d357-63f2-48ec-a8b7-639504917bbf">
                <a:extLst>
                  <a:ext uri="{FF2B5EF4-FFF2-40B4-BE49-F238E27FC236}">
                    <a16:creationId id="{5EC2B996-660E-347F-96C9-2B96BD4B3399}"/>
                  </a:ext>
                </a:extLst>
              </p:cNvPr>
              <p:cNvSpPr/>
              <p:nvPr/>
            </p:nvSpPr>
            <p:spPr>
              <a:xfrm>
                <a:off x="6390480" y="1924317"/>
                <a:ext cx="3032301" cy="520700"/>
              </a:xfrm>
              <a:prstGeom prst="snip2Diag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" name="Number7" descr="4a522c61-dc51-4997-938b-d93ea5077aeb">
                <a:extLst>
                  <a:ext uri="{FF2B5EF4-FFF2-40B4-BE49-F238E27FC236}">
                    <a16:creationId id="{2D688C9B-6832-37AE-D1DB-7E6DFDA39AF2}"/>
                  </a:ext>
                </a:extLst>
              </p:cNvPr>
              <p:cNvSpPr/>
              <p:nvPr/>
            </p:nvSpPr>
            <p:spPr>
              <a:xfrm>
                <a:off x="6192838" y="1916252"/>
                <a:ext cx="600074" cy="534848"/>
              </a:xfrm>
              <a:custGeom>
                <a:avLst/>
                <a:gdLst>
                  <a:gd name="connsiteX0" fmla="*/ 129118 w 584200"/>
                  <a:gd name="connsiteY0" fmla="*/ 0 h 520700"/>
                  <a:gd name="connsiteX1" fmla="*/ 584200 w 584200"/>
                  <a:gd name="connsiteY1" fmla="*/ 0 h 520700"/>
                  <a:gd name="connsiteX2" fmla="*/ 584200 w 584200"/>
                  <a:gd name="connsiteY2" fmla="*/ 317500 h 520700"/>
                  <a:gd name="connsiteX3" fmla="*/ 294640 w 584200"/>
                  <a:gd name="connsiteY3" fmla="*/ 518933 h 520700"/>
                  <a:gd name="connsiteX4" fmla="*/ 294640 w 584200"/>
                  <a:gd name="connsiteY4" fmla="*/ 520700 h 520700"/>
                  <a:gd name="connsiteX5" fmla="*/ 292100 w 584200"/>
                  <a:gd name="connsiteY5" fmla="*/ 520700 h 520700"/>
                  <a:gd name="connsiteX6" fmla="*/ 0 w 584200"/>
                  <a:gd name="connsiteY6" fmla="*/ 520700 h 520700"/>
                  <a:gd name="connsiteX7" fmla="*/ 0 w 584200"/>
                  <a:gd name="connsiteY7" fmla="*/ 317500 h 520700"/>
                  <a:gd name="connsiteX8" fmla="*/ 0 w 584200"/>
                  <a:gd name="connsiteY8" fmla="*/ 129118 h 520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84200" h="520700">
                    <a:moveTo>
                      <a:pt x="129118" y="0"/>
                    </a:moveTo>
                    <a:lnTo>
                      <a:pt x="584200" y="0"/>
                    </a:lnTo>
                    <a:lnTo>
                      <a:pt x="584200" y="317500"/>
                    </a:lnTo>
                    <a:lnTo>
                      <a:pt x="294640" y="518933"/>
                    </a:lnTo>
                    <a:lnTo>
                      <a:pt x="294640" y="520700"/>
                    </a:lnTo>
                    <a:lnTo>
                      <a:pt x="292100" y="520700"/>
                    </a:lnTo>
                    <a:lnTo>
                      <a:pt x="0" y="520700"/>
                    </a:lnTo>
                    <a:lnTo>
                      <a:pt x="0" y="317500"/>
                    </a:lnTo>
                    <a:lnTo>
                      <a:pt x="0" y="129118"/>
                    </a:lnTo>
                    <a:close/>
                  </a:path>
                </a:pathLst>
              </a:custGeom>
              <a:gradFill>
                <a:gsLst>
                  <a:gs pos="5000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35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sz="2000" b="1" dirty="0">
                    <a:cs typeface="+mn-ea"/>
                    <a:sym typeface="+mn-lt"/>
                  </a:rPr>
                  <a:t>7</a:t>
                </a:r>
                <a:endParaRPr lang="zh-CN" altLang="en-US" sz="2000" b="1" dirty="0">
                  <a:cs typeface="+mn-ea"/>
                  <a:sym typeface="+mn-lt"/>
                </a:endParaRPr>
              </a:p>
            </p:txBody>
          </p:sp>
          <p:sp>
            <p:nvSpPr>
              <p:cNvPr id="23" name="Text7" descr="388191e7-2fbe-4bab-a2f4-d3b4e73f1067">
                <a:extLst>
                  <a:ext uri="{FF2B5EF4-FFF2-40B4-BE49-F238E27FC236}">
                    <a16:creationId id="{45152405-D8CC-5D76-C28A-AD62DD8D5F70}"/>
                  </a:ext>
                </a:extLst>
              </p:cNvPr>
              <p:cNvSpPr/>
              <p:nvPr/>
            </p:nvSpPr>
            <p:spPr>
              <a:xfrm>
                <a:off x="6192838" y="2529282"/>
                <a:ext cx="3229943" cy="6965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技术更新迅速，需要管理者快速应对行业变化。</a:t>
                </a:r>
                <a:endParaRPr lang="en-US" dirty="0"/>
              </a:p>
            </p:txBody>
          </p:sp>
          <p:sp>
            <p:nvSpPr>
              <p:cNvPr id="24" name="Bullet7" descr="eefdbadc-2e7f-4817-bcbd-b98aa39c154b">
                <a:extLst>
                  <a:ext uri="{FF2B5EF4-FFF2-40B4-BE49-F238E27FC236}">
                    <a16:creationId id="{744D8F8E-AAE6-F20F-B383-A2B3E8BDFECA}"/>
                  </a:ext>
                </a:extLst>
              </p:cNvPr>
              <p:cNvSpPr txBox="1"/>
              <p:nvPr/>
            </p:nvSpPr>
            <p:spPr>
              <a:xfrm>
                <a:off x="6797249" y="1924317"/>
                <a:ext cx="2604470" cy="52070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/>
                <a:r>
                  <a:rPr kumimoji="1" lang="zh-CN" altLang="en-US" sz="14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行业趋势的变化</a:t>
                </a:r>
                <a:endParaRPr lang="en-US" dirty="0"/>
              </a:p>
            </p:txBody>
          </p:sp>
        </p:grpSp>
        <p:grpSp>
          <p:nvGrpSpPr>
            <p:cNvPr id="11" name="组合 10" descr="d990b151-ccdf-442c-b5dc-a81a199616d3">
              <a:extLst>
                <a:ext uri="{FF2B5EF4-FFF2-40B4-BE49-F238E27FC236}">
                  <a16:creationId id="{4A0E6BD4-9EC4-6EC2-DD77-C1DFE0BC6220}"/>
                </a:ext>
              </a:extLst>
            </p:cNvPr>
            <p:cNvGrpSpPr/>
            <p:nvPr/>
          </p:nvGrpSpPr>
          <p:grpSpPr>
            <a:xfrm>
              <a:off x="8288957" y="4824552"/>
              <a:ext cx="3229943" cy="1309548"/>
              <a:chOff x="8959057" y="1916252"/>
              <a:chExt cx="3229943" cy="1309548"/>
            </a:xfrm>
          </p:grpSpPr>
          <p:sp>
            <p:nvSpPr>
              <p:cNvPr id="17" name="ComponentBackground8" descr="039d22c7-217d-41a2-9bb4-434feec2c396">
                <a:extLst>
                  <a:ext uri="{FF2B5EF4-FFF2-40B4-BE49-F238E27FC236}">
                    <a16:creationId id="{06F17210-793C-265C-1B07-5D2A4965205B}"/>
                  </a:ext>
                </a:extLst>
              </p:cNvPr>
              <p:cNvSpPr/>
              <p:nvPr/>
            </p:nvSpPr>
            <p:spPr>
              <a:xfrm>
                <a:off x="9156699" y="1924317"/>
                <a:ext cx="3032301" cy="520700"/>
              </a:xfrm>
              <a:prstGeom prst="snip2Diag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8" name="Number8" descr="104e3d9e-d367-4d20-9c77-613ce813e288">
                <a:extLst>
                  <a:ext uri="{FF2B5EF4-FFF2-40B4-BE49-F238E27FC236}">
                    <a16:creationId id="{E4956031-8A64-AA41-7D6B-34497F94C1E7}"/>
                  </a:ext>
                </a:extLst>
              </p:cNvPr>
              <p:cNvSpPr/>
              <p:nvPr/>
            </p:nvSpPr>
            <p:spPr>
              <a:xfrm>
                <a:off x="8959057" y="1916252"/>
                <a:ext cx="600074" cy="534848"/>
              </a:xfrm>
              <a:custGeom>
                <a:avLst/>
                <a:gdLst>
                  <a:gd name="connsiteX0" fmla="*/ 129118 w 584200"/>
                  <a:gd name="connsiteY0" fmla="*/ 0 h 520700"/>
                  <a:gd name="connsiteX1" fmla="*/ 584200 w 584200"/>
                  <a:gd name="connsiteY1" fmla="*/ 0 h 520700"/>
                  <a:gd name="connsiteX2" fmla="*/ 584200 w 584200"/>
                  <a:gd name="connsiteY2" fmla="*/ 317500 h 520700"/>
                  <a:gd name="connsiteX3" fmla="*/ 294640 w 584200"/>
                  <a:gd name="connsiteY3" fmla="*/ 518933 h 520700"/>
                  <a:gd name="connsiteX4" fmla="*/ 294640 w 584200"/>
                  <a:gd name="connsiteY4" fmla="*/ 520700 h 520700"/>
                  <a:gd name="connsiteX5" fmla="*/ 292100 w 584200"/>
                  <a:gd name="connsiteY5" fmla="*/ 520700 h 520700"/>
                  <a:gd name="connsiteX6" fmla="*/ 0 w 584200"/>
                  <a:gd name="connsiteY6" fmla="*/ 520700 h 520700"/>
                  <a:gd name="connsiteX7" fmla="*/ 0 w 584200"/>
                  <a:gd name="connsiteY7" fmla="*/ 317500 h 520700"/>
                  <a:gd name="connsiteX8" fmla="*/ 0 w 584200"/>
                  <a:gd name="connsiteY8" fmla="*/ 129118 h 520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84200" h="520700">
                    <a:moveTo>
                      <a:pt x="129118" y="0"/>
                    </a:moveTo>
                    <a:lnTo>
                      <a:pt x="584200" y="0"/>
                    </a:lnTo>
                    <a:lnTo>
                      <a:pt x="584200" y="317500"/>
                    </a:lnTo>
                    <a:lnTo>
                      <a:pt x="294640" y="518933"/>
                    </a:lnTo>
                    <a:lnTo>
                      <a:pt x="294640" y="520700"/>
                    </a:lnTo>
                    <a:lnTo>
                      <a:pt x="292100" y="520700"/>
                    </a:lnTo>
                    <a:lnTo>
                      <a:pt x="0" y="520700"/>
                    </a:lnTo>
                    <a:lnTo>
                      <a:pt x="0" y="317500"/>
                    </a:lnTo>
                    <a:lnTo>
                      <a:pt x="0" y="129118"/>
                    </a:lnTo>
                    <a:close/>
                  </a:path>
                </a:pathLst>
              </a:custGeom>
              <a:gradFill>
                <a:gsLst>
                  <a:gs pos="5000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135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2000" b="1" dirty="0">
                    <a:cs typeface="+mn-ea"/>
                    <a:sym typeface="+mn-lt"/>
                  </a:rPr>
                  <a:t>8</a:t>
                </a:r>
                <a:endParaRPr lang="zh-CN" altLang="en-US" sz="2000" b="1" dirty="0">
                  <a:cs typeface="+mn-ea"/>
                  <a:sym typeface="+mn-lt"/>
                </a:endParaRPr>
              </a:p>
            </p:txBody>
          </p:sp>
          <p:sp>
            <p:nvSpPr>
              <p:cNvPr id="19" name="Text8" descr="93f842d8-16fd-4fcb-89f0-69c938dceceb">
                <a:extLst>
                  <a:ext uri="{FF2B5EF4-FFF2-40B4-BE49-F238E27FC236}">
                    <a16:creationId id="{507F330B-B518-B3A1-F8C9-295C7EE7E995}"/>
                  </a:ext>
                </a:extLst>
              </p:cNvPr>
              <p:cNvSpPr/>
              <p:nvPr/>
            </p:nvSpPr>
            <p:spPr>
              <a:xfrm>
                <a:off x="8959057" y="2529282"/>
                <a:ext cx="3229943" cy="6965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勇于接受新挑战，以提升个人的全面能力。</a:t>
                </a:r>
                <a:endParaRPr lang="en-US" dirty="0"/>
              </a:p>
            </p:txBody>
          </p:sp>
          <p:sp>
            <p:nvSpPr>
              <p:cNvPr id="20" name="Bullet8" descr="8da4a7e3-a137-4356-ae72-7d47d2ee99f8">
                <a:extLst>
                  <a:ext uri="{FF2B5EF4-FFF2-40B4-BE49-F238E27FC236}">
                    <a16:creationId id="{25C0F071-BA95-3B63-C33F-FB2F0F0D3C7D}"/>
                  </a:ext>
                </a:extLst>
              </p:cNvPr>
              <p:cNvSpPr txBox="1"/>
              <p:nvPr/>
            </p:nvSpPr>
            <p:spPr>
              <a:xfrm>
                <a:off x="9552937" y="1924317"/>
                <a:ext cx="2604470" cy="52070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/>
                <a:r>
                  <a:rPr kumimoji="1" lang="zh-CN" altLang="en-US" sz="14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自我挑战的意愿</a:t>
                </a:r>
                <a:endParaRPr lang="en-US" dirty="0"/>
              </a:p>
            </p:txBody>
          </p:sp>
        </p:grpSp>
      </p:grpSp>
      <p:sp>
        <p:nvSpPr>
          <p:cNvPr id="2" name="" descr="35a15f7c-9d27-4f27-bcb9-d0ad115e013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转变的契机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51" name="9cba7b1d-1cd2-4015-b4ac-8f91b82dca04.source.7.zh-Hans.pptx" descr="64deb427-3128-483d-898b-99302a8146cf">
            <a:extLst>
              <a:ext uri="{FF2B5EF4-FFF2-40B4-BE49-F238E27FC236}">
                <a16:creationId id="{7292C405-7EFD-3645-0291-CD6063DEB060}"/>
              </a:ext>
            </a:extLst>
          </p:cNvPr>
          <p:cNvGrpSpPr/>
          <p:nvPr/>
        </p:nvGrpSpPr>
        <p:grpSpPr>
          <a:xfrm>
            <a:off x="261256" y="1291756"/>
            <a:ext cx="11669487" cy="4696732"/>
            <a:chOff x="261256" y="1291756"/>
            <a:chExt cx="11669487" cy="4696732"/>
          </a:xfrm>
        </p:grpSpPr>
        <p:sp>
          <p:nvSpPr>
            <p:cNvPr id="2" name="Title" descr="14f8a4ac-cb43-4cf5-9e37-660166509c24">
              <a:extLst>
                <a:ext uri="{FF2B5EF4-FFF2-40B4-BE49-F238E27FC236}">
                  <a16:creationId id="{2AF4973C-1437-447F-A9F0-7F805D0833BB}"/>
                </a:ext>
              </a:extLst>
            </p:cNvPr>
            <p:cNvSpPr/>
            <p:nvPr/>
          </p:nvSpPr>
          <p:spPr>
            <a:xfrm>
              <a:off x="660400" y="1291756"/>
              <a:ext cx="10858500" cy="431798"/>
            </a:xfrm>
            <a:prstGeom prst="rect">
              <a:avLst/>
            </a:prstGeom>
          </p:spPr>
          <p:txBody>
            <a:bodyPr vert="horz" wrap="square" lIns="0" tIns="0" rIns="0" bIns="0" anchor="b" anchorCtr="0">
              <a:normAutofit/>
            </a:bodyPr>
            <a:lstStyle/>
            <a:p>
              <a:pPr marR="0" lvl="0" indent="0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b="1" dirty="0"/>
                <a:t>角色转变初期遇到的主要困难</a:t>
              </a:r>
              <a:endParaRPr lang="en-US" dirty="0"/>
            </a:p>
          </p:txBody>
        </p:sp>
        <p:grpSp>
          <p:nvGrpSpPr>
            <p:cNvPr id="11" name="组合 10" descr="a239e21a-aa9f-4868-94d8-1388aef854df">
              <a:extLst>
                <a:ext uri="{FF2B5EF4-FFF2-40B4-BE49-F238E27FC236}">
                  <a16:creationId id="{2E1E4F16-963D-4C3E-A35A-625F3BB249A7}"/>
                </a:ext>
              </a:extLst>
            </p:cNvPr>
            <p:cNvGrpSpPr/>
            <p:nvPr/>
          </p:nvGrpSpPr>
          <p:grpSpPr>
            <a:xfrm>
              <a:off x="261256" y="2471841"/>
              <a:ext cx="11669487" cy="3516647"/>
              <a:chOff x="18675" y="2471841"/>
              <a:chExt cx="11669487" cy="3516647"/>
            </a:xfrm>
          </p:grpSpPr>
          <p:grpSp>
            <p:nvGrpSpPr>
              <p:cNvPr id="26" name="组合 25" descr="88bec444-42fc-4591-bced-7a032b4d9a7a">
                <a:extLst>
                  <a:ext uri="{FF2B5EF4-FFF2-40B4-BE49-F238E27FC236}">
                    <a16:creationId id="{98815F7E-A29D-4FEF-9C7E-561400236F20}"/>
                  </a:ext>
                </a:extLst>
              </p:cNvPr>
              <p:cNvGrpSpPr/>
              <p:nvPr/>
            </p:nvGrpSpPr>
            <p:grpSpPr>
              <a:xfrm>
                <a:off x="18675" y="2471841"/>
                <a:ext cx="2317338" cy="2761096"/>
                <a:chOff x="3469487" y="1881276"/>
                <a:chExt cx="3480919" cy="2761096"/>
              </a:xfrm>
            </p:grpSpPr>
            <p:grpSp>
              <p:nvGrpSpPr>
                <p:cNvPr id="7" name="组合 6" descr="0c1d47ce-b312-4894-be72-0e638953bd95">
                  <a:extLst>
                    <a:ext uri="{FF2B5EF4-FFF2-40B4-BE49-F238E27FC236}">
                      <a16:creationId id="{407CFB6F-0503-4A26-9ACF-7994E2C9E258}"/>
                    </a:ext>
                  </a:extLst>
                </p:cNvPr>
                <p:cNvGrpSpPr/>
                <p:nvPr/>
              </p:nvGrpSpPr>
              <p:grpSpPr>
                <a:xfrm>
                  <a:off x="3469487" y="1881276"/>
                  <a:ext cx="3480919" cy="2761096"/>
                  <a:chOff x="1022015" y="2306655"/>
                  <a:chExt cx="3480919" cy="2761096"/>
                </a:xfrm>
              </p:grpSpPr>
              <p:sp>
                <p:nvSpPr>
                  <p:cNvPr id="4" name="Bullet1" descr="a4fb5858-1c38-41f5-91fc-d7163dda77aa">
                    <a:extLst>
                      <a:ext uri="{FF2B5EF4-FFF2-40B4-BE49-F238E27FC236}">
                        <a16:creationId id="{83A4C153-F69D-4520-9057-98CCE7BEDA01}"/>
                      </a:ext>
                    </a:extLst>
                  </p:cNvPr>
                  <p:cNvSpPr txBox="1"/>
                  <p:nvPr/>
                </p:nvSpPr>
                <p:spPr>
                  <a:xfrm>
                    <a:off x="1022015" y="3981641"/>
                    <a:ext cx="3480919" cy="648512"/>
                  </a:xfrm>
                  <a:prstGeom prst="rect">
                    <a:avLst/>
                  </a:prstGeom>
                  <a:noFill/>
                </p:spPr>
                <p:txBody>
                  <a:bodyPr wrap="square" lIns="90000" tIns="46800" rIns="90000" bIns="46800" rtlCol="0" anchor="ctr" anchorCtr="0">
                    <a:normAutofit/>
                  </a:bodyPr>
                  <a:lstStyle/>
                  <a:p>
                    <a:pPr algn="ctr"/>
                    <a:r>
                      <a:rPr lang="zh-CN" altLang="en-US" b="1" dirty="0"/>
                      <a:t>管理经验的不足</a:t>
                    </a:r>
                    <a:endParaRPr lang="en-US" dirty="0"/>
                  </a:p>
                </p:txBody>
              </p:sp>
              <p:sp>
                <p:nvSpPr>
                  <p:cNvPr id="5" name="Text1" descr="c9065f64-b71e-46fa-928e-a1c7b725a16d">
                    <a:extLst>
                      <a:ext uri="{FF2B5EF4-FFF2-40B4-BE49-F238E27FC236}">
                        <a16:creationId id="{970930C7-157C-486C-B5BC-C2A59092433C}"/>
                      </a:ext>
                    </a:extLst>
                  </p:cNvPr>
                  <p:cNvSpPr/>
                  <p:nvPr/>
                </p:nvSpPr>
                <p:spPr>
                  <a:xfrm>
                    <a:off x="1362344" y="4424253"/>
                    <a:ext cx="2800267" cy="643498"/>
                  </a:xfrm>
                  <a:prstGeom prst="rect">
                    <a:avLst/>
                  </a:prstGeom>
                  <a:noFill/>
                  <a:ln w="5715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0000" tIns="46800" rIns="90000" bIns="46800" numCol="1" spcCol="0" rtlCol="0" fromWordArt="0" anchor="ctr" anchorCtr="0" forceAA="0" compatLnSpc="1">
                    <a:normAutofit fontScale="92500"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zh-CN" altLang="en-US" sz="1200" dirty="0">
                        <a:solidFill>
                          <a:schemeClr val="tx1"/>
                        </a:solidFill>
                      </a:rPr>
                      <a:t>缺乏系统的管理知识，需在实践中不断摸索和学习。</a:t>
                    </a:r>
                    <a:endParaRPr lang="en-US" dirty="0"/>
                  </a:p>
                </p:txBody>
              </p:sp>
              <p:sp>
                <p:nvSpPr>
                  <p:cNvPr id="6" name="Number1" descr="9f0b7f00-4f02-4172-b20b-2c4f7e918ee2">
                    <a:extLst>
                      <a:ext uri="{FF2B5EF4-FFF2-40B4-BE49-F238E27FC236}">
                        <a16:creationId id="{805C7220-ED01-46C0-ABDF-CF9F32265891}"/>
                      </a:ext>
                    </a:extLst>
                  </p:cNvPr>
                  <p:cNvSpPr txBox="1"/>
                  <p:nvPr/>
                </p:nvSpPr>
                <p:spPr>
                  <a:xfrm>
                    <a:off x="1985962" y="2306655"/>
                    <a:ext cx="1468075" cy="771623"/>
                  </a:xfrm>
                  <a:prstGeom prst="rect">
                    <a:avLst/>
                  </a:prstGeom>
                  <a:noFill/>
                </p:spPr>
                <p:txBody>
                  <a:bodyPr wrap="square" lIns="90000" tIns="46800" rIns="90000" bIns="46800" rtlCol="0" anchor="ctr" anchorCtr="0">
                    <a:spAutoFit/>
                  </a:bodyPr>
                  <a:lstStyle/>
                  <a:p>
                    <a:pPr algn="ctr"/>
                    <a:r>
                      <a:rPr lang="en-US" altLang="zh-CN" sz="4400" b="1" dirty="0"/>
                      <a:t>01</a:t>
                    </a:r>
                    <a:endParaRPr lang="zh-CN" altLang="en-US" sz="4400" b="1" dirty="0"/>
                  </a:p>
                </p:txBody>
              </p:sp>
            </p:grpSp>
            <p:cxnSp>
              <p:nvCxnSpPr>
                <p:cNvPr id="25" name="直接连接符 24" descr="ab4f79ba-0e1f-4ad5-8df8-b245333ba043">
                  <a:extLst>
                    <a:ext uri="{FF2B5EF4-FFF2-40B4-BE49-F238E27FC236}">
                      <a16:creationId id="{F787E170-3265-4811-BF8D-FE7CA8450E3A}"/>
                    </a:ext>
                  </a:extLst>
                </p:cNvPr>
                <p:cNvCxnSpPr/>
                <p:nvPr/>
              </p:nvCxnSpPr>
              <p:spPr>
                <a:xfrm>
                  <a:off x="5201104" y="2712127"/>
                  <a:ext cx="0" cy="930266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" name="组合 26" descr="3346a80c-af3b-4415-8a2b-4cf3db351a71">
                <a:extLst>
                  <a:ext uri="{FF2B5EF4-FFF2-40B4-BE49-F238E27FC236}">
                    <a16:creationId id="{C7A033E2-7143-4BD3-8F55-C1EBF75D3686}"/>
                  </a:ext>
                </a:extLst>
              </p:cNvPr>
              <p:cNvGrpSpPr/>
              <p:nvPr/>
            </p:nvGrpSpPr>
            <p:grpSpPr>
              <a:xfrm>
                <a:off x="1577366" y="3468599"/>
                <a:ext cx="2317338" cy="2519889"/>
                <a:chOff x="3469487" y="1881276"/>
                <a:chExt cx="3480919" cy="2519889"/>
              </a:xfrm>
            </p:grpSpPr>
            <p:grpSp>
              <p:nvGrpSpPr>
                <p:cNvPr id="28" name="组合 27" descr="c9aa0285-6a58-47be-b554-5176de941c42">
                  <a:extLst>
                    <a:ext uri="{FF2B5EF4-FFF2-40B4-BE49-F238E27FC236}">
                      <a16:creationId id="{4BF96DD5-7DF3-4E93-9DC2-445FD0A03507}"/>
                    </a:ext>
                  </a:extLst>
                </p:cNvPr>
                <p:cNvGrpSpPr/>
                <p:nvPr/>
              </p:nvGrpSpPr>
              <p:grpSpPr>
                <a:xfrm>
                  <a:off x="3469487" y="1881276"/>
                  <a:ext cx="3480919" cy="2519889"/>
                  <a:chOff x="1022015" y="2306655"/>
                  <a:chExt cx="3480919" cy="2519889"/>
                </a:xfrm>
              </p:grpSpPr>
              <p:sp>
                <p:nvSpPr>
                  <p:cNvPr id="30" name="Bullet2" descr="f1fc4f0b-d556-4ebe-aaa2-c0f17e91ad45">
                    <a:extLst>
                      <a:ext uri="{FF2B5EF4-FFF2-40B4-BE49-F238E27FC236}">
                        <a16:creationId id="{BAC4C868-6FB7-4E3A-AE6B-8E6635A72DF2}"/>
                      </a:ext>
                    </a:extLst>
                  </p:cNvPr>
                  <p:cNvSpPr txBox="1"/>
                  <p:nvPr/>
                </p:nvSpPr>
                <p:spPr>
                  <a:xfrm>
                    <a:off x="1022015" y="3981641"/>
                    <a:ext cx="3480919" cy="648512"/>
                  </a:xfrm>
                  <a:prstGeom prst="rect">
                    <a:avLst/>
                  </a:prstGeom>
                  <a:noFill/>
                </p:spPr>
                <p:txBody>
                  <a:bodyPr wrap="square" lIns="90000" tIns="46800" rIns="90000" bIns="46800" rtlCol="0" anchor="ctr" anchorCtr="0">
                    <a:normAutofit/>
                  </a:bodyPr>
                  <a:lstStyle/>
                  <a:p>
                    <a:pPr algn="ctr"/>
                    <a:r>
                      <a:rPr lang="zh-CN" altLang="en-US" b="1" dirty="0">
                        <a:solidFill>
                          <a:schemeClr val="accent1"/>
                        </a:solidFill>
                      </a:rPr>
                      <a:t>技术与管理平衡</a:t>
                    </a:r>
                    <a:endParaRPr lang="en-US" dirty="0"/>
                  </a:p>
                </p:txBody>
              </p:sp>
              <p:sp>
                <p:nvSpPr>
                  <p:cNvPr id="31" name="Text2" descr="7eb7247b-8e7a-4e5c-b7b9-051f925959e4">
                    <a:extLst>
                      <a:ext uri="{FF2B5EF4-FFF2-40B4-BE49-F238E27FC236}">
                        <a16:creationId id="{65A457A8-42B0-4D45-9C7A-447FB0377E98}"/>
                      </a:ext>
                    </a:extLst>
                  </p:cNvPr>
                  <p:cNvSpPr/>
                  <p:nvPr/>
                </p:nvSpPr>
                <p:spPr>
                  <a:xfrm>
                    <a:off x="1362344" y="4424253"/>
                    <a:ext cx="2800267" cy="402291"/>
                  </a:xfrm>
                  <a:prstGeom prst="rect">
                    <a:avLst/>
                  </a:prstGeom>
                  <a:noFill/>
                  <a:ln w="5715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0000" tIns="46800" rIns="90000" bIns="46800" numCol="1" spcCol="0" rtlCol="0" fromWordArt="0" anchor="ctr" anchorCtr="0" forceAA="0" compatLnSpc="1">
                    <a:normAutofit fontScale="85000" lnSpcReduction="20000"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zh-CN" altLang="en-US" sz="1200" dirty="0">
                        <a:solidFill>
                          <a:schemeClr val="tx1"/>
                        </a:solidFill>
                      </a:rPr>
                      <a:t>在团队管理和技术深耕间找到平衡，确保项目顺利推进。</a:t>
                    </a:r>
                    <a:endParaRPr lang="en-US" dirty="0"/>
                  </a:p>
                </p:txBody>
              </p:sp>
              <p:sp>
                <p:nvSpPr>
                  <p:cNvPr id="32" name="Number2" descr="ce782bd9-d8e0-4d49-a113-93b7416abad3">
                    <a:extLst>
                      <a:ext uri="{FF2B5EF4-FFF2-40B4-BE49-F238E27FC236}">
                        <a16:creationId id="{E6F58ADE-4B15-47DE-B8FC-294A135CF7A6}"/>
                      </a:ext>
                    </a:extLst>
                  </p:cNvPr>
                  <p:cNvSpPr txBox="1"/>
                  <p:nvPr/>
                </p:nvSpPr>
                <p:spPr>
                  <a:xfrm>
                    <a:off x="1985962" y="2306655"/>
                    <a:ext cx="1468075" cy="771623"/>
                  </a:xfrm>
                  <a:prstGeom prst="rect">
                    <a:avLst/>
                  </a:prstGeom>
                  <a:noFill/>
                </p:spPr>
                <p:txBody>
                  <a:bodyPr wrap="square" lIns="90000" tIns="46800" rIns="90000" bIns="46800" rtlCol="0" anchor="ctr" anchorCtr="0">
                    <a:spAutoFit/>
                  </a:bodyPr>
                  <a:lstStyle/>
                  <a:p>
                    <a:pPr algn="ctr"/>
                    <a:r>
                      <a:rPr lang="en-US" altLang="zh-CN" sz="4400" b="1" dirty="0">
                        <a:solidFill>
                          <a:schemeClr val="accent1"/>
                        </a:solidFill>
                      </a:rPr>
                      <a:t>02</a:t>
                    </a:r>
                    <a:endParaRPr lang="zh-CN" altLang="en-US" sz="4400" b="1" dirty="0">
                      <a:solidFill>
                        <a:schemeClr val="accent1"/>
                      </a:solidFill>
                    </a:endParaRPr>
                  </a:p>
                </p:txBody>
              </p:sp>
            </p:grpSp>
            <p:cxnSp>
              <p:nvCxnSpPr>
                <p:cNvPr id="29" name="直接连接符 28" descr="f6c0ae3c-3a46-4a93-b06d-c8ee4a268451">
                  <a:extLst>
                    <a:ext uri="{FF2B5EF4-FFF2-40B4-BE49-F238E27FC236}">
                      <a16:creationId id="{B89D9DF4-4BB2-4A72-B886-E3A6648C51EC}"/>
                    </a:ext>
                  </a:extLst>
                </p:cNvPr>
                <p:cNvCxnSpPr/>
                <p:nvPr/>
              </p:nvCxnSpPr>
              <p:spPr>
                <a:xfrm>
                  <a:off x="5201104" y="2712127"/>
                  <a:ext cx="0" cy="930266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" name="组合 32" descr="cfd1681d-2eee-4309-b6cb-f30ba6adb8dd">
                <a:extLst>
                  <a:ext uri="{FF2B5EF4-FFF2-40B4-BE49-F238E27FC236}">
                    <a16:creationId id="{5FB2A376-D483-46BA-8F41-DA5886ACFB0F}"/>
                  </a:ext>
                </a:extLst>
              </p:cNvPr>
              <p:cNvGrpSpPr/>
              <p:nvPr/>
            </p:nvGrpSpPr>
            <p:grpSpPr>
              <a:xfrm>
                <a:off x="3136057" y="2471841"/>
                <a:ext cx="2317338" cy="2757875"/>
                <a:chOff x="3469487" y="1881276"/>
                <a:chExt cx="3480919" cy="2757875"/>
              </a:xfrm>
            </p:grpSpPr>
            <p:grpSp>
              <p:nvGrpSpPr>
                <p:cNvPr id="34" name="组合 33" descr="c1235051-a1b6-494d-afc9-ba4923d5d27e">
                  <a:extLst>
                    <a:ext uri="{FF2B5EF4-FFF2-40B4-BE49-F238E27FC236}">
                      <a16:creationId id="{16611DDF-6FA3-478B-A460-6B730303B14A}"/>
                    </a:ext>
                  </a:extLst>
                </p:cNvPr>
                <p:cNvGrpSpPr/>
                <p:nvPr/>
              </p:nvGrpSpPr>
              <p:grpSpPr>
                <a:xfrm>
                  <a:off x="3469487" y="1881276"/>
                  <a:ext cx="3480919" cy="2757875"/>
                  <a:chOff x="1022015" y="2306655"/>
                  <a:chExt cx="3480919" cy="2757875"/>
                </a:xfrm>
              </p:grpSpPr>
              <p:sp>
                <p:nvSpPr>
                  <p:cNvPr id="36" name="Bullet3" descr="e3c2d922-59db-48d1-8596-eed87535606c">
                    <a:extLst>
                      <a:ext uri="{FF2B5EF4-FFF2-40B4-BE49-F238E27FC236}">
                        <a16:creationId id="{36AAF268-4880-4D83-842D-141A74ACBE7A}"/>
                      </a:ext>
                    </a:extLst>
                  </p:cNvPr>
                  <p:cNvSpPr txBox="1"/>
                  <p:nvPr/>
                </p:nvSpPr>
                <p:spPr>
                  <a:xfrm>
                    <a:off x="1022015" y="3984862"/>
                    <a:ext cx="3480919" cy="648512"/>
                  </a:xfrm>
                  <a:prstGeom prst="rect">
                    <a:avLst/>
                  </a:prstGeom>
                  <a:noFill/>
                </p:spPr>
                <p:txBody>
                  <a:bodyPr wrap="square" lIns="90000" tIns="46800" rIns="90000" bIns="46800" rtlCol="0" anchor="ctr" anchorCtr="0">
                    <a:normAutofit/>
                  </a:bodyPr>
                  <a:lstStyle/>
                  <a:p>
                    <a:pPr algn="ctr"/>
                    <a:r>
                      <a:rPr lang="zh-CN" altLang="en-US" b="1" dirty="0"/>
                      <a:t>沟通与协调难度</a:t>
                    </a:r>
                    <a:endParaRPr lang="en-US" dirty="0"/>
                  </a:p>
                </p:txBody>
              </p:sp>
              <p:sp>
                <p:nvSpPr>
                  <p:cNvPr id="37" name="Text3" descr="839fe068-1119-407c-adce-8314266e7627">
                    <a:extLst>
                      <a:ext uri="{FF2B5EF4-FFF2-40B4-BE49-F238E27FC236}">
                        <a16:creationId id="{EF8114FC-A7F2-4411-9405-63465361C535}"/>
                      </a:ext>
                    </a:extLst>
                  </p:cNvPr>
                  <p:cNvSpPr/>
                  <p:nvPr/>
                </p:nvSpPr>
                <p:spPr>
                  <a:xfrm>
                    <a:off x="1362344" y="4421032"/>
                    <a:ext cx="2800267" cy="643498"/>
                  </a:xfrm>
                  <a:prstGeom prst="rect">
                    <a:avLst/>
                  </a:prstGeom>
                  <a:noFill/>
                  <a:ln w="5715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0000" tIns="46800" rIns="90000" bIns="46800" numCol="1" spcCol="0" rtlCol="0" fromWordArt="0" anchor="ctr" anchorCtr="0" forceAA="0" compatLnSpc="1">
                    <a:normAutofit fontScale="92500"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zh-CN" altLang="en-US" sz="1200" dirty="0">
                        <a:solidFill>
                          <a:schemeClr val="tx1"/>
                        </a:solidFill>
                      </a:rPr>
                      <a:t>跨部门沟通复杂，需提升协调和解决冲突的能力。</a:t>
                    </a:r>
                    <a:endParaRPr lang="en-US" dirty="0"/>
                  </a:p>
                </p:txBody>
              </p:sp>
              <p:sp>
                <p:nvSpPr>
                  <p:cNvPr id="38" name="Number3" descr="eaceb19c-9b04-42ea-bb36-93840bddbdb2">
                    <a:extLst>
                      <a:ext uri="{FF2B5EF4-FFF2-40B4-BE49-F238E27FC236}">
                        <a16:creationId id="{C5380E2C-AEA3-4BDF-B256-BCA6A32180BF}"/>
                      </a:ext>
                    </a:extLst>
                  </p:cNvPr>
                  <p:cNvSpPr txBox="1"/>
                  <p:nvPr/>
                </p:nvSpPr>
                <p:spPr>
                  <a:xfrm>
                    <a:off x="1985962" y="2306655"/>
                    <a:ext cx="1468075" cy="771623"/>
                  </a:xfrm>
                  <a:prstGeom prst="rect">
                    <a:avLst/>
                  </a:prstGeom>
                  <a:noFill/>
                </p:spPr>
                <p:txBody>
                  <a:bodyPr wrap="square" lIns="90000" tIns="46800" rIns="90000" bIns="46800" rtlCol="0" anchor="ctr" anchorCtr="0">
                    <a:spAutoFit/>
                  </a:bodyPr>
                  <a:lstStyle/>
                  <a:p>
                    <a:pPr algn="ctr"/>
                    <a:r>
                      <a:rPr lang="en-US" altLang="zh-CN" sz="4400" b="1" dirty="0"/>
                      <a:t>03</a:t>
                    </a:r>
                    <a:endParaRPr lang="zh-CN" altLang="en-US" sz="4400" b="1" dirty="0"/>
                  </a:p>
                </p:txBody>
              </p:sp>
            </p:grpSp>
            <p:cxnSp>
              <p:nvCxnSpPr>
                <p:cNvPr id="35" name="直接连接符 34" descr="0fe45196-948b-44c0-9a5a-f78102d4aea1">
                  <a:extLst>
                    <a:ext uri="{FF2B5EF4-FFF2-40B4-BE49-F238E27FC236}">
                      <a16:creationId id="{EF27A9F2-F6FF-42A6-BB20-7661D2F36555}"/>
                    </a:ext>
                  </a:extLst>
                </p:cNvPr>
                <p:cNvCxnSpPr/>
                <p:nvPr/>
              </p:nvCxnSpPr>
              <p:spPr>
                <a:xfrm>
                  <a:off x="5201104" y="2712127"/>
                  <a:ext cx="0" cy="930266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9" name="组合 38" descr="9720ec0b-a12e-4249-9049-b29a52494851">
                <a:extLst>
                  <a:ext uri="{FF2B5EF4-FFF2-40B4-BE49-F238E27FC236}">
                    <a16:creationId id="{3E158AD4-0726-43B7-A72C-FE88802925FC}"/>
                  </a:ext>
                </a:extLst>
              </p:cNvPr>
              <p:cNvGrpSpPr/>
              <p:nvPr/>
            </p:nvGrpSpPr>
            <p:grpSpPr>
              <a:xfrm>
                <a:off x="4694748" y="3468599"/>
                <a:ext cx="2317338" cy="2516668"/>
                <a:chOff x="3469487" y="1881276"/>
                <a:chExt cx="3480919" cy="2516668"/>
              </a:xfrm>
            </p:grpSpPr>
            <p:grpSp>
              <p:nvGrpSpPr>
                <p:cNvPr id="40" name="组合 39" descr="a65a1d54-165d-4997-8daa-20aa6c9526ee">
                  <a:extLst>
                    <a:ext uri="{FF2B5EF4-FFF2-40B4-BE49-F238E27FC236}">
                      <a16:creationId id="{AF9C2207-BC5E-4EE8-AFB2-18D5C7C100D5}"/>
                    </a:ext>
                  </a:extLst>
                </p:cNvPr>
                <p:cNvGrpSpPr/>
                <p:nvPr/>
              </p:nvGrpSpPr>
              <p:grpSpPr>
                <a:xfrm>
                  <a:off x="3469487" y="1881276"/>
                  <a:ext cx="3480919" cy="2516668"/>
                  <a:chOff x="1022015" y="2306655"/>
                  <a:chExt cx="3480919" cy="2516668"/>
                </a:xfrm>
              </p:grpSpPr>
              <p:sp>
                <p:nvSpPr>
                  <p:cNvPr id="42" name="Bullet4" descr="723bb94c-5793-4027-827e-efcce52133b5">
                    <a:extLst>
                      <a:ext uri="{FF2B5EF4-FFF2-40B4-BE49-F238E27FC236}">
                        <a16:creationId id="{C02ED281-5C7E-48E1-9E7C-7E463E684FF3}"/>
                      </a:ext>
                    </a:extLst>
                  </p:cNvPr>
                  <p:cNvSpPr txBox="1"/>
                  <p:nvPr/>
                </p:nvSpPr>
                <p:spPr>
                  <a:xfrm>
                    <a:off x="1022015" y="3981641"/>
                    <a:ext cx="3480919" cy="648512"/>
                  </a:xfrm>
                  <a:prstGeom prst="rect">
                    <a:avLst/>
                  </a:prstGeom>
                  <a:noFill/>
                </p:spPr>
                <p:txBody>
                  <a:bodyPr wrap="square" lIns="90000" tIns="46800" rIns="90000" bIns="46800" rtlCol="0" anchor="ctr" anchorCtr="0">
                    <a:normAutofit/>
                  </a:bodyPr>
                  <a:lstStyle/>
                  <a:p>
                    <a:pPr algn="ctr"/>
                    <a:r>
                      <a:rPr lang="zh-CN" altLang="en-US" b="1" dirty="0"/>
                      <a:t>角色定位模糊</a:t>
                    </a:r>
                    <a:endParaRPr lang="en-US" dirty="0"/>
                  </a:p>
                </p:txBody>
              </p:sp>
              <p:sp>
                <p:nvSpPr>
                  <p:cNvPr id="43" name="Text4" descr="cc0e91be-bbfc-41a8-8bcf-78eb305fd04d">
                    <a:extLst>
                      <a:ext uri="{FF2B5EF4-FFF2-40B4-BE49-F238E27FC236}">
                        <a16:creationId id="{622AE165-A261-43FD-B071-5CEE84F37C0F}"/>
                      </a:ext>
                    </a:extLst>
                  </p:cNvPr>
                  <p:cNvSpPr/>
                  <p:nvPr/>
                </p:nvSpPr>
                <p:spPr>
                  <a:xfrm>
                    <a:off x="1362344" y="4421032"/>
                    <a:ext cx="2800267" cy="402291"/>
                  </a:xfrm>
                  <a:prstGeom prst="rect">
                    <a:avLst/>
                  </a:prstGeom>
                  <a:noFill/>
                  <a:ln w="5715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0000" tIns="46800" rIns="90000" bIns="46800" numCol="1" spcCol="0" rtlCol="0" fromWordArt="0" anchor="ctr" anchorCtr="0" forceAA="0" compatLnSpc="1">
                    <a:normAutofit fontScale="85000" lnSpcReduction="20000"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zh-CN" altLang="en-US" sz="1200" dirty="0">
                        <a:solidFill>
                          <a:schemeClr val="tx1"/>
                        </a:solidFill>
                      </a:rPr>
                      <a:t>从执行者到决策者的角色转换，需要清晰定位。</a:t>
                    </a:r>
                    <a:endParaRPr lang="en-US" dirty="0"/>
                  </a:p>
                </p:txBody>
              </p:sp>
              <p:sp>
                <p:nvSpPr>
                  <p:cNvPr id="44" name="Number4" descr="632a57e7-8d5a-4642-85c0-7a2662010db9">
                    <a:extLst>
                      <a:ext uri="{FF2B5EF4-FFF2-40B4-BE49-F238E27FC236}">
                        <a16:creationId id="{57DC50F9-021D-4209-A268-4E8386F13CF6}"/>
                      </a:ext>
                    </a:extLst>
                  </p:cNvPr>
                  <p:cNvSpPr txBox="1"/>
                  <p:nvPr/>
                </p:nvSpPr>
                <p:spPr>
                  <a:xfrm>
                    <a:off x="1985962" y="2306655"/>
                    <a:ext cx="1468075" cy="771623"/>
                  </a:xfrm>
                  <a:prstGeom prst="rect">
                    <a:avLst/>
                  </a:prstGeom>
                  <a:noFill/>
                </p:spPr>
                <p:txBody>
                  <a:bodyPr wrap="square" lIns="90000" tIns="46800" rIns="90000" bIns="46800" rtlCol="0" anchor="ctr" anchorCtr="0">
                    <a:spAutoFit/>
                  </a:bodyPr>
                  <a:lstStyle/>
                  <a:p>
                    <a:pPr algn="ctr"/>
                    <a:r>
                      <a:rPr lang="en-US" altLang="zh-CN" sz="4400" b="1" dirty="0"/>
                      <a:t>04</a:t>
                    </a:r>
                    <a:endParaRPr lang="zh-CN" altLang="en-US" sz="4400" b="1" dirty="0"/>
                  </a:p>
                </p:txBody>
              </p:sp>
            </p:grpSp>
            <p:cxnSp>
              <p:nvCxnSpPr>
                <p:cNvPr id="41" name="直接连接符 40" descr="c36cab84-0e87-4cb9-8db4-7503acdba990">
                  <a:extLst>
                    <a:ext uri="{FF2B5EF4-FFF2-40B4-BE49-F238E27FC236}">
                      <a16:creationId id="{F2B293C4-05A3-467E-8D75-61D429F39061}"/>
                    </a:ext>
                  </a:extLst>
                </p:cNvPr>
                <p:cNvCxnSpPr/>
                <p:nvPr/>
              </p:nvCxnSpPr>
              <p:spPr>
                <a:xfrm>
                  <a:off x="5201104" y="2712127"/>
                  <a:ext cx="0" cy="930266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" name="组合 44" descr="82ae1d51-3465-423f-8045-154b53f9b754">
                <a:extLst>
                  <a:ext uri="{FF2B5EF4-FFF2-40B4-BE49-F238E27FC236}">
                    <a16:creationId id="{CD25205A-B787-4317-8B95-EFCE8AEBC92E}"/>
                  </a:ext>
                </a:extLst>
              </p:cNvPr>
              <p:cNvGrpSpPr/>
              <p:nvPr/>
            </p:nvGrpSpPr>
            <p:grpSpPr>
              <a:xfrm>
                <a:off x="6253439" y="2471841"/>
                <a:ext cx="2317338" cy="2757875"/>
                <a:chOff x="3469487" y="1881276"/>
                <a:chExt cx="3480919" cy="2757875"/>
              </a:xfrm>
            </p:grpSpPr>
            <p:grpSp>
              <p:nvGrpSpPr>
                <p:cNvPr id="46" name="组合 45" descr="c37d46c3-2a93-4cbf-8e20-0706180b4ef9">
                  <a:extLst>
                    <a:ext uri="{FF2B5EF4-FFF2-40B4-BE49-F238E27FC236}">
                      <a16:creationId id="{2DB2AB39-15AB-4A23-8209-7A1D69913CA0}"/>
                    </a:ext>
                  </a:extLst>
                </p:cNvPr>
                <p:cNvGrpSpPr/>
                <p:nvPr/>
              </p:nvGrpSpPr>
              <p:grpSpPr>
                <a:xfrm>
                  <a:off x="3469487" y="1881276"/>
                  <a:ext cx="3480919" cy="2757875"/>
                  <a:chOff x="1022015" y="2306655"/>
                  <a:chExt cx="3480919" cy="2757875"/>
                </a:xfrm>
              </p:grpSpPr>
              <p:sp>
                <p:nvSpPr>
                  <p:cNvPr id="48" name="Bullet5" descr="69d00c42-bc69-42e4-b795-cffea5d6a129">
                    <a:extLst>
                      <a:ext uri="{FF2B5EF4-FFF2-40B4-BE49-F238E27FC236}">
                        <a16:creationId id="{90F89BD5-ACDF-4C70-BDAE-AAB7696F1D24}"/>
                      </a:ext>
                    </a:extLst>
                  </p:cNvPr>
                  <p:cNvSpPr txBox="1"/>
                  <p:nvPr/>
                </p:nvSpPr>
                <p:spPr>
                  <a:xfrm>
                    <a:off x="1022015" y="3981641"/>
                    <a:ext cx="3480919" cy="648512"/>
                  </a:xfrm>
                  <a:prstGeom prst="rect">
                    <a:avLst/>
                  </a:prstGeom>
                  <a:noFill/>
                </p:spPr>
                <p:txBody>
                  <a:bodyPr wrap="square" lIns="90000" tIns="46800" rIns="90000" bIns="46800" rtlCol="0" anchor="ctr" anchorCtr="0">
                    <a:normAutofit/>
                  </a:bodyPr>
                  <a:lstStyle/>
                  <a:p>
                    <a:pPr algn="ctr"/>
                    <a:r>
                      <a:rPr lang="zh-CN" altLang="en-US" b="1" dirty="0"/>
                      <a:t>时间管理的挑战</a:t>
                    </a:r>
                    <a:endParaRPr lang="en-US" dirty="0"/>
                  </a:p>
                </p:txBody>
              </p:sp>
              <p:sp>
                <p:nvSpPr>
                  <p:cNvPr id="49" name="Text5" descr="1091bce9-5c07-41e4-9b06-b993a1c850fe">
                    <a:extLst>
                      <a:ext uri="{FF2B5EF4-FFF2-40B4-BE49-F238E27FC236}">
                        <a16:creationId id="{2EBC811A-9B71-40C6-BF1E-867F23F756AF}"/>
                      </a:ext>
                    </a:extLst>
                  </p:cNvPr>
                  <p:cNvSpPr/>
                  <p:nvPr/>
                </p:nvSpPr>
                <p:spPr>
                  <a:xfrm>
                    <a:off x="1362344" y="4421032"/>
                    <a:ext cx="2800267" cy="643498"/>
                  </a:xfrm>
                  <a:prstGeom prst="rect">
                    <a:avLst/>
                  </a:prstGeom>
                  <a:noFill/>
                  <a:ln w="5715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0000" tIns="46800" rIns="90000" bIns="46800" numCol="1" spcCol="0" rtlCol="0" fromWordArt="0" anchor="ctr" anchorCtr="0" forceAA="0" compatLnSpc="1">
                    <a:normAutofit fontScale="92500"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zh-CN" altLang="en-US" sz="1200" dirty="0">
                        <a:solidFill>
                          <a:schemeClr val="tx1"/>
                        </a:solidFill>
                      </a:rPr>
                      <a:t>管理工作占用大量时间，需优化时间安排以保证效率。</a:t>
                    </a:r>
                    <a:endParaRPr lang="en-US" dirty="0"/>
                  </a:p>
                </p:txBody>
              </p:sp>
              <p:sp>
                <p:nvSpPr>
                  <p:cNvPr id="50" name="Number5" descr="226ecdb2-38ef-49fa-86e8-7ca7f36a236b">
                    <a:extLst>
                      <a:ext uri="{FF2B5EF4-FFF2-40B4-BE49-F238E27FC236}">
                        <a16:creationId id="{9C34D1FD-415C-426A-A167-AB43BA85105A}"/>
                      </a:ext>
                    </a:extLst>
                  </p:cNvPr>
                  <p:cNvSpPr txBox="1"/>
                  <p:nvPr/>
                </p:nvSpPr>
                <p:spPr>
                  <a:xfrm>
                    <a:off x="1985962" y="2306655"/>
                    <a:ext cx="1468075" cy="771623"/>
                  </a:xfrm>
                  <a:prstGeom prst="rect">
                    <a:avLst/>
                  </a:prstGeom>
                  <a:noFill/>
                </p:spPr>
                <p:txBody>
                  <a:bodyPr wrap="square" lIns="90000" tIns="46800" rIns="90000" bIns="46800" rtlCol="0" anchor="ctr" anchorCtr="0">
                    <a:spAutoFit/>
                  </a:bodyPr>
                  <a:lstStyle/>
                  <a:p>
                    <a:pPr algn="ctr"/>
                    <a:r>
                      <a:rPr lang="en-US" altLang="zh-CN" sz="4400" b="1" dirty="0"/>
                      <a:t>05</a:t>
                    </a:r>
                    <a:endParaRPr lang="zh-CN" altLang="en-US" sz="4400" b="1" dirty="0"/>
                  </a:p>
                </p:txBody>
              </p:sp>
            </p:grpSp>
            <p:cxnSp>
              <p:nvCxnSpPr>
                <p:cNvPr id="47" name="直接连接符 46" descr="dd542da5-0659-4758-b4a8-65bd4ef47478">
                  <a:extLst>
                    <a:ext uri="{FF2B5EF4-FFF2-40B4-BE49-F238E27FC236}">
                      <a16:creationId id="{D5F4BCBB-19AC-4032-B8F3-EBE47FF4323B}"/>
                    </a:ext>
                  </a:extLst>
                </p:cNvPr>
                <p:cNvCxnSpPr/>
                <p:nvPr/>
              </p:nvCxnSpPr>
              <p:spPr>
                <a:xfrm>
                  <a:off x="5201104" y="2712127"/>
                  <a:ext cx="0" cy="930266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组合 9" descr="40930171-0af7-442a-a636-e5d0b52d9205">
                <a:extLst>
                  <a:ext uri="{FF2B5EF4-FFF2-40B4-BE49-F238E27FC236}">
                    <a16:creationId id="{E2AE4DE2-4CC3-4D5E-A7EF-F2A2EE14FDAB}"/>
                  </a:ext>
                </a:extLst>
              </p:cNvPr>
              <p:cNvGrpSpPr/>
              <p:nvPr/>
            </p:nvGrpSpPr>
            <p:grpSpPr>
              <a:xfrm>
                <a:off x="7812131" y="3468599"/>
                <a:ext cx="2317338" cy="2516668"/>
                <a:chOff x="7678575" y="3468599"/>
                <a:chExt cx="2317338" cy="2516668"/>
              </a:xfrm>
            </p:grpSpPr>
            <p:sp>
              <p:nvSpPr>
                <p:cNvPr id="68" name="Bullet6" descr="dd18b8f8-bb44-4b1e-af3c-d2a2d0ed766d">
                  <a:extLst>
                    <a:ext uri="{FF2B5EF4-FFF2-40B4-BE49-F238E27FC236}">
                      <a16:creationId id="{D20CB17C-06A2-4150-9D3E-2DB19F4C657E}"/>
                    </a:ext>
                  </a:extLst>
                </p:cNvPr>
                <p:cNvSpPr txBox="1"/>
                <p:nvPr/>
              </p:nvSpPr>
              <p:spPr>
                <a:xfrm>
                  <a:off x="7678575" y="5143585"/>
                  <a:ext cx="2317338" cy="648512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rtlCol="0" anchor="ctr" anchorCtr="0">
                  <a:normAutofit/>
                </a:bodyPr>
                <a:lstStyle/>
                <a:p>
                  <a:pPr algn="ctr"/>
                  <a:r>
                    <a:rPr lang="zh-CN" altLang="en-US" b="1" dirty="0"/>
                    <a:t>团队激励难题</a:t>
                  </a:r>
                  <a:endParaRPr lang="en-US" dirty="0"/>
                </a:p>
              </p:txBody>
            </p:sp>
            <p:sp>
              <p:nvSpPr>
                <p:cNvPr id="69" name="Text6" descr="6304904f-0a49-4a70-a16e-091f5158a42c">
                  <a:extLst>
                    <a:ext uri="{FF2B5EF4-FFF2-40B4-BE49-F238E27FC236}">
                      <a16:creationId id="{A023D215-554C-422F-9D69-D3FB4F37E081}"/>
                    </a:ext>
                  </a:extLst>
                </p:cNvPr>
                <p:cNvSpPr/>
                <p:nvPr/>
              </p:nvSpPr>
              <p:spPr>
                <a:xfrm>
                  <a:off x="7905139" y="5582976"/>
                  <a:ext cx="1864210" cy="402291"/>
                </a:xfrm>
                <a:prstGeom prst="rect">
                  <a:avLst/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ctr" anchorCtr="0" forceAA="0" compatLnSpc="1">
                  <a:normAutofit fontScale="85000" lnSpcReduction="20000"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200" dirty="0">
                      <a:solidFill>
                        <a:schemeClr val="tx1"/>
                      </a:solidFill>
                    </a:rPr>
                    <a:t>如何有效激励团队成员，提升整体士气与工作效率。</a:t>
                  </a:r>
                  <a:endParaRPr lang="en-US" dirty="0"/>
                </a:p>
              </p:txBody>
            </p:sp>
            <p:sp>
              <p:nvSpPr>
                <p:cNvPr id="70" name="Number6" descr="dddf40ff-b2f1-46cf-920d-2f67d0790a2e">
                  <a:extLst>
                    <a:ext uri="{FF2B5EF4-FFF2-40B4-BE49-F238E27FC236}">
                      <a16:creationId id="{7E7FBF15-FC04-4520-9169-AD6D6C2DA0BC}"/>
                    </a:ext>
                  </a:extLst>
                </p:cNvPr>
                <p:cNvSpPr txBox="1"/>
                <p:nvPr/>
              </p:nvSpPr>
              <p:spPr>
                <a:xfrm>
                  <a:off x="8348577" y="3468599"/>
                  <a:ext cx="977335" cy="771623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rtlCol="0" anchor="ctr" anchorCtr="0">
                  <a:spAutoFit/>
                </a:bodyPr>
                <a:lstStyle/>
                <a:p>
                  <a:pPr algn="ctr"/>
                  <a:r>
                    <a:rPr lang="en-US" altLang="zh-CN" sz="4400" b="1" dirty="0"/>
                    <a:t>06</a:t>
                  </a:r>
                  <a:endParaRPr lang="zh-CN" altLang="en-US" sz="4400" b="1" dirty="0"/>
                </a:p>
              </p:txBody>
            </p:sp>
            <p:cxnSp>
              <p:nvCxnSpPr>
                <p:cNvPr id="67" name="直接连接符 66" descr="10e5fbae-8587-4d32-a7f8-d27fa0155f23">
                  <a:extLst>
                    <a:ext uri="{FF2B5EF4-FFF2-40B4-BE49-F238E27FC236}">
                      <a16:creationId id="{C2C2C70C-8AA2-4A8A-8C16-FA21C4A0B9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37244" y="4299450"/>
                  <a:ext cx="0" cy="930266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组合 8" descr="7d23234a-0b75-4466-9752-c99aed78ce75">
                <a:extLst>
                  <a:ext uri="{FF2B5EF4-FFF2-40B4-BE49-F238E27FC236}">
                    <a16:creationId id="{A29777DE-A633-4C57-99A9-DCE8807549B5}"/>
                  </a:ext>
                </a:extLst>
              </p:cNvPr>
              <p:cNvGrpSpPr/>
              <p:nvPr/>
            </p:nvGrpSpPr>
            <p:grpSpPr>
              <a:xfrm>
                <a:off x="9370824" y="2471841"/>
                <a:ext cx="2317338" cy="2757875"/>
                <a:chOff x="9196972" y="2471841"/>
                <a:chExt cx="2317338" cy="2757875"/>
              </a:xfrm>
            </p:grpSpPr>
            <p:sp>
              <p:nvSpPr>
                <p:cNvPr id="63" name="Bullet7" descr="68c4b1c3-b49e-40d3-bbe3-59f0efe83789">
                  <a:extLst>
                    <a:ext uri="{FF2B5EF4-FFF2-40B4-BE49-F238E27FC236}">
                      <a16:creationId id="{9F17D662-E443-4A00-9B80-B52E271A9040}"/>
                    </a:ext>
                  </a:extLst>
                </p:cNvPr>
                <p:cNvSpPr txBox="1"/>
                <p:nvPr/>
              </p:nvSpPr>
              <p:spPr>
                <a:xfrm>
                  <a:off x="9196972" y="4146827"/>
                  <a:ext cx="2317338" cy="648512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rtlCol="0" anchor="ctr" anchorCtr="0">
                  <a:normAutofit/>
                </a:bodyPr>
                <a:lstStyle/>
                <a:p>
                  <a:pPr algn="ctr"/>
                  <a:r>
                    <a:rPr lang="zh-CN" altLang="en-US" b="1" dirty="0"/>
                    <a:t>决策压力的增加</a:t>
                  </a:r>
                  <a:endParaRPr lang="en-US" dirty="0"/>
                </a:p>
              </p:txBody>
            </p:sp>
            <p:sp>
              <p:nvSpPr>
                <p:cNvPr id="64" name="Text7" descr="b30a3ac9-ebd9-48fd-848a-6c455d774864">
                  <a:extLst>
                    <a:ext uri="{FF2B5EF4-FFF2-40B4-BE49-F238E27FC236}">
                      <a16:creationId id="{81E590E7-E351-4A45-99E9-500CF2393D4A}"/>
                    </a:ext>
                  </a:extLst>
                </p:cNvPr>
                <p:cNvSpPr/>
                <p:nvPr/>
              </p:nvSpPr>
              <p:spPr>
                <a:xfrm>
                  <a:off x="9423536" y="4586218"/>
                  <a:ext cx="1864210" cy="643498"/>
                </a:xfrm>
                <a:prstGeom prst="rect">
                  <a:avLst/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ctr" anchorCtr="0" forceAA="0" compatLnSpc="1">
                  <a:normAutofit fontScale="92500" lnSpcReduction="10000"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200" dirty="0">
                      <a:solidFill>
                        <a:schemeClr val="tx1"/>
                      </a:solidFill>
                    </a:rPr>
                    <a:t>作为负责人，需承担更多决策带来的风险与压力。</a:t>
                  </a:r>
                  <a:endParaRPr lang="en-US" dirty="0"/>
                </a:p>
              </p:txBody>
            </p:sp>
            <p:sp>
              <p:nvSpPr>
                <p:cNvPr id="65" name="Number7" descr="055ae84a-2f17-4d30-8675-a26f584a3bed">
                  <a:extLst>
                    <a:ext uri="{FF2B5EF4-FFF2-40B4-BE49-F238E27FC236}">
                      <a16:creationId id="{49E494EC-F063-4C87-BADD-A8E5C565EF39}"/>
                    </a:ext>
                  </a:extLst>
                </p:cNvPr>
                <p:cNvSpPr txBox="1"/>
                <p:nvPr/>
              </p:nvSpPr>
              <p:spPr>
                <a:xfrm>
                  <a:off x="9866974" y="2471841"/>
                  <a:ext cx="977335" cy="771623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rtlCol="0" anchor="ctr" anchorCtr="0">
                  <a:spAutoFit/>
                </a:bodyPr>
                <a:lstStyle/>
                <a:p>
                  <a:pPr algn="ctr"/>
                  <a:r>
                    <a:rPr lang="en-US" altLang="zh-CN" sz="4400" b="1" dirty="0"/>
                    <a:t>07</a:t>
                  </a:r>
                  <a:endParaRPr lang="zh-CN" altLang="en-US" sz="4400" b="1" dirty="0"/>
                </a:p>
              </p:txBody>
            </p:sp>
            <p:cxnSp>
              <p:nvCxnSpPr>
                <p:cNvPr id="62" name="直接连接符 61" descr="f49ea81c-a47f-405d-9427-5979df74ad97">
                  <a:extLst>
                    <a:ext uri="{FF2B5EF4-FFF2-40B4-BE49-F238E27FC236}">
                      <a16:creationId id="{B9429B49-4DCF-44F1-95D7-94A7A71AC9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55641" y="3302692"/>
                  <a:ext cx="0" cy="930266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" name="" descr="35a15f7c-9d27-4f27-bcb9-d0ad115e013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面临的挑战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a16="http://schemas.microsoft.com/office/drawing/2014/main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74" name="5f45e079-bd23-47c7-93f4-6ea65d562181.source.7.zh-Hans.pptx" descr="30d09385-3a6e-4817-ae28-905a34288600">
            <a:extLst>
              <a:ext uri="{FF2B5EF4-FFF2-40B4-BE49-F238E27FC236}">
                <a16:creationId id="{B265A613-2887-049C-2596-5395715FB885}"/>
              </a:ext>
            </a:extLst>
          </p:cNvPr>
          <p:cNvGrpSpPr/>
          <p:nvPr/>
        </p:nvGrpSpPr>
        <p:grpSpPr>
          <a:xfrm>
            <a:off x="0" y="1143000"/>
            <a:ext cx="12192000" cy="4489299"/>
            <a:chOff x="0" y="1143000"/>
            <a:chExt cx="12192000" cy="4489299"/>
          </a:xfrm>
        </p:grpSpPr>
        <p:cxnSp>
          <p:nvCxnSpPr>
            <p:cNvPr id="3" name="直接连接符 2" descr="12bda598-4e0f-4449-a62f-20684b9cd173">
              <a:extLst>
                <a:ext uri="{FF2B5EF4-FFF2-40B4-BE49-F238E27FC236}">
                  <a16:creationId id="{415AB777-F907-6E8C-CB1C-04AE216670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653994"/>
              <a:ext cx="12192000" cy="0"/>
            </a:xfrm>
            <a:prstGeom prst="line">
              <a:avLst/>
            </a:prstGeom>
            <a:ln w="1270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itle" descr="3754c8a3-a208-42b1-9d87-23aa70f10d81">
              <a:extLst>
                <a:ext uri="{FF2B5EF4-FFF2-40B4-BE49-F238E27FC236}">
                  <a16:creationId id="{C40BAD94-0BAF-637E-F156-C404543A8F4F}"/>
                </a:ext>
              </a:extLst>
            </p:cNvPr>
            <p:cNvSpPr txBox="1"/>
            <p:nvPr/>
          </p:nvSpPr>
          <p:spPr>
            <a:xfrm>
              <a:off x="671768" y="1143000"/>
              <a:ext cx="10847130" cy="685786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normAutofit/>
            </a:bodyPr>
            <a:lstStyle/>
            <a:p>
              <a:pPr algn="ctr"/>
              <a:r>
                <a:rPr lang="zh-CN" altLang="en-US" sz="2400" b="1" dirty="0"/>
                <a:t>为应对挑战而进行的学习与提升</a:t>
              </a:r>
              <a:endParaRPr lang="en-US" dirty="0"/>
            </a:p>
          </p:txBody>
        </p:sp>
        <p:grpSp>
          <p:nvGrpSpPr>
            <p:cNvPr id="15" name="组合 14" descr="14311b9b-8e8c-44c1-a42c-0c4851532177">
              <a:extLst>
                <a:ext uri="{FF2B5EF4-FFF2-40B4-BE49-F238E27FC236}">
                  <a16:creationId id="{21DA6B26-6DA9-1BBF-C410-2D0010AB4A5D}"/>
                </a:ext>
              </a:extLst>
            </p:cNvPr>
            <p:cNvGrpSpPr/>
            <p:nvPr/>
          </p:nvGrpSpPr>
          <p:grpSpPr>
            <a:xfrm>
              <a:off x="660400" y="2302731"/>
              <a:ext cx="1480942" cy="3329568"/>
              <a:chOff x="660400" y="2302731"/>
              <a:chExt cx="1480942" cy="3329568"/>
            </a:xfrm>
          </p:grpSpPr>
          <p:sp>
            <p:nvSpPr>
              <p:cNvPr id="6" name="Number1" descr="66abc6f4-6fbe-463b-bb26-e589b4b012cd">
                <a:extLst>
                  <a:ext uri="{FF2B5EF4-FFF2-40B4-BE49-F238E27FC236}">
                    <a16:creationId id="{158996A8-7BD7-F89F-FCCB-3669169566A9}"/>
                  </a:ext>
                </a:extLst>
              </p:cNvPr>
              <p:cNvSpPr/>
              <p:nvPr/>
            </p:nvSpPr>
            <p:spPr>
              <a:xfrm>
                <a:off x="1088637" y="2302731"/>
                <a:ext cx="624468" cy="62446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/>
                  <a:t>1</a:t>
                </a:r>
                <a:endParaRPr lang="zh-CN" altLang="en-US" b="1" dirty="0"/>
              </a:p>
            </p:txBody>
          </p:sp>
          <p:sp>
            <p:nvSpPr>
              <p:cNvPr id="13" name="Text1" descr="0f47ce70-ecc8-44ff-841a-28c4bbbb97ae">
                <a:extLst>
                  <a:ext uri="{FF2B5EF4-FFF2-40B4-BE49-F238E27FC236}">
                    <a16:creationId id="{B6010226-5CC9-8D4D-BC2B-F11B8A004076}"/>
                  </a:ext>
                </a:extLst>
              </p:cNvPr>
              <p:cNvSpPr/>
              <p:nvPr/>
            </p:nvSpPr>
            <p:spPr bwMode="auto">
              <a:xfrm>
                <a:off x="660400" y="4183654"/>
                <a:ext cx="1480942" cy="14486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积极参与公司提供的领导力培训，掌握管理精髓。</a:t>
                </a:r>
                <a:endParaRPr lang="en-US" dirty="0"/>
              </a:p>
            </p:txBody>
          </p:sp>
          <p:sp>
            <p:nvSpPr>
              <p:cNvPr id="14" name="Bullet1" descr="ef695f04-35e0-49ff-bddf-0b0f73a13e17">
                <a:extLst>
                  <a:ext uri="{FF2B5EF4-FFF2-40B4-BE49-F238E27FC236}">
                    <a16:creationId id="{3916F66D-302F-71F1-AFA7-69F2068D4BB5}"/>
                  </a:ext>
                </a:extLst>
              </p:cNvPr>
              <p:cNvSpPr txBox="1"/>
              <p:nvPr/>
            </p:nvSpPr>
            <p:spPr bwMode="auto">
              <a:xfrm>
                <a:off x="660400" y="3122345"/>
                <a:ext cx="1480942" cy="1061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b="1" dirty="0"/>
                  <a:t>参加管理培训课程</a:t>
                </a:r>
                <a:endParaRPr lang="en-US" dirty="0"/>
              </a:p>
            </p:txBody>
          </p:sp>
        </p:grpSp>
        <p:grpSp>
          <p:nvGrpSpPr>
            <p:cNvPr id="16" name="组合 15" descr="5d017eac-6ab3-4264-9486-c9e9ff5a6130">
              <a:extLst>
                <a:ext uri="{FF2B5EF4-FFF2-40B4-BE49-F238E27FC236}">
                  <a16:creationId id="{BB18828F-AC57-FA18-BCE4-1D1A880CE35E}"/>
                </a:ext>
              </a:extLst>
            </p:cNvPr>
            <p:cNvGrpSpPr/>
            <p:nvPr/>
          </p:nvGrpSpPr>
          <p:grpSpPr>
            <a:xfrm>
              <a:off x="2223326" y="2302731"/>
              <a:ext cx="1480942" cy="3329568"/>
              <a:chOff x="2314139" y="2302731"/>
              <a:chExt cx="1480942" cy="3329568"/>
            </a:xfrm>
          </p:grpSpPr>
          <p:sp>
            <p:nvSpPr>
              <p:cNvPr id="7" name="Number2" descr="4b99c093-51b9-4fa4-a2a8-73084ed266e3">
                <a:extLst>
                  <a:ext uri="{FF2B5EF4-FFF2-40B4-BE49-F238E27FC236}">
                    <a16:creationId id="{05D27804-7497-10EF-73B1-684DED1153A3}"/>
                  </a:ext>
                </a:extLst>
              </p:cNvPr>
              <p:cNvSpPr/>
              <p:nvPr/>
            </p:nvSpPr>
            <p:spPr>
              <a:xfrm>
                <a:off x="2742376" y="2302731"/>
                <a:ext cx="624468" cy="62446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000000"/>
                    </a:solidFill>
                  </a:rPr>
                  <a:t>2</a:t>
                </a:r>
                <a:endParaRPr lang="zh-CN" altLang="en-US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" name="Text2" descr="1741953e-67ef-4ed8-a9e8-e1b4249628e6">
                <a:extLst>
                  <a:ext uri="{FF2B5EF4-FFF2-40B4-BE49-F238E27FC236}">
                    <a16:creationId id="{DA7B4290-D758-A935-2671-46E404744B35}"/>
                  </a:ext>
                </a:extLst>
              </p:cNvPr>
              <p:cNvSpPr/>
              <p:nvPr/>
            </p:nvSpPr>
            <p:spPr bwMode="auto">
              <a:xfrm>
                <a:off x="2314139" y="4183654"/>
                <a:ext cx="1480942" cy="14486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深入研读《卓有成效的管理者》等经典管理著作。</a:t>
                </a:r>
                <a:endParaRPr lang="en-US" dirty="0"/>
              </a:p>
            </p:txBody>
          </p:sp>
          <p:sp>
            <p:nvSpPr>
              <p:cNvPr id="20" name="Bullet2" descr="36843d74-f66c-4b41-9a9f-7aaee28052f1">
                <a:extLst>
                  <a:ext uri="{FF2B5EF4-FFF2-40B4-BE49-F238E27FC236}">
                    <a16:creationId id="{97C7EFEE-3702-A308-D542-83A463923389}"/>
                  </a:ext>
                </a:extLst>
              </p:cNvPr>
              <p:cNvSpPr txBox="1"/>
              <p:nvPr/>
            </p:nvSpPr>
            <p:spPr bwMode="auto">
              <a:xfrm>
                <a:off x="2314139" y="3122345"/>
                <a:ext cx="1480942" cy="1061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b="1" dirty="0"/>
                  <a:t>阅读相关书籍</a:t>
                </a:r>
                <a:endParaRPr lang="en-US" dirty="0"/>
              </a:p>
            </p:txBody>
          </p:sp>
        </p:grpSp>
        <p:grpSp>
          <p:nvGrpSpPr>
            <p:cNvPr id="36" name="组合 35" descr="5c177d0b-8ba8-49d0-8a34-59a52f9f34af">
              <a:extLst>
                <a:ext uri="{FF2B5EF4-FFF2-40B4-BE49-F238E27FC236}">
                  <a16:creationId id="{91CFEB40-AC67-B0E1-0926-BD7A7455BF98}"/>
                </a:ext>
              </a:extLst>
            </p:cNvPr>
            <p:cNvGrpSpPr/>
            <p:nvPr/>
          </p:nvGrpSpPr>
          <p:grpSpPr>
            <a:xfrm>
              <a:off x="3786252" y="2302731"/>
              <a:ext cx="1480942" cy="3329568"/>
              <a:chOff x="3834371" y="2302731"/>
              <a:chExt cx="1480942" cy="3329568"/>
            </a:xfrm>
          </p:grpSpPr>
          <p:sp>
            <p:nvSpPr>
              <p:cNvPr id="8" name="Number3" descr="c333b423-fbfe-4517-83d3-09ff780cc5a6">
                <a:extLst>
                  <a:ext uri="{FF2B5EF4-FFF2-40B4-BE49-F238E27FC236}">
                    <a16:creationId id="{2EDD3734-F89E-64C6-68B7-970E7AB2934B}"/>
                  </a:ext>
                </a:extLst>
              </p:cNvPr>
              <p:cNvSpPr/>
              <p:nvPr/>
            </p:nvSpPr>
            <p:spPr>
              <a:xfrm>
                <a:off x="4262608" y="2302731"/>
                <a:ext cx="624468" cy="62446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000000"/>
                    </a:solidFill>
                  </a:rPr>
                  <a:t>3</a:t>
                </a:r>
                <a:endParaRPr lang="zh-CN" altLang="en-US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Text3" descr="15b981a2-e9ae-47d3-86bf-63f140298b63">
                <a:extLst>
                  <a:ext uri="{FF2B5EF4-FFF2-40B4-BE49-F238E27FC236}">
                    <a16:creationId id="{E402A302-8FED-BD96-F1E8-A9C65E781011}"/>
                  </a:ext>
                </a:extLst>
              </p:cNvPr>
              <p:cNvSpPr/>
              <p:nvPr/>
            </p:nvSpPr>
            <p:spPr bwMode="auto">
              <a:xfrm>
                <a:off x="3834371" y="4183654"/>
                <a:ext cx="1480942" cy="14486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向经验丰富的管理者请教，获取实用建议和指导。</a:t>
                </a:r>
                <a:endParaRPr lang="en-US" dirty="0"/>
              </a:p>
            </p:txBody>
          </p:sp>
          <p:sp>
            <p:nvSpPr>
              <p:cNvPr id="23" name="Bullet3" descr="a838daa1-d5e4-4d8d-927b-db4ee4e9fec3">
                <a:extLst>
                  <a:ext uri="{FF2B5EF4-FFF2-40B4-BE49-F238E27FC236}">
                    <a16:creationId id="{FA51A36E-1D13-1BB2-E704-E09A0F129791}"/>
                  </a:ext>
                </a:extLst>
              </p:cNvPr>
              <p:cNvSpPr txBox="1"/>
              <p:nvPr/>
            </p:nvSpPr>
            <p:spPr bwMode="auto">
              <a:xfrm>
                <a:off x="3834371" y="3122345"/>
                <a:ext cx="1480942" cy="1061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b="1" dirty="0"/>
                  <a:t>寻找导师指导</a:t>
                </a:r>
                <a:endParaRPr lang="en-US" dirty="0"/>
              </a:p>
            </p:txBody>
          </p:sp>
        </p:grpSp>
        <p:grpSp>
          <p:nvGrpSpPr>
            <p:cNvPr id="38" name="组合 37" descr="9157c6b8-b99a-429d-8a11-74fa2b8931a4">
              <a:extLst>
                <a:ext uri="{FF2B5EF4-FFF2-40B4-BE49-F238E27FC236}">
                  <a16:creationId id="{13775C07-9083-D8B8-7EEF-430B801F3882}"/>
                </a:ext>
              </a:extLst>
            </p:cNvPr>
            <p:cNvGrpSpPr/>
            <p:nvPr/>
          </p:nvGrpSpPr>
          <p:grpSpPr>
            <a:xfrm>
              <a:off x="5349178" y="2302731"/>
              <a:ext cx="1480942" cy="3329568"/>
              <a:chOff x="5354603" y="2302731"/>
              <a:chExt cx="1480942" cy="3329568"/>
            </a:xfrm>
          </p:grpSpPr>
          <p:sp>
            <p:nvSpPr>
              <p:cNvPr id="9" name="Number4" descr="a6ee4b2a-d030-4c15-a775-fb92e75a6762">
                <a:extLst>
                  <a:ext uri="{FF2B5EF4-FFF2-40B4-BE49-F238E27FC236}">
                    <a16:creationId id="{BFAB82DD-9735-092F-0312-CF3F76F10375}"/>
                  </a:ext>
                </a:extLst>
              </p:cNvPr>
              <p:cNvSpPr/>
              <p:nvPr/>
            </p:nvSpPr>
            <p:spPr>
              <a:xfrm>
                <a:off x="5782840" y="2302731"/>
                <a:ext cx="624468" cy="62446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000000"/>
                    </a:solidFill>
                  </a:rPr>
                  <a:t>4</a:t>
                </a:r>
                <a:endParaRPr lang="zh-CN" altLang="en-US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" name="Text4" descr="c88fcd52-6d98-4bf0-8421-37a725d5b17a">
                <a:extLst>
                  <a:ext uri="{FF2B5EF4-FFF2-40B4-BE49-F238E27FC236}">
                    <a16:creationId id="{7D1BC193-E978-A574-CFC8-42F01058FE86}"/>
                  </a:ext>
                </a:extLst>
              </p:cNvPr>
              <p:cNvSpPr/>
              <p:nvPr/>
            </p:nvSpPr>
            <p:spPr bwMode="auto">
              <a:xfrm>
                <a:off x="5354603" y="4183654"/>
                <a:ext cx="1480942" cy="14486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参加行业会议，学习同行的先进管理实践经验。</a:t>
                </a:r>
                <a:endParaRPr lang="en-US" dirty="0"/>
              </a:p>
            </p:txBody>
          </p:sp>
          <p:sp>
            <p:nvSpPr>
              <p:cNvPr id="26" name="Bullet4" descr="7335d3a8-7b99-45a0-b096-22abe17596a8">
                <a:extLst>
                  <a:ext uri="{FF2B5EF4-FFF2-40B4-BE49-F238E27FC236}">
                    <a16:creationId id="{6D7F470C-D955-51E1-EE6A-2EB6E4461F40}"/>
                  </a:ext>
                </a:extLst>
              </p:cNvPr>
              <p:cNvSpPr txBox="1"/>
              <p:nvPr/>
            </p:nvSpPr>
            <p:spPr bwMode="auto">
              <a:xfrm>
                <a:off x="5354603" y="3122345"/>
                <a:ext cx="1480942" cy="1061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b="1" dirty="0"/>
                  <a:t>参与行业交流活动</a:t>
                </a:r>
                <a:endParaRPr lang="en-US" dirty="0"/>
              </a:p>
            </p:txBody>
          </p:sp>
        </p:grpSp>
        <p:grpSp>
          <p:nvGrpSpPr>
            <p:cNvPr id="39" name="组合 38" descr="1aca38a8-694d-495f-beda-79e758fb96ff">
              <a:extLst>
                <a:ext uri="{FF2B5EF4-FFF2-40B4-BE49-F238E27FC236}">
                  <a16:creationId id="{3BBB127D-FDB3-E105-1EF2-4997F2D94EC7}"/>
                </a:ext>
              </a:extLst>
            </p:cNvPr>
            <p:cNvGrpSpPr/>
            <p:nvPr/>
          </p:nvGrpSpPr>
          <p:grpSpPr>
            <a:xfrm>
              <a:off x="6912104" y="2302731"/>
              <a:ext cx="1480942" cy="3329568"/>
              <a:chOff x="6874835" y="2302731"/>
              <a:chExt cx="1480942" cy="3329568"/>
            </a:xfrm>
          </p:grpSpPr>
          <p:sp>
            <p:nvSpPr>
              <p:cNvPr id="10" name="Number5" descr="7a86fa0e-efe7-4a03-879d-69ec5f26b710">
                <a:extLst>
                  <a:ext uri="{FF2B5EF4-FFF2-40B4-BE49-F238E27FC236}">
                    <a16:creationId id="{654944C3-C236-7990-4C11-C6A2A323AD36}"/>
                  </a:ext>
                </a:extLst>
              </p:cNvPr>
              <p:cNvSpPr/>
              <p:nvPr/>
            </p:nvSpPr>
            <p:spPr>
              <a:xfrm>
                <a:off x="7303072" y="2302731"/>
                <a:ext cx="624468" cy="62446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000000"/>
                    </a:solidFill>
                  </a:rPr>
                  <a:t>5</a:t>
                </a:r>
                <a:endParaRPr lang="zh-CN" altLang="en-US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Text5" descr="369109a9-190f-4318-b47e-e7cd8e681ecd">
                <a:extLst>
                  <a:ext uri="{FF2B5EF4-FFF2-40B4-BE49-F238E27FC236}">
                    <a16:creationId id="{BB9C57C3-BD60-330A-A1F4-13C00B467C20}"/>
                  </a:ext>
                </a:extLst>
              </p:cNvPr>
              <p:cNvSpPr/>
              <p:nvPr/>
            </p:nvSpPr>
            <p:spPr bwMode="auto">
              <a:xfrm>
                <a:off x="6874835" y="4183654"/>
                <a:ext cx="1480942" cy="14486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在实践中不断反思，及时调整管理策略和方法。</a:t>
                </a:r>
                <a:endParaRPr lang="en-US" dirty="0"/>
              </a:p>
            </p:txBody>
          </p:sp>
          <p:sp>
            <p:nvSpPr>
              <p:cNvPr id="29" name="Bullet5" descr="c94f2c5d-a580-499e-a39b-6d74379d5095">
                <a:extLst>
                  <a:ext uri="{FF2B5EF4-FFF2-40B4-BE49-F238E27FC236}">
                    <a16:creationId id="{424418A1-84FF-A143-ADA4-B3A8BB4B0C3C}"/>
                  </a:ext>
                </a:extLst>
              </p:cNvPr>
              <p:cNvSpPr txBox="1"/>
              <p:nvPr/>
            </p:nvSpPr>
            <p:spPr bwMode="auto">
              <a:xfrm>
                <a:off x="6874835" y="3122345"/>
                <a:ext cx="1480942" cy="1061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b="1" dirty="0"/>
                  <a:t>实践中的反思与调整</a:t>
                </a:r>
                <a:endParaRPr lang="en-US" dirty="0"/>
              </a:p>
            </p:txBody>
          </p:sp>
        </p:grpSp>
        <p:grpSp>
          <p:nvGrpSpPr>
            <p:cNvPr id="40" name="组合 39" descr="b7e1bc91-cd9f-4bfd-aa67-68f1ede3e07f">
              <a:extLst>
                <a:ext uri="{FF2B5EF4-FFF2-40B4-BE49-F238E27FC236}">
                  <a16:creationId id="{CEC63934-CAAB-5A6C-5A86-5FA505BB99C4}"/>
                </a:ext>
              </a:extLst>
            </p:cNvPr>
            <p:cNvGrpSpPr/>
            <p:nvPr/>
          </p:nvGrpSpPr>
          <p:grpSpPr>
            <a:xfrm>
              <a:off x="8475030" y="2302731"/>
              <a:ext cx="1480942" cy="3329568"/>
              <a:chOff x="8395067" y="2302731"/>
              <a:chExt cx="1480942" cy="3329568"/>
            </a:xfrm>
          </p:grpSpPr>
          <p:sp>
            <p:nvSpPr>
              <p:cNvPr id="11" name="Number6" descr="7d45544e-9534-4fb8-a7ed-fbb84863d15f">
                <a:extLst>
                  <a:ext uri="{FF2B5EF4-FFF2-40B4-BE49-F238E27FC236}">
                    <a16:creationId id="{3511A153-3B10-A47D-993A-1D3055FDBB9A}"/>
                  </a:ext>
                </a:extLst>
              </p:cNvPr>
              <p:cNvSpPr/>
              <p:nvPr/>
            </p:nvSpPr>
            <p:spPr>
              <a:xfrm>
                <a:off x="8823304" y="2302731"/>
                <a:ext cx="624468" cy="62446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000000"/>
                    </a:solidFill>
                  </a:rPr>
                  <a:t>6</a:t>
                </a:r>
                <a:endParaRPr lang="zh-CN" altLang="en-US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" name="Text6" descr="61687e6a-269f-4527-a49b-0cf6d092280b">
                <a:extLst>
                  <a:ext uri="{FF2B5EF4-FFF2-40B4-BE49-F238E27FC236}">
                    <a16:creationId id="{AC8E92A4-B665-5DA8-6A61-AF389F6CFD92}"/>
                  </a:ext>
                </a:extLst>
              </p:cNvPr>
              <p:cNvSpPr/>
              <p:nvPr/>
            </p:nvSpPr>
            <p:spPr bwMode="auto">
              <a:xfrm>
                <a:off x="8395067" y="4183654"/>
                <a:ext cx="1480942" cy="14486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利用在线资源，学习最新的管理趋势和技能。</a:t>
                </a:r>
                <a:endParaRPr lang="en-US" dirty="0"/>
              </a:p>
            </p:txBody>
          </p:sp>
          <p:sp>
            <p:nvSpPr>
              <p:cNvPr id="32" name="Bullet6" descr="7987936e-b920-4abd-a241-88a0c17841fc">
                <a:extLst>
                  <a:ext uri="{FF2B5EF4-FFF2-40B4-BE49-F238E27FC236}">
                    <a16:creationId id="{34292666-FB4C-04CE-3907-74C157BB9B23}"/>
                  </a:ext>
                </a:extLst>
              </p:cNvPr>
              <p:cNvSpPr txBox="1"/>
              <p:nvPr/>
            </p:nvSpPr>
            <p:spPr bwMode="auto">
              <a:xfrm>
                <a:off x="8395067" y="3122345"/>
                <a:ext cx="1480942" cy="1061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b="1" dirty="0"/>
                  <a:t>在线学习平台课程</a:t>
                </a:r>
                <a:endParaRPr lang="en-US" dirty="0"/>
              </a:p>
            </p:txBody>
          </p:sp>
        </p:grpSp>
        <p:grpSp>
          <p:nvGrpSpPr>
            <p:cNvPr id="41" name="组合 40" descr="7732d046-807f-467c-bfe7-84148d94c13f">
              <a:extLst>
                <a:ext uri="{FF2B5EF4-FFF2-40B4-BE49-F238E27FC236}">
                  <a16:creationId id="{C776C127-8C90-03B6-23FD-11B036C23004}"/>
                </a:ext>
              </a:extLst>
            </p:cNvPr>
            <p:cNvGrpSpPr/>
            <p:nvPr/>
          </p:nvGrpSpPr>
          <p:grpSpPr>
            <a:xfrm>
              <a:off x="10037958" y="2302731"/>
              <a:ext cx="1480942" cy="3329568"/>
              <a:chOff x="10037958" y="2302731"/>
              <a:chExt cx="1480942" cy="3329568"/>
            </a:xfrm>
          </p:grpSpPr>
          <p:sp>
            <p:nvSpPr>
              <p:cNvPr id="12" name="Number7" descr="ae12e7a4-b517-4a39-af64-fdbcd15a956a">
                <a:extLst>
                  <a:ext uri="{FF2B5EF4-FFF2-40B4-BE49-F238E27FC236}">
                    <a16:creationId id="{3252126B-FAC7-9780-3E3E-1C4E17764B42}"/>
                  </a:ext>
                </a:extLst>
              </p:cNvPr>
              <p:cNvSpPr/>
              <p:nvPr/>
            </p:nvSpPr>
            <p:spPr>
              <a:xfrm>
                <a:off x="10466195" y="2302731"/>
                <a:ext cx="624468" cy="62446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000000"/>
                    </a:solidFill>
                  </a:rPr>
                  <a:t>7</a:t>
                </a:r>
                <a:endParaRPr lang="zh-CN" altLang="en-US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" name="Text7" descr="30d65da8-800e-473b-a6d7-a9701d8ffc05">
                <a:extLst>
                  <a:ext uri="{FF2B5EF4-FFF2-40B4-BE49-F238E27FC236}">
                    <a16:creationId id="{EEF14CA6-25C8-B1DE-1580-A2241508C1A0}"/>
                  </a:ext>
                </a:extLst>
              </p:cNvPr>
              <p:cNvSpPr/>
              <p:nvPr/>
            </p:nvSpPr>
            <p:spPr bwMode="auto">
              <a:xfrm>
                <a:off x="10037958" y="4183654"/>
                <a:ext cx="1480942" cy="14486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创建团队反馈渠道，促进沟通和改进管理方式。</a:t>
                </a:r>
                <a:endParaRPr lang="en-US" dirty="0"/>
              </a:p>
            </p:txBody>
          </p:sp>
          <p:sp>
            <p:nvSpPr>
              <p:cNvPr id="35" name="Bullet7" descr="5cebc60e-820c-439e-9566-73154fe4b06e">
                <a:extLst>
                  <a:ext uri="{FF2B5EF4-FFF2-40B4-BE49-F238E27FC236}">
                    <a16:creationId id="{F43F9CF7-A85D-2DCC-51BD-5BC75240176C}"/>
                  </a:ext>
                </a:extLst>
              </p:cNvPr>
              <p:cNvSpPr txBox="1"/>
              <p:nvPr/>
            </p:nvSpPr>
            <p:spPr bwMode="auto">
              <a:xfrm>
                <a:off x="10037958" y="3122345"/>
                <a:ext cx="1480942" cy="1061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b="1" dirty="0"/>
                  <a:t>建立反馈机制</a:t>
                </a:r>
                <a:endParaRPr lang="en-US" dirty="0"/>
              </a:p>
            </p:txBody>
          </p:sp>
        </p:grpSp>
      </p:grpSp>
      <p:sp>
        <p:nvSpPr>
          <p:cNvPr id="2" name="" descr="35a15f7c-9d27-4f27-bcb9-d0ad115e013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学习与发展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64" name="299df7b8-5238-4924-9302-8a733f0de282.source.8.zh-Hans.pptx" descr="ad0c5281-37d9-48ca-b356-2eb83ce2b54c">
            <a:extLst>
              <a:ext uri="{FF2B5EF4-FFF2-40B4-BE49-F238E27FC236}">
                <a16:creationId id="{7A3DFA98-7EA4-B568-F9FF-4D3D8E76B651}"/>
              </a:ext>
            </a:extLst>
          </p:cNvPr>
          <p:cNvGrpSpPr/>
          <p:nvPr/>
        </p:nvGrpSpPr>
        <p:grpSpPr>
          <a:xfrm>
            <a:off x="564542" y="1130300"/>
            <a:ext cx="10967058" cy="4789043"/>
            <a:chOff x="564542" y="1130300"/>
            <a:chExt cx="10967058" cy="4789043"/>
          </a:xfrm>
        </p:grpSpPr>
        <p:sp>
          <p:nvSpPr>
            <p:cNvPr id="3" name="Title" descr="829bd484-0420-406f-b95b-c0114aad31bb">
              <a:extLst>
                <a:ext uri="{FF2B5EF4-FFF2-40B4-BE49-F238E27FC236}">
                  <a16:creationId id="{9E387A49-8BA1-02E3-A6BD-54B825B7911C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505355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/>
              <a:r>
                <a:rPr lang="zh-CN" altLang="en-US" sz="2400" b="1" dirty="0">
                  <a:cs typeface="+mn-ea"/>
                  <a:sym typeface="+mn-lt"/>
                </a:rPr>
                <a:t>从技术到管理的心态调整</a:t>
              </a:r>
              <a:endParaRPr lang="en-US" dirty="0"/>
            </a:p>
          </p:txBody>
        </p:sp>
        <p:grpSp>
          <p:nvGrpSpPr>
            <p:cNvPr id="4" name="组合 3" descr="e20bf2ee-1383-46bc-8f70-1a88897696a7">
              <a:extLst>
                <a:ext uri="{FF2B5EF4-FFF2-40B4-BE49-F238E27FC236}">
                  <a16:creationId id="{4B2D912A-A0B0-007F-FE8B-552212AB937F}"/>
                </a:ext>
              </a:extLst>
            </p:cNvPr>
            <p:cNvGrpSpPr/>
            <p:nvPr/>
          </p:nvGrpSpPr>
          <p:grpSpPr>
            <a:xfrm>
              <a:off x="564542" y="2137127"/>
              <a:ext cx="2678379" cy="1637079"/>
              <a:chOff x="564542" y="1668777"/>
              <a:chExt cx="2678379" cy="1637079"/>
            </a:xfrm>
          </p:grpSpPr>
          <p:sp>
            <p:nvSpPr>
              <p:cNvPr id="60" name="ComponentBackground1" descr="83359683-932f-4f82-aaee-6ca00fb6f779">
                <a:extLst>
                  <a:ext uri="{FF2B5EF4-FFF2-40B4-BE49-F238E27FC236}">
                    <a16:creationId id="{B2399384-0749-386F-0B15-A02C89E5BBD2}"/>
                  </a:ext>
                </a:extLst>
              </p:cNvPr>
              <p:cNvSpPr/>
              <p:nvPr/>
            </p:nvSpPr>
            <p:spPr>
              <a:xfrm>
                <a:off x="660400" y="1668778"/>
                <a:ext cx="2566878" cy="1442722"/>
              </a:xfrm>
              <a:custGeom>
                <a:avLst/>
                <a:gdLst>
                  <a:gd name="connsiteX0" fmla="*/ 2349602 w 2349601"/>
                  <a:gd name="connsiteY0" fmla="*/ 551180 h 1320601"/>
                  <a:gd name="connsiteX1" fmla="*/ 2349602 w 2349601"/>
                  <a:gd name="connsiteY1" fmla="*/ 91863 h 1320601"/>
                  <a:gd name="connsiteX2" fmla="*/ 2257738 w 2349601"/>
                  <a:gd name="connsiteY2" fmla="*/ 0 h 1320601"/>
                  <a:gd name="connsiteX3" fmla="*/ 0 w 2349601"/>
                  <a:gd name="connsiteY3" fmla="*/ 0 h 1320601"/>
                  <a:gd name="connsiteX4" fmla="*/ 0 w 2349601"/>
                  <a:gd name="connsiteY4" fmla="*/ 0 h 1320601"/>
                  <a:gd name="connsiteX5" fmla="*/ 0 w 2349601"/>
                  <a:gd name="connsiteY5" fmla="*/ 0 h 1320601"/>
                  <a:gd name="connsiteX6" fmla="*/ 0 w 2349601"/>
                  <a:gd name="connsiteY6" fmla="*/ 459317 h 1320601"/>
                  <a:gd name="connsiteX7" fmla="*/ 91863 w 2349601"/>
                  <a:gd name="connsiteY7" fmla="*/ 551180 h 1320601"/>
                  <a:gd name="connsiteX8" fmla="*/ 91863 w 2349601"/>
                  <a:gd name="connsiteY8" fmla="*/ 1320601 h 1320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49601" h="1320601">
                    <a:moveTo>
                      <a:pt x="2349602" y="551180"/>
                    </a:moveTo>
                    <a:lnTo>
                      <a:pt x="2349602" y="91863"/>
                    </a:lnTo>
                    <a:lnTo>
                      <a:pt x="2257738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459317"/>
                    </a:lnTo>
                    <a:lnTo>
                      <a:pt x="91863" y="551180"/>
                    </a:lnTo>
                    <a:lnTo>
                      <a:pt x="91863" y="1320601"/>
                    </a:lnTo>
                  </a:path>
                </a:pathLst>
              </a:custGeom>
              <a:noFill/>
              <a:ln w="19050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1" name="Bullet1" descr="4fdff368-a366-4026-a3c3-d0211d99857e">
                <a:extLst>
                  <a:ext uri="{FF2B5EF4-FFF2-40B4-BE49-F238E27FC236}">
                    <a16:creationId id="{7CE74011-3476-66F7-385D-CBAB08DF13B7}"/>
                  </a:ext>
                </a:extLst>
              </p:cNvPr>
              <p:cNvSpPr txBox="1"/>
              <p:nvPr/>
            </p:nvSpPr>
            <p:spPr>
              <a:xfrm>
                <a:off x="660400" y="1668777"/>
                <a:ext cx="2566878" cy="505355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/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从执行者到规划者</a:t>
                </a:r>
                <a:endParaRPr lang="en-US" dirty="0"/>
              </a:p>
            </p:txBody>
          </p:sp>
          <p:sp>
            <p:nvSpPr>
              <p:cNvPr id="62" name="Shape1" descr="65e1f971-4cb6-4ba0-a609-b0af9b50fc20">
                <a:extLst>
                  <a:ext uri="{FF2B5EF4-FFF2-40B4-BE49-F238E27FC236}">
                    <a16:creationId id="{0FD89FDD-CF28-1C3B-4AE6-4E1C76CF5B4A}"/>
                  </a:ext>
                </a:extLst>
              </p:cNvPr>
              <p:cNvSpPr/>
              <p:nvPr/>
            </p:nvSpPr>
            <p:spPr>
              <a:xfrm>
                <a:off x="564542" y="2917144"/>
                <a:ext cx="388712" cy="388712"/>
              </a:xfrm>
              <a:prstGeom prst="rect">
                <a:avLst/>
              </a:prstGeom>
              <a:gradFill flip="none" rotWithShape="1">
                <a:gsLst>
                  <a:gs pos="5000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b="1" dirty="0">
                    <a:cs typeface="+mn-ea"/>
                    <a:sym typeface="+mn-lt"/>
                  </a:rPr>
                  <a:t>1</a:t>
                </a:r>
                <a:endParaRPr lang="zh-CN" altLang="en-US" b="1" dirty="0">
                  <a:cs typeface="+mn-ea"/>
                  <a:sym typeface="+mn-lt"/>
                </a:endParaRPr>
              </a:p>
            </p:txBody>
          </p:sp>
          <p:sp>
            <p:nvSpPr>
              <p:cNvPr id="63" name="Text1" descr="1cc78140-a0e6-44a3-bacb-c7924d254d74">
                <a:extLst>
                  <a:ext uri="{FF2B5EF4-FFF2-40B4-BE49-F238E27FC236}">
                    <a16:creationId id="{183B7730-0BCC-67E9-443E-8049D81B3429}"/>
                  </a:ext>
                </a:extLst>
              </p:cNvPr>
              <p:cNvSpPr/>
              <p:nvPr/>
            </p:nvSpPr>
            <p:spPr>
              <a:xfrm>
                <a:off x="857091" y="2174132"/>
                <a:ext cx="2385830" cy="6611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cs typeface="+mn-ea"/>
                    <a:sym typeface="+mn-lt"/>
                  </a:rPr>
                  <a:t>转变思维方式，更多关注团队目标和战略制定。</a:t>
                </a:r>
                <a:endParaRPr lang="en-US" dirty="0"/>
              </a:p>
            </p:txBody>
          </p:sp>
        </p:grpSp>
        <p:grpSp>
          <p:nvGrpSpPr>
            <p:cNvPr id="5" name="组合 4" descr="91cd7b9e-af24-42ec-a63e-e1f517e076bf">
              <a:extLst>
                <a:ext uri="{FF2B5EF4-FFF2-40B4-BE49-F238E27FC236}">
                  <a16:creationId id="{45B0CE64-864B-5B96-E4E7-BF8BE5262255}"/>
                </a:ext>
              </a:extLst>
            </p:cNvPr>
            <p:cNvGrpSpPr/>
            <p:nvPr/>
          </p:nvGrpSpPr>
          <p:grpSpPr>
            <a:xfrm>
              <a:off x="3320442" y="2137127"/>
              <a:ext cx="2670710" cy="1637079"/>
              <a:chOff x="3320442" y="1668777"/>
              <a:chExt cx="2670710" cy="1637079"/>
            </a:xfrm>
          </p:grpSpPr>
          <p:sp>
            <p:nvSpPr>
              <p:cNvPr id="56" name="ComponentBackground2" descr="30c168f2-ba58-433f-b270-971284fae646">
                <a:extLst>
                  <a:ext uri="{FF2B5EF4-FFF2-40B4-BE49-F238E27FC236}">
                    <a16:creationId id="{6C6238D8-A05D-5E8A-24E2-04D074A2E822}"/>
                  </a:ext>
                </a:extLst>
              </p:cNvPr>
              <p:cNvSpPr/>
              <p:nvPr/>
            </p:nvSpPr>
            <p:spPr>
              <a:xfrm>
                <a:off x="3424274" y="1668778"/>
                <a:ext cx="2566878" cy="1442722"/>
              </a:xfrm>
              <a:custGeom>
                <a:avLst/>
                <a:gdLst>
                  <a:gd name="connsiteX0" fmla="*/ 2349602 w 2349601"/>
                  <a:gd name="connsiteY0" fmla="*/ 551180 h 1320601"/>
                  <a:gd name="connsiteX1" fmla="*/ 2349602 w 2349601"/>
                  <a:gd name="connsiteY1" fmla="*/ 91863 h 1320601"/>
                  <a:gd name="connsiteX2" fmla="*/ 2257738 w 2349601"/>
                  <a:gd name="connsiteY2" fmla="*/ 0 h 1320601"/>
                  <a:gd name="connsiteX3" fmla="*/ 0 w 2349601"/>
                  <a:gd name="connsiteY3" fmla="*/ 0 h 1320601"/>
                  <a:gd name="connsiteX4" fmla="*/ 0 w 2349601"/>
                  <a:gd name="connsiteY4" fmla="*/ 0 h 1320601"/>
                  <a:gd name="connsiteX5" fmla="*/ 0 w 2349601"/>
                  <a:gd name="connsiteY5" fmla="*/ 0 h 1320601"/>
                  <a:gd name="connsiteX6" fmla="*/ 0 w 2349601"/>
                  <a:gd name="connsiteY6" fmla="*/ 459317 h 1320601"/>
                  <a:gd name="connsiteX7" fmla="*/ 91863 w 2349601"/>
                  <a:gd name="connsiteY7" fmla="*/ 551180 h 1320601"/>
                  <a:gd name="connsiteX8" fmla="*/ 91863 w 2349601"/>
                  <a:gd name="connsiteY8" fmla="*/ 1320601 h 1320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49601" h="1320601">
                    <a:moveTo>
                      <a:pt x="2349602" y="551180"/>
                    </a:moveTo>
                    <a:lnTo>
                      <a:pt x="2349602" y="91863"/>
                    </a:lnTo>
                    <a:lnTo>
                      <a:pt x="2257738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459317"/>
                    </a:lnTo>
                    <a:lnTo>
                      <a:pt x="91863" y="551180"/>
                    </a:lnTo>
                    <a:lnTo>
                      <a:pt x="91863" y="1320601"/>
                    </a:lnTo>
                  </a:path>
                </a:pathLst>
              </a:custGeom>
              <a:noFill/>
              <a:ln w="190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7" name="Shape2" descr="9b36f61f-af7b-44d3-aa2d-44dfa54ce5a2">
                <a:extLst>
                  <a:ext uri="{FF2B5EF4-FFF2-40B4-BE49-F238E27FC236}">
                    <a16:creationId id="{82A19976-0438-4B27-A6F7-876EBF74B0FE}"/>
                  </a:ext>
                </a:extLst>
              </p:cNvPr>
              <p:cNvSpPr/>
              <p:nvPr/>
            </p:nvSpPr>
            <p:spPr>
              <a:xfrm>
                <a:off x="3320442" y="2917144"/>
                <a:ext cx="388712" cy="388712"/>
              </a:xfrm>
              <a:prstGeom prst="rect">
                <a:avLst/>
              </a:prstGeom>
              <a:gradFill>
                <a:gsLst>
                  <a:gs pos="5000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135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b="1" dirty="0">
                    <a:cs typeface="+mn-ea"/>
                    <a:sym typeface="+mn-lt"/>
                  </a:rPr>
                  <a:t>2</a:t>
                </a:r>
                <a:endParaRPr lang="zh-CN" altLang="en-US" b="1" dirty="0">
                  <a:cs typeface="+mn-ea"/>
                  <a:sym typeface="+mn-lt"/>
                </a:endParaRPr>
              </a:p>
            </p:txBody>
          </p:sp>
          <p:sp>
            <p:nvSpPr>
              <p:cNvPr id="58" name="Bullet2" descr="2af93f68-4b2a-4fab-8391-3a51a81d10ba">
                <a:extLst>
                  <a:ext uri="{FF2B5EF4-FFF2-40B4-BE49-F238E27FC236}">
                    <a16:creationId id="{F20B845C-B183-B68A-F38F-5A4D24EFAEAB}"/>
                  </a:ext>
                </a:extLst>
              </p:cNvPr>
              <p:cNvSpPr txBox="1"/>
              <p:nvPr/>
            </p:nvSpPr>
            <p:spPr>
              <a:xfrm>
                <a:off x="3423293" y="1668777"/>
                <a:ext cx="2566878" cy="505355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/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培养大局观</a:t>
                </a:r>
                <a:endParaRPr lang="en-US" dirty="0"/>
              </a:p>
            </p:txBody>
          </p:sp>
          <p:sp>
            <p:nvSpPr>
              <p:cNvPr id="59" name="Text2" descr="07093857-d881-4b38-83b9-e99b1ad5db6b">
                <a:extLst>
                  <a:ext uri="{FF2B5EF4-FFF2-40B4-BE49-F238E27FC236}">
                    <a16:creationId id="{D3848D2E-1E1B-1B33-FE59-A1B10D43EE78}"/>
                  </a:ext>
                </a:extLst>
              </p:cNvPr>
              <p:cNvSpPr/>
              <p:nvPr/>
            </p:nvSpPr>
            <p:spPr>
              <a:xfrm>
                <a:off x="3600789" y="2174132"/>
                <a:ext cx="2385830" cy="6611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cs typeface="+mn-ea"/>
                    <a:sym typeface="+mn-lt"/>
                  </a:rPr>
                  <a:t>不只关注技术细节，更关注团队整体发展。</a:t>
                </a:r>
                <a:endParaRPr lang="en-US" dirty="0"/>
              </a:p>
            </p:txBody>
          </p:sp>
        </p:grpSp>
        <p:grpSp>
          <p:nvGrpSpPr>
            <p:cNvPr id="6" name="组合 5" descr="28021573-88f3-443f-8ea0-368d3a5be155">
              <a:extLst>
                <a:ext uri="{FF2B5EF4-FFF2-40B4-BE49-F238E27FC236}">
                  <a16:creationId id="{11E724D4-7508-AE47-29B0-828197477EB7}"/>
                </a:ext>
              </a:extLst>
            </p:cNvPr>
            <p:cNvGrpSpPr/>
            <p:nvPr/>
          </p:nvGrpSpPr>
          <p:grpSpPr>
            <a:xfrm>
              <a:off x="6091985" y="2137127"/>
              <a:ext cx="2695917" cy="1637079"/>
              <a:chOff x="6091985" y="1668777"/>
              <a:chExt cx="2695917" cy="1637079"/>
            </a:xfrm>
          </p:grpSpPr>
          <p:sp>
            <p:nvSpPr>
              <p:cNvPr id="52" name="ComponentBackground3" descr="016cdd7e-0166-4e4b-b2d1-413ce2458841">
                <a:extLst>
                  <a:ext uri="{FF2B5EF4-FFF2-40B4-BE49-F238E27FC236}">
                    <a16:creationId id="{6DD277C0-41BD-B30D-A5D7-F59D348C5A33}"/>
                  </a:ext>
                </a:extLst>
              </p:cNvPr>
              <p:cNvSpPr/>
              <p:nvPr/>
            </p:nvSpPr>
            <p:spPr>
              <a:xfrm>
                <a:off x="6188148" y="1668778"/>
                <a:ext cx="2566878" cy="1442722"/>
              </a:xfrm>
              <a:custGeom>
                <a:avLst/>
                <a:gdLst>
                  <a:gd name="connsiteX0" fmla="*/ 2349602 w 2349601"/>
                  <a:gd name="connsiteY0" fmla="*/ 551180 h 1320601"/>
                  <a:gd name="connsiteX1" fmla="*/ 2349602 w 2349601"/>
                  <a:gd name="connsiteY1" fmla="*/ 91863 h 1320601"/>
                  <a:gd name="connsiteX2" fmla="*/ 2257738 w 2349601"/>
                  <a:gd name="connsiteY2" fmla="*/ 0 h 1320601"/>
                  <a:gd name="connsiteX3" fmla="*/ 0 w 2349601"/>
                  <a:gd name="connsiteY3" fmla="*/ 0 h 1320601"/>
                  <a:gd name="connsiteX4" fmla="*/ 0 w 2349601"/>
                  <a:gd name="connsiteY4" fmla="*/ 0 h 1320601"/>
                  <a:gd name="connsiteX5" fmla="*/ 0 w 2349601"/>
                  <a:gd name="connsiteY5" fmla="*/ 0 h 1320601"/>
                  <a:gd name="connsiteX6" fmla="*/ 0 w 2349601"/>
                  <a:gd name="connsiteY6" fmla="*/ 459317 h 1320601"/>
                  <a:gd name="connsiteX7" fmla="*/ 91863 w 2349601"/>
                  <a:gd name="connsiteY7" fmla="*/ 551180 h 1320601"/>
                  <a:gd name="connsiteX8" fmla="*/ 91863 w 2349601"/>
                  <a:gd name="connsiteY8" fmla="*/ 1320601 h 1320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49601" h="1320601">
                    <a:moveTo>
                      <a:pt x="2349602" y="551180"/>
                    </a:moveTo>
                    <a:lnTo>
                      <a:pt x="2349602" y="91863"/>
                    </a:lnTo>
                    <a:lnTo>
                      <a:pt x="2257738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459317"/>
                    </a:lnTo>
                    <a:lnTo>
                      <a:pt x="91863" y="551180"/>
                    </a:lnTo>
                    <a:lnTo>
                      <a:pt x="91863" y="1320601"/>
                    </a:lnTo>
                  </a:path>
                </a:pathLst>
              </a:custGeom>
              <a:noFill/>
              <a:ln w="1905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Shape3" descr="b408c7c2-3bcd-48d2-8f5a-73d648fbbc51">
                <a:extLst>
                  <a:ext uri="{FF2B5EF4-FFF2-40B4-BE49-F238E27FC236}">
                    <a16:creationId id="{A145EEB6-35A5-3EFC-D04D-09D62C4D3A47}"/>
                  </a:ext>
                </a:extLst>
              </p:cNvPr>
              <p:cNvSpPr/>
              <p:nvPr/>
            </p:nvSpPr>
            <p:spPr>
              <a:xfrm>
                <a:off x="6091985" y="2917144"/>
                <a:ext cx="388712" cy="388712"/>
              </a:xfrm>
              <a:prstGeom prst="rect">
                <a:avLst/>
              </a:prstGeom>
              <a:gradFill>
                <a:gsLst>
                  <a:gs pos="5000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35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b="1" dirty="0">
                    <a:cs typeface="+mn-ea"/>
                    <a:sym typeface="+mn-lt"/>
                  </a:rPr>
                  <a:t>3</a:t>
                </a:r>
                <a:endParaRPr lang="zh-CN" altLang="en-US" b="1" dirty="0">
                  <a:cs typeface="+mn-ea"/>
                  <a:sym typeface="+mn-lt"/>
                </a:endParaRPr>
              </a:p>
            </p:txBody>
          </p:sp>
          <p:sp>
            <p:nvSpPr>
              <p:cNvPr id="54" name="Bullet3" descr="d4039fcb-d904-4809-a6cb-6d748d71fdf4">
                <a:extLst>
                  <a:ext uri="{FF2B5EF4-FFF2-40B4-BE49-F238E27FC236}">
                    <a16:creationId id="{4C93F0E4-B82A-3F7E-8D8E-275AE06411B5}"/>
                  </a:ext>
                </a:extLst>
              </p:cNvPr>
              <p:cNvSpPr txBox="1"/>
              <p:nvPr/>
            </p:nvSpPr>
            <p:spPr>
              <a:xfrm>
                <a:off x="6186186" y="1668777"/>
                <a:ext cx="2566878" cy="505355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/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接受不完美</a:t>
                </a:r>
                <a:endParaRPr lang="en-US" dirty="0"/>
              </a:p>
            </p:txBody>
          </p:sp>
          <p:sp>
            <p:nvSpPr>
              <p:cNvPr id="55" name="Text3" descr="fbd84f3b-4ffd-4498-b83c-7e32e9bf9305">
                <a:extLst>
                  <a:ext uri="{FF2B5EF4-FFF2-40B4-BE49-F238E27FC236}">
                    <a16:creationId id="{23279879-8D51-16CE-48C5-4E5CB10D3595}"/>
                  </a:ext>
                </a:extLst>
              </p:cNvPr>
              <p:cNvSpPr/>
              <p:nvPr/>
            </p:nvSpPr>
            <p:spPr>
              <a:xfrm>
                <a:off x="6402072" y="2174132"/>
                <a:ext cx="2385830" cy="6611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cs typeface="+mn-ea"/>
                    <a:sym typeface="+mn-lt"/>
                  </a:rPr>
                  <a:t>理解并接受团队成员和技术方案的不完美，聚焦改进。</a:t>
                </a:r>
                <a:endParaRPr lang="en-US" dirty="0"/>
              </a:p>
            </p:txBody>
          </p:sp>
        </p:grpSp>
        <p:grpSp>
          <p:nvGrpSpPr>
            <p:cNvPr id="7" name="组合 6" descr="2f08ecac-735f-4d4a-996e-d58606cf9634">
              <a:extLst>
                <a:ext uri="{FF2B5EF4-FFF2-40B4-BE49-F238E27FC236}">
                  <a16:creationId id="{234B5D48-449B-D3E6-B402-327843EB25D7}"/>
                </a:ext>
              </a:extLst>
            </p:cNvPr>
            <p:cNvGrpSpPr/>
            <p:nvPr/>
          </p:nvGrpSpPr>
          <p:grpSpPr>
            <a:xfrm>
              <a:off x="8847885" y="2137127"/>
              <a:ext cx="2683715" cy="1637079"/>
              <a:chOff x="8847885" y="1668777"/>
              <a:chExt cx="2683715" cy="1637079"/>
            </a:xfrm>
          </p:grpSpPr>
          <p:sp>
            <p:nvSpPr>
              <p:cNvPr id="48" name="ComponentBackground4" descr="2363b75d-8529-4f40-980b-8cce30b73864">
                <a:extLst>
                  <a:ext uri="{FF2B5EF4-FFF2-40B4-BE49-F238E27FC236}">
                    <a16:creationId id="{B4BFAD1A-12C2-CD9C-6F69-0BCB1C3A4479}"/>
                  </a:ext>
                </a:extLst>
              </p:cNvPr>
              <p:cNvSpPr/>
              <p:nvPr/>
            </p:nvSpPr>
            <p:spPr>
              <a:xfrm>
                <a:off x="8952022" y="1668778"/>
                <a:ext cx="2566878" cy="1442722"/>
              </a:xfrm>
              <a:custGeom>
                <a:avLst/>
                <a:gdLst>
                  <a:gd name="connsiteX0" fmla="*/ 2349602 w 2349601"/>
                  <a:gd name="connsiteY0" fmla="*/ 551180 h 1320601"/>
                  <a:gd name="connsiteX1" fmla="*/ 2349602 w 2349601"/>
                  <a:gd name="connsiteY1" fmla="*/ 91863 h 1320601"/>
                  <a:gd name="connsiteX2" fmla="*/ 2257738 w 2349601"/>
                  <a:gd name="connsiteY2" fmla="*/ 0 h 1320601"/>
                  <a:gd name="connsiteX3" fmla="*/ 0 w 2349601"/>
                  <a:gd name="connsiteY3" fmla="*/ 0 h 1320601"/>
                  <a:gd name="connsiteX4" fmla="*/ 0 w 2349601"/>
                  <a:gd name="connsiteY4" fmla="*/ 0 h 1320601"/>
                  <a:gd name="connsiteX5" fmla="*/ 0 w 2349601"/>
                  <a:gd name="connsiteY5" fmla="*/ 0 h 1320601"/>
                  <a:gd name="connsiteX6" fmla="*/ 0 w 2349601"/>
                  <a:gd name="connsiteY6" fmla="*/ 459317 h 1320601"/>
                  <a:gd name="connsiteX7" fmla="*/ 91863 w 2349601"/>
                  <a:gd name="connsiteY7" fmla="*/ 551180 h 1320601"/>
                  <a:gd name="connsiteX8" fmla="*/ 91863 w 2349601"/>
                  <a:gd name="connsiteY8" fmla="*/ 1320601 h 1320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49601" h="1320601">
                    <a:moveTo>
                      <a:pt x="2349602" y="551180"/>
                    </a:moveTo>
                    <a:lnTo>
                      <a:pt x="2349602" y="91863"/>
                    </a:lnTo>
                    <a:lnTo>
                      <a:pt x="2257738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459317"/>
                    </a:lnTo>
                    <a:lnTo>
                      <a:pt x="91863" y="551180"/>
                    </a:lnTo>
                    <a:lnTo>
                      <a:pt x="91863" y="1320601"/>
                    </a:lnTo>
                  </a:path>
                </a:pathLst>
              </a:custGeom>
              <a:noFill/>
              <a:ln w="19050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Shape4" descr="35313a7d-53cc-4ab4-868b-dd91e16ebb0d">
                <a:extLst>
                  <a:ext uri="{FF2B5EF4-FFF2-40B4-BE49-F238E27FC236}">
                    <a16:creationId id="{82808505-3FD5-7323-0210-69E17481F9A9}"/>
                  </a:ext>
                </a:extLst>
              </p:cNvPr>
              <p:cNvSpPr/>
              <p:nvPr/>
            </p:nvSpPr>
            <p:spPr>
              <a:xfrm>
                <a:off x="8847885" y="2917144"/>
                <a:ext cx="388712" cy="388712"/>
              </a:xfrm>
              <a:prstGeom prst="rect">
                <a:avLst/>
              </a:prstGeom>
              <a:gradFill>
                <a:gsLst>
                  <a:gs pos="50000">
                    <a:schemeClr val="accent4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135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cs typeface="+mn-ea"/>
                    <a:sym typeface="+mn-lt"/>
                  </a:rPr>
                  <a:t>4</a:t>
                </a: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50" name="Bullet4" descr="ce524ea8-03ac-42d9-a62a-34e102248833">
                <a:extLst>
                  <a:ext uri="{FF2B5EF4-FFF2-40B4-BE49-F238E27FC236}">
                    <a16:creationId id="{5C75D237-5A7E-E3E7-1421-D748D14B7B65}"/>
                  </a:ext>
                </a:extLst>
              </p:cNvPr>
              <p:cNvSpPr txBox="1"/>
              <p:nvPr/>
            </p:nvSpPr>
            <p:spPr>
              <a:xfrm>
                <a:off x="8949079" y="1668777"/>
                <a:ext cx="2566878" cy="505355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/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增强责任感</a:t>
                </a:r>
                <a:endParaRPr lang="en-US" dirty="0"/>
              </a:p>
            </p:txBody>
          </p:sp>
          <p:sp>
            <p:nvSpPr>
              <p:cNvPr id="51" name="Text4" descr="b48e6523-de68-41bc-a46f-1f809391344d">
                <a:extLst>
                  <a:ext uri="{FF2B5EF4-FFF2-40B4-BE49-F238E27FC236}">
                    <a16:creationId id="{2E6827C3-B816-FD6F-5004-BC57E0967574}"/>
                  </a:ext>
                </a:extLst>
              </p:cNvPr>
              <p:cNvSpPr/>
              <p:nvPr/>
            </p:nvSpPr>
            <p:spPr>
              <a:xfrm>
                <a:off x="9145770" y="2174132"/>
                <a:ext cx="2385830" cy="6611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cs typeface="+mn-ea"/>
                    <a:sym typeface="+mn-lt"/>
                  </a:rPr>
                  <a:t>深刻意识到自己的决策对团队和公司的影响。</a:t>
                </a:r>
                <a:endParaRPr lang="en-US" dirty="0"/>
              </a:p>
            </p:txBody>
          </p:sp>
        </p:grpSp>
        <p:grpSp>
          <p:nvGrpSpPr>
            <p:cNvPr id="8" name="组合 7" descr="4605b504-fa1e-40c6-88e3-32ecaac7cbd9">
              <a:extLst>
                <a:ext uri="{FF2B5EF4-FFF2-40B4-BE49-F238E27FC236}">
                  <a16:creationId id="{3DA5453C-B6CF-A8A1-1902-276B30A1DF45}"/>
                </a:ext>
              </a:extLst>
            </p:cNvPr>
            <p:cNvGrpSpPr/>
            <p:nvPr/>
          </p:nvGrpSpPr>
          <p:grpSpPr>
            <a:xfrm>
              <a:off x="564542" y="4323540"/>
              <a:ext cx="2678379" cy="1595803"/>
              <a:chOff x="564542" y="3275328"/>
              <a:chExt cx="2678379" cy="1595803"/>
            </a:xfrm>
          </p:grpSpPr>
          <p:sp>
            <p:nvSpPr>
              <p:cNvPr id="44" name="ComponentBackground5" descr="c7ce45a3-995f-4354-9638-682166504bea">
                <a:extLst>
                  <a:ext uri="{FF2B5EF4-FFF2-40B4-BE49-F238E27FC236}">
                    <a16:creationId id="{2FEE867B-2AF0-90C3-2702-B423FC240F24}"/>
                  </a:ext>
                </a:extLst>
              </p:cNvPr>
              <p:cNvSpPr/>
              <p:nvPr/>
            </p:nvSpPr>
            <p:spPr>
              <a:xfrm>
                <a:off x="660400" y="3275328"/>
                <a:ext cx="2566878" cy="1442722"/>
              </a:xfrm>
              <a:custGeom>
                <a:avLst/>
                <a:gdLst>
                  <a:gd name="connsiteX0" fmla="*/ 2349602 w 2349601"/>
                  <a:gd name="connsiteY0" fmla="*/ 551180 h 1320601"/>
                  <a:gd name="connsiteX1" fmla="*/ 2349602 w 2349601"/>
                  <a:gd name="connsiteY1" fmla="*/ 91863 h 1320601"/>
                  <a:gd name="connsiteX2" fmla="*/ 2257738 w 2349601"/>
                  <a:gd name="connsiteY2" fmla="*/ 0 h 1320601"/>
                  <a:gd name="connsiteX3" fmla="*/ 0 w 2349601"/>
                  <a:gd name="connsiteY3" fmla="*/ 0 h 1320601"/>
                  <a:gd name="connsiteX4" fmla="*/ 0 w 2349601"/>
                  <a:gd name="connsiteY4" fmla="*/ 0 h 1320601"/>
                  <a:gd name="connsiteX5" fmla="*/ 0 w 2349601"/>
                  <a:gd name="connsiteY5" fmla="*/ 0 h 1320601"/>
                  <a:gd name="connsiteX6" fmla="*/ 0 w 2349601"/>
                  <a:gd name="connsiteY6" fmla="*/ 459317 h 1320601"/>
                  <a:gd name="connsiteX7" fmla="*/ 91863 w 2349601"/>
                  <a:gd name="connsiteY7" fmla="*/ 551180 h 1320601"/>
                  <a:gd name="connsiteX8" fmla="*/ 91863 w 2349601"/>
                  <a:gd name="connsiteY8" fmla="*/ 1320601 h 1320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49601" h="1320601">
                    <a:moveTo>
                      <a:pt x="2349602" y="551180"/>
                    </a:moveTo>
                    <a:lnTo>
                      <a:pt x="2349602" y="91863"/>
                    </a:lnTo>
                    <a:lnTo>
                      <a:pt x="2257738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459317"/>
                    </a:lnTo>
                    <a:lnTo>
                      <a:pt x="91863" y="551180"/>
                    </a:lnTo>
                    <a:lnTo>
                      <a:pt x="91863" y="1320601"/>
                    </a:lnTo>
                  </a:path>
                </a:pathLst>
              </a:custGeom>
              <a:noFill/>
              <a:ln w="19050" cap="flat">
                <a:solidFill>
                  <a:schemeClr val="accent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5" name="Shape5" descr="17c9b5f4-545a-4038-883f-5bc67b06ae3a">
                <a:extLst>
                  <a:ext uri="{FF2B5EF4-FFF2-40B4-BE49-F238E27FC236}">
                    <a16:creationId id="{AB16BD76-5DAE-997D-2E7B-4014C3A3AFF7}"/>
                  </a:ext>
                </a:extLst>
              </p:cNvPr>
              <p:cNvSpPr/>
              <p:nvPr/>
            </p:nvSpPr>
            <p:spPr>
              <a:xfrm>
                <a:off x="564542" y="4482419"/>
                <a:ext cx="388712" cy="388712"/>
              </a:xfrm>
              <a:prstGeom prst="rect">
                <a:avLst/>
              </a:prstGeom>
              <a:gradFill>
                <a:gsLst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35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b="1" dirty="0">
                    <a:cs typeface="+mn-ea"/>
                    <a:sym typeface="+mn-lt"/>
                  </a:rPr>
                  <a:t>5</a:t>
                </a:r>
                <a:endParaRPr lang="zh-CN" altLang="en-US" b="1" dirty="0">
                  <a:cs typeface="+mn-ea"/>
                  <a:sym typeface="+mn-lt"/>
                </a:endParaRPr>
              </a:p>
            </p:txBody>
          </p:sp>
          <p:sp>
            <p:nvSpPr>
              <p:cNvPr id="46" name="Bullet5" descr="29fdf2c7-c307-47d7-8475-1c1d3df2b69b">
                <a:extLst>
                  <a:ext uri="{FF2B5EF4-FFF2-40B4-BE49-F238E27FC236}">
                    <a16:creationId id="{E31340CF-157A-2C7A-BB30-74C6C07FFC7C}"/>
                  </a:ext>
                </a:extLst>
              </p:cNvPr>
              <p:cNvSpPr txBox="1"/>
              <p:nvPr/>
            </p:nvSpPr>
            <p:spPr>
              <a:xfrm>
                <a:off x="660400" y="3289816"/>
                <a:ext cx="2566878" cy="505355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/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保持开放和包容</a:t>
                </a:r>
                <a:endParaRPr lang="en-US" dirty="0"/>
              </a:p>
            </p:txBody>
          </p:sp>
          <p:sp>
            <p:nvSpPr>
              <p:cNvPr id="47" name="Text5" descr="499e3225-c79c-4e74-9075-d37a4666aecc">
                <a:extLst>
                  <a:ext uri="{FF2B5EF4-FFF2-40B4-BE49-F238E27FC236}">
                    <a16:creationId id="{0FFD47AC-B8F9-4021-D469-3F6AFEEBCAA1}"/>
                  </a:ext>
                </a:extLst>
              </p:cNvPr>
              <p:cNvSpPr/>
              <p:nvPr/>
            </p:nvSpPr>
            <p:spPr>
              <a:xfrm>
                <a:off x="857091" y="3795171"/>
                <a:ext cx="2385830" cy="6611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cs typeface="+mn-ea"/>
                    <a:sym typeface="+mn-lt"/>
                  </a:rPr>
                  <a:t>倾听不同意见，促进团队内部的开放交流。</a:t>
                </a:r>
                <a:endParaRPr lang="en-US" dirty="0"/>
              </a:p>
            </p:txBody>
          </p:sp>
        </p:grpSp>
        <p:grpSp>
          <p:nvGrpSpPr>
            <p:cNvPr id="9" name="组合 8" descr="9f7dae19-a460-4c90-bb03-67726b716507">
              <a:extLst>
                <a:ext uri="{FF2B5EF4-FFF2-40B4-BE49-F238E27FC236}">
                  <a16:creationId id="{0B554504-95FD-4F21-A6C0-62CD6C52A60E}"/>
                </a:ext>
              </a:extLst>
            </p:cNvPr>
            <p:cNvGrpSpPr/>
            <p:nvPr/>
          </p:nvGrpSpPr>
          <p:grpSpPr>
            <a:xfrm>
              <a:off x="3320442" y="4323540"/>
              <a:ext cx="2670710" cy="1595803"/>
              <a:chOff x="3320442" y="3275328"/>
              <a:chExt cx="2670710" cy="1595803"/>
            </a:xfrm>
          </p:grpSpPr>
          <p:sp>
            <p:nvSpPr>
              <p:cNvPr id="40" name="ComponentBackground6" descr="53938b13-6b2c-4517-ac70-9720ebd1f5e6">
                <a:extLst>
                  <a:ext uri="{FF2B5EF4-FFF2-40B4-BE49-F238E27FC236}">
                    <a16:creationId id="{060F8FA9-FD7D-A2C5-E637-DDB6281B6239}"/>
                  </a:ext>
                </a:extLst>
              </p:cNvPr>
              <p:cNvSpPr/>
              <p:nvPr/>
            </p:nvSpPr>
            <p:spPr>
              <a:xfrm>
                <a:off x="3424274" y="3275328"/>
                <a:ext cx="2566878" cy="1442722"/>
              </a:xfrm>
              <a:custGeom>
                <a:avLst/>
                <a:gdLst>
                  <a:gd name="connsiteX0" fmla="*/ 2349602 w 2349601"/>
                  <a:gd name="connsiteY0" fmla="*/ 551180 h 1320601"/>
                  <a:gd name="connsiteX1" fmla="*/ 2349602 w 2349601"/>
                  <a:gd name="connsiteY1" fmla="*/ 91863 h 1320601"/>
                  <a:gd name="connsiteX2" fmla="*/ 2257738 w 2349601"/>
                  <a:gd name="connsiteY2" fmla="*/ 0 h 1320601"/>
                  <a:gd name="connsiteX3" fmla="*/ 0 w 2349601"/>
                  <a:gd name="connsiteY3" fmla="*/ 0 h 1320601"/>
                  <a:gd name="connsiteX4" fmla="*/ 0 w 2349601"/>
                  <a:gd name="connsiteY4" fmla="*/ 0 h 1320601"/>
                  <a:gd name="connsiteX5" fmla="*/ 0 w 2349601"/>
                  <a:gd name="connsiteY5" fmla="*/ 0 h 1320601"/>
                  <a:gd name="connsiteX6" fmla="*/ 0 w 2349601"/>
                  <a:gd name="connsiteY6" fmla="*/ 459317 h 1320601"/>
                  <a:gd name="connsiteX7" fmla="*/ 91863 w 2349601"/>
                  <a:gd name="connsiteY7" fmla="*/ 551180 h 1320601"/>
                  <a:gd name="connsiteX8" fmla="*/ 91863 w 2349601"/>
                  <a:gd name="connsiteY8" fmla="*/ 1320601 h 1320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49601" h="1320601">
                    <a:moveTo>
                      <a:pt x="2349602" y="551180"/>
                    </a:moveTo>
                    <a:lnTo>
                      <a:pt x="2349602" y="91863"/>
                    </a:lnTo>
                    <a:lnTo>
                      <a:pt x="2257738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459317"/>
                    </a:lnTo>
                    <a:lnTo>
                      <a:pt x="91863" y="551180"/>
                    </a:lnTo>
                    <a:lnTo>
                      <a:pt x="91863" y="1320601"/>
                    </a:lnTo>
                  </a:path>
                </a:pathLst>
              </a:custGeom>
              <a:noFill/>
              <a:ln w="19050" cap="flat">
                <a:solidFill>
                  <a:schemeClr val="accent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1" name="Shape6" descr="6848e0e6-21ec-4c6f-bfd6-d8832255b424">
                <a:extLst>
                  <a:ext uri="{FF2B5EF4-FFF2-40B4-BE49-F238E27FC236}">
                    <a16:creationId id="{F2D416E8-9E70-704E-2BB6-B962A9BE2BC4}"/>
                  </a:ext>
                </a:extLst>
              </p:cNvPr>
              <p:cNvSpPr/>
              <p:nvPr/>
            </p:nvSpPr>
            <p:spPr>
              <a:xfrm>
                <a:off x="3320442" y="4482419"/>
                <a:ext cx="388712" cy="388712"/>
              </a:xfrm>
              <a:prstGeom prst="rect">
                <a:avLst/>
              </a:prstGeom>
              <a:gradFill>
                <a:gsLst>
                  <a:gs pos="50000">
                    <a:schemeClr val="accent6"/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35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cs typeface="+mn-ea"/>
                    <a:sym typeface="+mn-lt"/>
                  </a:rPr>
                  <a:t>6</a:t>
                </a: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42" name="Bullet6" descr="6bf69cca-c782-401e-bc98-1d2766fd1211">
                <a:extLst>
                  <a:ext uri="{FF2B5EF4-FFF2-40B4-BE49-F238E27FC236}">
                    <a16:creationId id="{70B0F6B3-5AAF-2AA2-3FE7-B4A9F45BCD59}"/>
                  </a:ext>
                </a:extLst>
              </p:cNvPr>
              <p:cNvSpPr txBox="1"/>
              <p:nvPr/>
            </p:nvSpPr>
            <p:spPr>
              <a:xfrm>
                <a:off x="3423293" y="3289816"/>
                <a:ext cx="2566878" cy="505355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/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培养长远眼光</a:t>
                </a:r>
                <a:endParaRPr lang="en-US" dirty="0"/>
              </a:p>
            </p:txBody>
          </p:sp>
          <p:sp>
            <p:nvSpPr>
              <p:cNvPr id="43" name="Text6" descr="43208739-a11d-499c-9708-37453970665c">
                <a:extLst>
                  <a:ext uri="{FF2B5EF4-FFF2-40B4-BE49-F238E27FC236}">
                    <a16:creationId id="{47F20D73-D71A-656B-02AE-315B9B8248A1}"/>
                  </a:ext>
                </a:extLst>
              </p:cNvPr>
              <p:cNvSpPr/>
              <p:nvPr/>
            </p:nvSpPr>
            <p:spPr>
              <a:xfrm>
                <a:off x="3600789" y="3795171"/>
                <a:ext cx="2385830" cy="6611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cs typeface="+mn-ea"/>
                    <a:sym typeface="+mn-lt"/>
                  </a:rPr>
                  <a:t>制定长期计划，关注技术趋势和团队发展方向。</a:t>
                </a:r>
                <a:endParaRPr lang="en-US" dirty="0"/>
              </a:p>
            </p:txBody>
          </p:sp>
        </p:grpSp>
        <p:grpSp>
          <p:nvGrpSpPr>
            <p:cNvPr id="10" name="组合 9" descr="80031705-271a-43a4-9164-80d0cee94a91">
              <a:extLst>
                <a:ext uri="{FF2B5EF4-FFF2-40B4-BE49-F238E27FC236}">
                  <a16:creationId id="{42987FA1-16F2-917F-9E19-10F8B74F768C}"/>
                </a:ext>
              </a:extLst>
            </p:cNvPr>
            <p:cNvGrpSpPr/>
            <p:nvPr/>
          </p:nvGrpSpPr>
          <p:grpSpPr>
            <a:xfrm>
              <a:off x="6091985" y="4323540"/>
              <a:ext cx="2695917" cy="1595803"/>
              <a:chOff x="6091985" y="3275328"/>
              <a:chExt cx="2695917" cy="1595803"/>
            </a:xfrm>
          </p:grpSpPr>
          <p:sp>
            <p:nvSpPr>
              <p:cNvPr id="36" name="ComponentBackground7" descr="496a3b72-564c-4755-9fce-b47d1aee1faf">
                <a:extLst>
                  <a:ext uri="{FF2B5EF4-FFF2-40B4-BE49-F238E27FC236}">
                    <a16:creationId id="{C4B88A50-0E2E-E10B-3662-A7B5B8132097}"/>
                  </a:ext>
                </a:extLst>
              </p:cNvPr>
              <p:cNvSpPr/>
              <p:nvPr/>
            </p:nvSpPr>
            <p:spPr>
              <a:xfrm>
                <a:off x="6188148" y="3275328"/>
                <a:ext cx="2566878" cy="1442722"/>
              </a:xfrm>
              <a:custGeom>
                <a:avLst/>
                <a:gdLst>
                  <a:gd name="connsiteX0" fmla="*/ 2349602 w 2349601"/>
                  <a:gd name="connsiteY0" fmla="*/ 551180 h 1320601"/>
                  <a:gd name="connsiteX1" fmla="*/ 2349602 w 2349601"/>
                  <a:gd name="connsiteY1" fmla="*/ 91863 h 1320601"/>
                  <a:gd name="connsiteX2" fmla="*/ 2257738 w 2349601"/>
                  <a:gd name="connsiteY2" fmla="*/ 0 h 1320601"/>
                  <a:gd name="connsiteX3" fmla="*/ 0 w 2349601"/>
                  <a:gd name="connsiteY3" fmla="*/ 0 h 1320601"/>
                  <a:gd name="connsiteX4" fmla="*/ 0 w 2349601"/>
                  <a:gd name="connsiteY4" fmla="*/ 0 h 1320601"/>
                  <a:gd name="connsiteX5" fmla="*/ 0 w 2349601"/>
                  <a:gd name="connsiteY5" fmla="*/ 0 h 1320601"/>
                  <a:gd name="connsiteX6" fmla="*/ 0 w 2349601"/>
                  <a:gd name="connsiteY6" fmla="*/ 459317 h 1320601"/>
                  <a:gd name="connsiteX7" fmla="*/ 91863 w 2349601"/>
                  <a:gd name="connsiteY7" fmla="*/ 551180 h 1320601"/>
                  <a:gd name="connsiteX8" fmla="*/ 91863 w 2349601"/>
                  <a:gd name="connsiteY8" fmla="*/ 1320601 h 1320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49601" h="1320601">
                    <a:moveTo>
                      <a:pt x="2349602" y="551180"/>
                    </a:moveTo>
                    <a:lnTo>
                      <a:pt x="2349602" y="91863"/>
                    </a:lnTo>
                    <a:lnTo>
                      <a:pt x="2257738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459317"/>
                    </a:lnTo>
                    <a:lnTo>
                      <a:pt x="91863" y="551180"/>
                    </a:lnTo>
                    <a:lnTo>
                      <a:pt x="91863" y="1320601"/>
                    </a:lnTo>
                  </a:path>
                </a:pathLst>
              </a:custGeom>
              <a:noFill/>
              <a:ln w="19050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7" name="Shape7" descr="7e514aa5-27a3-4d29-a0a1-dc71867a8c7a">
                <a:extLst>
                  <a:ext uri="{FF2B5EF4-FFF2-40B4-BE49-F238E27FC236}">
                    <a16:creationId id="{C9B4F466-D053-080D-ED45-B4721C50DD5E}"/>
                  </a:ext>
                </a:extLst>
              </p:cNvPr>
              <p:cNvSpPr/>
              <p:nvPr/>
            </p:nvSpPr>
            <p:spPr>
              <a:xfrm>
                <a:off x="6091985" y="4482419"/>
                <a:ext cx="388712" cy="388712"/>
              </a:xfrm>
              <a:prstGeom prst="rect">
                <a:avLst/>
              </a:prstGeom>
              <a:gradFill>
                <a:gsLst>
                  <a:gs pos="5000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35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cs typeface="+mn-ea"/>
                    <a:sym typeface="+mn-lt"/>
                  </a:rPr>
                  <a:t>7</a:t>
                </a: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38" name="Bullet7" descr="1fdecd40-2bd9-442d-9d77-41c6deead9f9">
                <a:extLst>
                  <a:ext uri="{FF2B5EF4-FFF2-40B4-BE49-F238E27FC236}">
                    <a16:creationId id="{1AAF19AB-F9A7-98CD-A2DB-32EBC3EA8BD1}"/>
                  </a:ext>
                </a:extLst>
              </p:cNvPr>
              <p:cNvSpPr txBox="1"/>
              <p:nvPr/>
            </p:nvSpPr>
            <p:spPr>
              <a:xfrm>
                <a:off x="6186186" y="3289816"/>
                <a:ext cx="2566878" cy="505355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/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提高抗压能力</a:t>
                </a:r>
                <a:endParaRPr lang="en-US" dirty="0"/>
              </a:p>
            </p:txBody>
          </p:sp>
          <p:sp>
            <p:nvSpPr>
              <p:cNvPr id="39" name="Text7" descr="25a1cd81-c282-47ed-b71e-5ecfe35e1cb7">
                <a:extLst>
                  <a:ext uri="{FF2B5EF4-FFF2-40B4-BE49-F238E27FC236}">
                    <a16:creationId id="{6B897327-B000-02A2-0C6B-3934FB34998C}"/>
                  </a:ext>
                </a:extLst>
              </p:cNvPr>
              <p:cNvSpPr/>
              <p:nvPr/>
            </p:nvSpPr>
            <p:spPr>
              <a:xfrm>
                <a:off x="6402072" y="3795171"/>
                <a:ext cx="2385830" cy="6611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cs typeface="+mn-ea"/>
                    <a:sym typeface="+mn-lt"/>
                  </a:rPr>
                  <a:t>面对高强度工作压力，保持心态平和稳定。</a:t>
                </a:r>
                <a:endParaRPr lang="en-US" dirty="0"/>
              </a:p>
            </p:txBody>
          </p:sp>
        </p:grpSp>
        <p:grpSp>
          <p:nvGrpSpPr>
            <p:cNvPr id="11" name="组合 10" descr="7c4f3707-f1ae-4c23-8881-1d9eab334996">
              <a:extLst>
                <a:ext uri="{FF2B5EF4-FFF2-40B4-BE49-F238E27FC236}">
                  <a16:creationId id="{8EA9FA4F-7616-0E11-1EA1-568272B48D37}"/>
                </a:ext>
              </a:extLst>
            </p:cNvPr>
            <p:cNvGrpSpPr/>
            <p:nvPr/>
          </p:nvGrpSpPr>
          <p:grpSpPr>
            <a:xfrm>
              <a:off x="8847885" y="4323540"/>
              <a:ext cx="2683715" cy="1595803"/>
              <a:chOff x="8847885" y="3275328"/>
              <a:chExt cx="2683715" cy="1595803"/>
            </a:xfrm>
          </p:grpSpPr>
          <p:sp>
            <p:nvSpPr>
              <p:cNvPr id="32" name="ComponentBackground8" descr="200395ee-fc9d-4380-a280-88924965fdbe">
                <a:extLst>
                  <a:ext uri="{FF2B5EF4-FFF2-40B4-BE49-F238E27FC236}">
                    <a16:creationId id="{BCC62F0A-AAFA-41AE-5910-14E5C5E036CE}"/>
                  </a:ext>
                </a:extLst>
              </p:cNvPr>
              <p:cNvSpPr/>
              <p:nvPr/>
            </p:nvSpPr>
            <p:spPr>
              <a:xfrm>
                <a:off x="8952022" y="3275328"/>
                <a:ext cx="2566878" cy="1442722"/>
              </a:xfrm>
              <a:custGeom>
                <a:avLst/>
                <a:gdLst>
                  <a:gd name="connsiteX0" fmla="*/ 2349602 w 2349601"/>
                  <a:gd name="connsiteY0" fmla="*/ 551180 h 1320601"/>
                  <a:gd name="connsiteX1" fmla="*/ 2349602 w 2349601"/>
                  <a:gd name="connsiteY1" fmla="*/ 91863 h 1320601"/>
                  <a:gd name="connsiteX2" fmla="*/ 2257738 w 2349601"/>
                  <a:gd name="connsiteY2" fmla="*/ 0 h 1320601"/>
                  <a:gd name="connsiteX3" fmla="*/ 0 w 2349601"/>
                  <a:gd name="connsiteY3" fmla="*/ 0 h 1320601"/>
                  <a:gd name="connsiteX4" fmla="*/ 0 w 2349601"/>
                  <a:gd name="connsiteY4" fmla="*/ 0 h 1320601"/>
                  <a:gd name="connsiteX5" fmla="*/ 0 w 2349601"/>
                  <a:gd name="connsiteY5" fmla="*/ 0 h 1320601"/>
                  <a:gd name="connsiteX6" fmla="*/ 0 w 2349601"/>
                  <a:gd name="connsiteY6" fmla="*/ 459317 h 1320601"/>
                  <a:gd name="connsiteX7" fmla="*/ 91863 w 2349601"/>
                  <a:gd name="connsiteY7" fmla="*/ 551180 h 1320601"/>
                  <a:gd name="connsiteX8" fmla="*/ 91863 w 2349601"/>
                  <a:gd name="connsiteY8" fmla="*/ 1320601 h 1320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49601" h="1320601">
                    <a:moveTo>
                      <a:pt x="2349602" y="551180"/>
                    </a:moveTo>
                    <a:lnTo>
                      <a:pt x="2349602" y="91863"/>
                    </a:lnTo>
                    <a:lnTo>
                      <a:pt x="2257738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459317"/>
                    </a:lnTo>
                    <a:lnTo>
                      <a:pt x="91863" y="551180"/>
                    </a:lnTo>
                    <a:lnTo>
                      <a:pt x="91863" y="1320601"/>
                    </a:lnTo>
                  </a:path>
                </a:pathLst>
              </a:custGeom>
              <a:noFill/>
              <a:ln w="190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" name="Shape8" descr="cb94208f-68ed-497d-80e7-e00923916aab">
                <a:extLst>
                  <a:ext uri="{FF2B5EF4-FFF2-40B4-BE49-F238E27FC236}">
                    <a16:creationId id="{068F37B7-80BE-81F1-1B69-FD2433A28C58}"/>
                  </a:ext>
                </a:extLst>
              </p:cNvPr>
              <p:cNvSpPr/>
              <p:nvPr/>
            </p:nvSpPr>
            <p:spPr>
              <a:xfrm>
                <a:off x="8847885" y="4482419"/>
                <a:ext cx="388712" cy="388712"/>
              </a:xfrm>
              <a:prstGeom prst="rect">
                <a:avLst/>
              </a:prstGeom>
              <a:gradFill>
                <a:gsLst>
                  <a:gs pos="5000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135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cs typeface="+mn-ea"/>
                    <a:sym typeface="+mn-lt"/>
                  </a:rPr>
                  <a:t>8</a:t>
                </a: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34" name="Bullet8" descr="5da1138b-6768-4502-935a-0fa6fbc7cf13">
                <a:extLst>
                  <a:ext uri="{FF2B5EF4-FFF2-40B4-BE49-F238E27FC236}">
                    <a16:creationId id="{2012D5DD-D831-811D-B41E-0FFE6D805C85}"/>
                  </a:ext>
                </a:extLst>
              </p:cNvPr>
              <p:cNvSpPr txBox="1"/>
              <p:nvPr/>
            </p:nvSpPr>
            <p:spPr>
              <a:xfrm>
                <a:off x="8949079" y="3289816"/>
                <a:ext cx="2566878" cy="505355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/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激发团队潜能</a:t>
                </a:r>
                <a:endParaRPr lang="en-US" dirty="0"/>
              </a:p>
            </p:txBody>
          </p:sp>
          <p:sp>
            <p:nvSpPr>
              <p:cNvPr id="35" name="Text8" descr="2355a6ac-1c4e-4dbf-9c02-d1eb7b303d3f">
                <a:extLst>
                  <a:ext uri="{FF2B5EF4-FFF2-40B4-BE49-F238E27FC236}">
                    <a16:creationId id="{EB868F6D-46C8-9532-D0F4-57716043AA01}"/>
                  </a:ext>
                </a:extLst>
              </p:cNvPr>
              <p:cNvSpPr/>
              <p:nvPr/>
            </p:nvSpPr>
            <p:spPr>
              <a:xfrm>
                <a:off x="9145770" y="3795171"/>
                <a:ext cx="2385830" cy="6611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cs typeface="+mn-ea"/>
                    <a:sym typeface="+mn-lt"/>
                  </a:rPr>
                  <a:t>通过激励和赋能，推动团队整体能力的提升。</a:t>
                </a:r>
                <a:endParaRPr lang="en-US" dirty="0"/>
              </a:p>
            </p:txBody>
          </p:sp>
        </p:grpSp>
      </p:grpSp>
      <p:sp>
        <p:nvSpPr>
          <p:cNvPr id="2" name="" descr="35a15f7c-9d27-4f27-bcb9-d0ad115e013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心态转变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" descr="21d3db50-999a-474a-b867-366ce47f38e8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团队管理实践</a:t>
            </a:r>
            <a:endParaRPr lang="en-US" dirty="0"/>
          </a:p>
        </p:txBody>
      </p:sp>
      <p:sp>
        <p:nvSpPr>
          <p:cNvPr id="3" name="" descr="c37bd84a-5aa3-45b7-b163-5703a19789e5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分享作为团队负责人在管理中的具体实践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12" name="4d68c0ee-dd96-40a0-bc2c-e90b1c22e2ce.source.6.zh-Hans.pptx" descr="4457badf-ade5-4953-835d-d769179f1b74">
            <a:extLst>
              <a:ext uri="{FF2B5EF4-FFF2-40B4-BE49-F238E27FC236}">
                <a16:creationId id="{06CBFB9C-092F-0BD5-8684-80DAD546A5C0}"/>
              </a:ext>
            </a:extLst>
          </p:cNvPr>
          <p:cNvGrpSpPr/>
          <p:nvPr/>
        </p:nvGrpSpPr>
        <p:grpSpPr>
          <a:xfrm>
            <a:off x="668562" y="1130300"/>
            <a:ext cx="10850338" cy="5003800"/>
            <a:chOff x="668562" y="1130300"/>
            <a:chExt cx="10850338" cy="5003800"/>
          </a:xfrm>
        </p:grpSpPr>
        <p:sp>
          <p:nvSpPr>
            <p:cNvPr id="54" name="Title" descr="fc36354e-cc30-4ba7-89b2-99ee9ffbe5fa">
              <a:extLst>
                <a:ext uri="{FF2B5EF4-FFF2-40B4-BE49-F238E27FC236}">
                  <a16:creationId id="{81CD29AA-AA02-0D28-60FA-02E7B40E33E8}"/>
                </a:ext>
              </a:extLst>
            </p:cNvPr>
            <p:cNvSpPr/>
            <p:nvPr/>
          </p:nvSpPr>
          <p:spPr>
            <a:xfrm>
              <a:off x="3048000" y="1130300"/>
              <a:ext cx="6096000" cy="497316"/>
            </a:xfrm>
            <a:prstGeom prst="rect">
              <a:avLst/>
            </a:prstGeom>
          </p:spPr>
          <p:txBody>
            <a:bodyPr wrap="square">
              <a:norm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lnSpc>
                  <a:spcPct val="120000"/>
                </a:lnSpc>
                <a:defRPr/>
              </a:pPr>
              <a:r>
                <a:rPr lang="zh-CN" altLang="en-US" sz="2400" b="1" dirty="0">
                  <a:ln w="3175">
                    <a:noFill/>
                  </a:ln>
                  <a:cs typeface="+mn-ea"/>
                  <a:sym typeface="+mn-lt"/>
                </a:rPr>
                <a:t>打造高效协作的团队文化</a:t>
              </a:r>
              <a:endParaRPr lang="en-US" dirty="0"/>
            </a:p>
          </p:txBody>
        </p:sp>
        <p:grpSp>
          <p:nvGrpSpPr>
            <p:cNvPr id="13" name="组合 12" descr="fca9a985-e1c2-48c8-b738-e1d1870032f2">
              <a:extLst>
                <a:ext uri="{FF2B5EF4-FFF2-40B4-BE49-F238E27FC236}">
                  <a16:creationId id="{E3179FEA-AD84-E27F-F939-1A9B79B1A7A6}"/>
                </a:ext>
              </a:extLst>
            </p:cNvPr>
            <p:cNvGrpSpPr/>
            <p:nvPr/>
          </p:nvGrpSpPr>
          <p:grpSpPr>
            <a:xfrm>
              <a:off x="668562" y="1799415"/>
              <a:ext cx="1756322" cy="4334685"/>
              <a:chOff x="668562" y="1799415"/>
              <a:chExt cx="1756322" cy="4334685"/>
            </a:xfrm>
          </p:grpSpPr>
          <p:sp>
            <p:nvSpPr>
              <p:cNvPr id="45" name="ComponentBackground1" descr="c724405f-09e3-463d-9db2-e68e7795a205">
                <a:extLst>
                  <a:ext uri="{FF2B5EF4-FFF2-40B4-BE49-F238E27FC236}">
                    <a16:creationId id="{EDFE9B7F-6B7A-4056-A045-4B218E8DB4BD}"/>
                  </a:ext>
                </a:extLst>
              </p:cNvPr>
              <p:cNvSpPr/>
              <p:nvPr/>
            </p:nvSpPr>
            <p:spPr>
              <a:xfrm>
                <a:off x="668562" y="1799415"/>
                <a:ext cx="1756322" cy="433468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" name="Shape1" descr="75929560-3bf3-4e77-a04d-5467493727c9">
                <a:extLst>
                  <a:ext uri="{FF2B5EF4-FFF2-40B4-BE49-F238E27FC236}">
                    <a16:creationId id="{9638367F-D04C-410D-8C91-E996453CAD98}"/>
                  </a:ext>
                </a:extLst>
              </p:cNvPr>
              <p:cNvSpPr/>
              <p:nvPr/>
            </p:nvSpPr>
            <p:spPr>
              <a:xfrm rot="16200000">
                <a:off x="1086824" y="1733309"/>
                <a:ext cx="891926" cy="1474591"/>
              </a:xfrm>
              <a:prstGeom prst="can">
                <a:avLst/>
              </a:prstGeom>
              <a:gradFill flip="none" rotWithShape="0">
                <a:gsLst>
                  <a:gs pos="16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304800" dist="177800" dir="4800000" sx="97000" sy="97000" algn="t" rotWithShape="0">
                  <a:schemeClr val="accent2">
                    <a:lumMod val="7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" name="Bullet1" descr="047e84d6-c4da-46c2-88cb-e69de406fba8">
                <a:extLst>
                  <a:ext uri="{FF2B5EF4-FFF2-40B4-BE49-F238E27FC236}">
                    <a16:creationId id="{B05F6745-FA3E-A5C0-8576-5E6421C8E724}"/>
                  </a:ext>
                </a:extLst>
              </p:cNvPr>
              <p:cNvSpPr txBox="1"/>
              <p:nvPr/>
            </p:nvSpPr>
            <p:spPr>
              <a:xfrm>
                <a:off x="745963" y="3194723"/>
                <a:ext cx="1601521" cy="891927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明确团队目标</a:t>
                </a:r>
                <a:endParaRPr lang="en-US" dirty="0"/>
              </a:p>
            </p:txBody>
          </p:sp>
          <p:sp>
            <p:nvSpPr>
              <p:cNvPr id="21" name="Text1" descr="3a362bb5-3796-4c96-a8ec-98c34fbcea2a">
                <a:extLst>
                  <a:ext uri="{FF2B5EF4-FFF2-40B4-BE49-F238E27FC236}">
                    <a16:creationId id="{A18F865A-3344-FE9F-935F-BCF87080C212}"/>
                  </a:ext>
                </a:extLst>
              </p:cNvPr>
              <p:cNvSpPr txBox="1"/>
              <p:nvPr/>
            </p:nvSpPr>
            <p:spPr>
              <a:xfrm>
                <a:off x="745963" y="4086648"/>
                <a:ext cx="1601521" cy="1522276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制定清晰、可衡量的团队目标，确保每位成员都能理解并为之努力奋斗。</a:t>
                </a:r>
                <a:endParaRPr lang="en-US" dirty="0"/>
              </a:p>
            </p:txBody>
          </p:sp>
          <p:sp>
            <p:nvSpPr>
              <p:cNvPr id="38" name="Number1" descr="6dbb61ca-e681-4e04-9491-a930c0e4e2dd">
                <a:extLst>
                  <a:ext uri="{FF2B5EF4-FFF2-40B4-BE49-F238E27FC236}">
                    <a16:creationId id="{8ED12681-0422-41D4-9BDF-83EC08AAD316}"/>
                  </a:ext>
                </a:extLst>
              </p:cNvPr>
              <p:cNvSpPr/>
              <p:nvPr/>
            </p:nvSpPr>
            <p:spPr>
              <a:xfrm rot="16200000">
                <a:off x="1142531" y="1789017"/>
                <a:ext cx="891926" cy="1363177"/>
              </a:xfrm>
              <a:custGeom>
                <a:avLst/>
                <a:gdLst>
                  <a:gd name="connsiteX0" fmla="*/ 1263650 w 1263650"/>
                  <a:gd name="connsiteY0" fmla="*/ 109 h 1931303"/>
                  <a:gd name="connsiteX1" fmla="*/ 1263650 w 1263650"/>
                  <a:gd name="connsiteY1" fmla="*/ 109 h 1931303"/>
                  <a:gd name="connsiteX2" fmla="*/ 1263650 w 1263650"/>
                  <a:gd name="connsiteY2" fmla="*/ 1773347 h 1931303"/>
                  <a:gd name="connsiteX3" fmla="*/ 631825 w 1263650"/>
                  <a:gd name="connsiteY3" fmla="*/ 1931303 h 1931303"/>
                  <a:gd name="connsiteX4" fmla="*/ 278566 w 1263650"/>
                  <a:gd name="connsiteY4" fmla="*/ 1904327 h 1931303"/>
                  <a:gd name="connsiteX5" fmla="*/ 0 w 1263650"/>
                  <a:gd name="connsiteY5" fmla="*/ 1773347 h 1931303"/>
                  <a:gd name="connsiteX6" fmla="*/ 0 w 1263650"/>
                  <a:gd name="connsiteY6" fmla="*/ 109 h 1931303"/>
                  <a:gd name="connsiteX7" fmla="*/ 0 w 1263650"/>
                  <a:gd name="connsiteY7" fmla="*/ 109 h 1931303"/>
                  <a:gd name="connsiteX8" fmla="*/ 44 w 1263650"/>
                  <a:gd name="connsiteY8" fmla="*/ 0 h 1931303"/>
                  <a:gd name="connsiteX9" fmla="*/ 12836 w 1263650"/>
                  <a:gd name="connsiteY9" fmla="*/ 31677 h 1931303"/>
                  <a:gd name="connsiteX10" fmla="*/ 631825 w 1263650"/>
                  <a:gd name="connsiteY10" fmla="*/ 157624 h 1931303"/>
                  <a:gd name="connsiteX11" fmla="*/ 1250814 w 1263650"/>
                  <a:gd name="connsiteY11" fmla="*/ 31677 h 1931303"/>
                  <a:gd name="connsiteX12" fmla="*/ 1263606 w 1263650"/>
                  <a:gd name="connsiteY12" fmla="*/ 0 h 1931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63650" h="1931303">
                    <a:moveTo>
                      <a:pt x="1263650" y="109"/>
                    </a:moveTo>
                    <a:lnTo>
                      <a:pt x="1263650" y="109"/>
                    </a:lnTo>
                    <a:lnTo>
                      <a:pt x="1263650" y="1773347"/>
                    </a:lnTo>
                    <a:cubicBezTo>
                      <a:pt x="1263650" y="1860584"/>
                      <a:pt x="980772" y="1931303"/>
                      <a:pt x="631825" y="1931303"/>
                    </a:cubicBezTo>
                    <a:cubicBezTo>
                      <a:pt x="500970" y="1931303"/>
                      <a:pt x="379406" y="1921358"/>
                      <a:pt x="278566" y="1904327"/>
                    </a:cubicBezTo>
                    <a:cubicBezTo>
                      <a:pt x="110499" y="1875941"/>
                      <a:pt x="0" y="1827870"/>
                      <a:pt x="0" y="1773347"/>
                    </a:cubicBezTo>
                    <a:lnTo>
                      <a:pt x="0" y="109"/>
                    </a:lnTo>
                    <a:lnTo>
                      <a:pt x="0" y="109"/>
                    </a:lnTo>
                    <a:lnTo>
                      <a:pt x="44" y="0"/>
                    </a:lnTo>
                    <a:lnTo>
                      <a:pt x="12836" y="31677"/>
                    </a:lnTo>
                    <a:cubicBezTo>
                      <a:pt x="71751" y="103555"/>
                      <a:pt x="326496" y="157624"/>
                      <a:pt x="631825" y="157624"/>
                    </a:cubicBezTo>
                    <a:cubicBezTo>
                      <a:pt x="937155" y="157624"/>
                      <a:pt x="1191899" y="103555"/>
                      <a:pt x="1250814" y="31677"/>
                    </a:cubicBezTo>
                    <a:lnTo>
                      <a:pt x="1263606" y="0"/>
                    </a:lnTo>
                    <a:close/>
                  </a:path>
                </a:pathLst>
              </a:custGeom>
              <a:gradFill flip="none" rotWithShape="0">
                <a:gsLst>
                  <a:gs pos="16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wrap="none" rtlCol="0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800" b="1" dirty="0">
                    <a:cs typeface="+mn-ea"/>
                    <a:sym typeface="+mn-lt"/>
                  </a:rPr>
                  <a:t>01</a:t>
                </a:r>
                <a:endParaRPr lang="zh-CN" altLang="en-US" sz="28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7" name="组合 6" descr="68faae1d-521d-4e37-9aed-630c375a9e90">
              <a:extLst>
                <a:ext uri="{FF2B5EF4-FFF2-40B4-BE49-F238E27FC236}">
                  <a16:creationId id="{A9D8E8D9-5E27-97AA-3643-C20B08AACAF3}"/>
                </a:ext>
              </a:extLst>
            </p:cNvPr>
            <p:cNvGrpSpPr/>
            <p:nvPr/>
          </p:nvGrpSpPr>
          <p:grpSpPr>
            <a:xfrm>
              <a:off x="2487368" y="1799415"/>
              <a:ext cx="1756322" cy="4334685"/>
              <a:chOff x="2487368" y="1799415"/>
              <a:chExt cx="1756322" cy="4334685"/>
            </a:xfrm>
          </p:grpSpPr>
          <p:sp>
            <p:nvSpPr>
              <p:cNvPr id="46" name="ComponentBackground2" descr="69353c10-6a0b-451f-af2a-e69c630c51fa">
                <a:extLst>
                  <a:ext uri="{FF2B5EF4-FFF2-40B4-BE49-F238E27FC236}">
                    <a16:creationId id="{5D2B3EB1-675F-4B8E-8D4B-B746952CA397}"/>
                  </a:ext>
                </a:extLst>
              </p:cNvPr>
              <p:cNvSpPr/>
              <p:nvPr/>
            </p:nvSpPr>
            <p:spPr>
              <a:xfrm>
                <a:off x="2487368" y="1799415"/>
                <a:ext cx="1756322" cy="4334685"/>
              </a:xfrm>
              <a:prstGeom prst="rect">
                <a:avLst/>
              </a:prstGeom>
              <a:gradFill flip="none" rotWithShape="1">
                <a:gsLst>
                  <a:gs pos="0">
                    <a:schemeClr val="dk2">
                      <a:lumMod val="100000"/>
                      <a:alpha val="0"/>
                    </a:schemeClr>
                  </a:gs>
                  <a:gs pos="100000">
                    <a:schemeClr val="dk2">
                      <a:lumMod val="100000"/>
                      <a:alpha val="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" name="Shape2" descr="780296c6-c6d0-4f45-95f5-301e907ff98d">
                <a:extLst>
                  <a:ext uri="{FF2B5EF4-FFF2-40B4-BE49-F238E27FC236}">
                    <a16:creationId id="{D653460B-ED72-4316-8052-85113D6C72EB}"/>
                  </a:ext>
                </a:extLst>
              </p:cNvPr>
              <p:cNvSpPr/>
              <p:nvPr/>
            </p:nvSpPr>
            <p:spPr>
              <a:xfrm rot="16200000">
                <a:off x="2914919" y="1733309"/>
                <a:ext cx="891926" cy="1474591"/>
              </a:xfrm>
              <a:prstGeom prst="can">
                <a:avLst/>
              </a:prstGeom>
              <a:gradFill flip="none" rotWithShape="0">
                <a:gsLst>
                  <a:gs pos="16000">
                    <a:schemeClr val="dk2">
                      <a:lumMod val="60000"/>
                      <a:lumOff val="40000"/>
                    </a:schemeClr>
                  </a:gs>
                  <a:gs pos="100000">
                    <a:schemeClr val="dk2">
                      <a:lumMod val="10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304800" dist="177800" dir="4800000" sx="97000" sy="97000" algn="t" rotWithShape="0">
                  <a:schemeClr val="accent2">
                    <a:lumMod val="7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Bullet2" descr="16f9dd6e-e323-4ef7-a8e6-52203fddd9a9">
                <a:extLst>
                  <a:ext uri="{FF2B5EF4-FFF2-40B4-BE49-F238E27FC236}">
                    <a16:creationId id="{744F1B13-75E5-7D7F-65D4-705B7C400ED5}"/>
                  </a:ext>
                </a:extLst>
              </p:cNvPr>
              <p:cNvSpPr txBox="1"/>
              <p:nvPr/>
            </p:nvSpPr>
            <p:spPr>
              <a:xfrm>
                <a:off x="2564767" y="3194723"/>
                <a:ext cx="1601521" cy="891927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建立信任关系</a:t>
                </a:r>
                <a:endParaRPr lang="en-US" dirty="0"/>
              </a:p>
            </p:txBody>
          </p:sp>
          <p:sp>
            <p:nvSpPr>
              <p:cNvPr id="10" name="Text2" descr="60aa0722-f4d3-46cb-b698-7ca275862569">
                <a:extLst>
                  <a:ext uri="{FF2B5EF4-FFF2-40B4-BE49-F238E27FC236}">
                    <a16:creationId id="{1D757C4A-AF33-1A21-8DFB-4FF5172F7882}"/>
                  </a:ext>
                </a:extLst>
              </p:cNvPr>
              <p:cNvSpPr txBox="1"/>
              <p:nvPr/>
            </p:nvSpPr>
            <p:spPr>
              <a:xfrm>
                <a:off x="2564767" y="4086648"/>
                <a:ext cx="1601522" cy="1522276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通过定期的团队活动和开放沟通，增强团队成员之间的信任感和凝聚力。</a:t>
                </a:r>
                <a:endParaRPr lang="en-US" dirty="0"/>
              </a:p>
            </p:txBody>
          </p:sp>
          <p:sp>
            <p:nvSpPr>
              <p:cNvPr id="39" name="Number2" descr="e7639d39-5988-4e94-be59-252a68ae8a65">
                <a:extLst>
                  <a:ext uri="{FF2B5EF4-FFF2-40B4-BE49-F238E27FC236}">
                    <a16:creationId id="{936381DD-0A7A-4D07-B1A0-23603F3BBDBC}"/>
                  </a:ext>
                </a:extLst>
              </p:cNvPr>
              <p:cNvSpPr/>
              <p:nvPr/>
            </p:nvSpPr>
            <p:spPr>
              <a:xfrm rot="16200000">
                <a:off x="2970626" y="1789017"/>
                <a:ext cx="891926" cy="1363177"/>
              </a:xfrm>
              <a:custGeom>
                <a:avLst/>
                <a:gdLst>
                  <a:gd name="connsiteX0" fmla="*/ 1263650 w 1263650"/>
                  <a:gd name="connsiteY0" fmla="*/ 109 h 1931303"/>
                  <a:gd name="connsiteX1" fmla="*/ 1263650 w 1263650"/>
                  <a:gd name="connsiteY1" fmla="*/ 1773347 h 1931303"/>
                  <a:gd name="connsiteX2" fmla="*/ 631825 w 1263650"/>
                  <a:gd name="connsiteY2" fmla="*/ 1931303 h 1931303"/>
                  <a:gd name="connsiteX3" fmla="*/ 278566 w 1263650"/>
                  <a:gd name="connsiteY3" fmla="*/ 1904326 h 1931303"/>
                  <a:gd name="connsiteX4" fmla="*/ 0 w 1263650"/>
                  <a:gd name="connsiteY4" fmla="*/ 1773347 h 1931303"/>
                  <a:gd name="connsiteX5" fmla="*/ 0 w 1263650"/>
                  <a:gd name="connsiteY5" fmla="*/ 109 h 1931303"/>
                  <a:gd name="connsiteX6" fmla="*/ 44 w 1263650"/>
                  <a:gd name="connsiteY6" fmla="*/ 0 h 1931303"/>
                  <a:gd name="connsiteX7" fmla="*/ 12835 w 1263650"/>
                  <a:gd name="connsiteY7" fmla="*/ 31678 h 1931303"/>
                  <a:gd name="connsiteX8" fmla="*/ 631825 w 1263650"/>
                  <a:gd name="connsiteY8" fmla="*/ 157625 h 1931303"/>
                  <a:gd name="connsiteX9" fmla="*/ 1250814 w 1263650"/>
                  <a:gd name="connsiteY9" fmla="*/ 31678 h 1931303"/>
                  <a:gd name="connsiteX10" fmla="*/ 1263606 w 1263650"/>
                  <a:gd name="connsiteY10" fmla="*/ 0 h 1931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63650" h="1931303">
                    <a:moveTo>
                      <a:pt x="1263650" y="109"/>
                    </a:moveTo>
                    <a:lnTo>
                      <a:pt x="1263650" y="1773347"/>
                    </a:lnTo>
                    <a:cubicBezTo>
                      <a:pt x="1263650" y="1860584"/>
                      <a:pt x="980772" y="1931303"/>
                      <a:pt x="631825" y="1931303"/>
                    </a:cubicBezTo>
                    <a:cubicBezTo>
                      <a:pt x="500970" y="1931303"/>
                      <a:pt x="379406" y="1921358"/>
                      <a:pt x="278566" y="1904326"/>
                    </a:cubicBezTo>
                    <a:cubicBezTo>
                      <a:pt x="110499" y="1875941"/>
                      <a:pt x="0" y="1827870"/>
                      <a:pt x="0" y="1773347"/>
                    </a:cubicBezTo>
                    <a:lnTo>
                      <a:pt x="0" y="109"/>
                    </a:lnTo>
                    <a:lnTo>
                      <a:pt x="44" y="0"/>
                    </a:lnTo>
                    <a:lnTo>
                      <a:pt x="12835" y="31678"/>
                    </a:lnTo>
                    <a:cubicBezTo>
                      <a:pt x="71751" y="103556"/>
                      <a:pt x="326495" y="157625"/>
                      <a:pt x="631825" y="157625"/>
                    </a:cubicBezTo>
                    <a:cubicBezTo>
                      <a:pt x="937154" y="157625"/>
                      <a:pt x="1191899" y="103556"/>
                      <a:pt x="1250814" y="31678"/>
                    </a:cubicBezTo>
                    <a:lnTo>
                      <a:pt x="1263606" y="0"/>
                    </a:lnTo>
                    <a:close/>
                  </a:path>
                </a:pathLst>
              </a:custGeom>
              <a:gradFill flip="none" rotWithShape="0">
                <a:gsLst>
                  <a:gs pos="16000">
                    <a:schemeClr val="dk2">
                      <a:lumMod val="60000"/>
                      <a:lumOff val="40000"/>
                    </a:schemeClr>
                  </a:gs>
                  <a:gs pos="100000">
                    <a:schemeClr val="dk2">
                      <a:lumMod val="10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wrap="none" rtlCol="0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800" b="1" dirty="0">
                    <a:cs typeface="+mn-ea"/>
                    <a:sym typeface="+mn-lt"/>
                  </a:rPr>
                  <a:t>02</a:t>
                </a:r>
                <a:endParaRPr lang="zh-CN" altLang="en-US" sz="28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10" descr="9013a5a9-4abe-4d54-9122-562e4235319d">
              <a:extLst>
                <a:ext uri="{FF2B5EF4-FFF2-40B4-BE49-F238E27FC236}">
                  <a16:creationId id="{A10F88B8-A39F-BD2C-9CEB-74F30A2F3714}"/>
                </a:ext>
              </a:extLst>
            </p:cNvPr>
            <p:cNvGrpSpPr/>
            <p:nvPr/>
          </p:nvGrpSpPr>
          <p:grpSpPr>
            <a:xfrm>
              <a:off x="4306168" y="1799415"/>
              <a:ext cx="1756322" cy="4334685"/>
              <a:chOff x="4306168" y="1799415"/>
              <a:chExt cx="1756322" cy="4334685"/>
            </a:xfrm>
          </p:grpSpPr>
          <p:sp>
            <p:nvSpPr>
              <p:cNvPr id="47" name="ComponentBackground3" descr="2ee53338-ce90-4404-adbe-141eb58f0efe">
                <a:extLst>
                  <a:ext uri="{FF2B5EF4-FFF2-40B4-BE49-F238E27FC236}">
                    <a16:creationId id="{398DE8DB-E1DF-4C80-A7D6-732DBF3D279F}"/>
                  </a:ext>
                </a:extLst>
              </p:cNvPr>
              <p:cNvSpPr/>
              <p:nvPr/>
            </p:nvSpPr>
            <p:spPr>
              <a:xfrm>
                <a:off x="4306168" y="1799415"/>
                <a:ext cx="1756322" cy="433468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Shape3" descr="4470ce81-566f-4a1e-8354-bf62e743fc51">
                <a:extLst>
                  <a:ext uri="{FF2B5EF4-FFF2-40B4-BE49-F238E27FC236}">
                    <a16:creationId id="{8F43AE5B-63D9-4538-BE9C-016DE515A9F8}"/>
                  </a:ext>
                </a:extLst>
              </p:cNvPr>
              <p:cNvSpPr/>
              <p:nvPr/>
            </p:nvSpPr>
            <p:spPr>
              <a:xfrm rot="16200000">
                <a:off x="4743012" y="1733309"/>
                <a:ext cx="891926" cy="1474591"/>
              </a:xfrm>
              <a:prstGeom prst="can">
                <a:avLst/>
              </a:prstGeom>
              <a:gradFill flip="none" rotWithShape="0">
                <a:gsLst>
                  <a:gs pos="16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304800" dist="177800" dir="4800000" sx="97000" sy="97000" algn="t" rotWithShape="0">
                  <a:schemeClr val="accent2">
                    <a:lumMod val="7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Bullet3" descr="c0a16865-f6c1-4f92-8e6c-ac2d672824eb">
                <a:extLst>
                  <a:ext uri="{FF2B5EF4-FFF2-40B4-BE49-F238E27FC236}">
                    <a16:creationId id="{C53AF9AE-FC04-429C-8E1B-A2427A419ED1}"/>
                  </a:ext>
                </a:extLst>
              </p:cNvPr>
              <p:cNvSpPr txBox="1"/>
              <p:nvPr/>
            </p:nvSpPr>
            <p:spPr>
              <a:xfrm>
                <a:off x="4383571" y="3194723"/>
                <a:ext cx="1601521" cy="891927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鼓励创新尝试</a:t>
                </a:r>
                <a:endParaRPr lang="en-US" dirty="0"/>
              </a:p>
            </p:txBody>
          </p:sp>
          <p:sp>
            <p:nvSpPr>
              <p:cNvPr id="16" name="Text3" descr="02c70a18-8b09-45fd-b42f-28bf879e196d">
                <a:extLst>
                  <a:ext uri="{FF2B5EF4-FFF2-40B4-BE49-F238E27FC236}">
                    <a16:creationId id="{040DAF83-D1F9-4B79-8357-062A2DFFAE7D}"/>
                  </a:ext>
                </a:extLst>
              </p:cNvPr>
              <p:cNvSpPr txBox="1"/>
              <p:nvPr/>
            </p:nvSpPr>
            <p:spPr>
              <a:xfrm>
                <a:off x="4383570" y="4086648"/>
                <a:ext cx="1601521" cy="1522276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提供资源支持，设立创新项目，鼓励团队成员勇于尝试新技术、新方法。</a:t>
                </a:r>
                <a:endParaRPr lang="en-US" dirty="0"/>
              </a:p>
            </p:txBody>
          </p:sp>
          <p:sp>
            <p:nvSpPr>
              <p:cNvPr id="40" name="Number3" descr="8eb7f394-2f03-4ac9-bc4f-09599b0655d0">
                <a:extLst>
                  <a:ext uri="{FF2B5EF4-FFF2-40B4-BE49-F238E27FC236}">
                    <a16:creationId id="{F95AA92B-0E3D-4535-81AB-D4382642FBF3}"/>
                  </a:ext>
                </a:extLst>
              </p:cNvPr>
              <p:cNvSpPr/>
              <p:nvPr/>
            </p:nvSpPr>
            <p:spPr>
              <a:xfrm rot="16200000">
                <a:off x="4798719" y="1789017"/>
                <a:ext cx="891926" cy="1363177"/>
              </a:xfrm>
              <a:custGeom>
                <a:avLst/>
                <a:gdLst>
                  <a:gd name="connsiteX0" fmla="*/ 1263650 w 1263650"/>
                  <a:gd name="connsiteY0" fmla="*/ 109 h 1931303"/>
                  <a:gd name="connsiteX1" fmla="*/ 1263650 w 1263650"/>
                  <a:gd name="connsiteY1" fmla="*/ 1773347 h 1931303"/>
                  <a:gd name="connsiteX2" fmla="*/ 631825 w 1263650"/>
                  <a:gd name="connsiteY2" fmla="*/ 1931303 h 1931303"/>
                  <a:gd name="connsiteX3" fmla="*/ 278566 w 1263650"/>
                  <a:gd name="connsiteY3" fmla="*/ 1904327 h 1931303"/>
                  <a:gd name="connsiteX4" fmla="*/ 0 w 1263650"/>
                  <a:gd name="connsiteY4" fmla="*/ 1773347 h 1931303"/>
                  <a:gd name="connsiteX5" fmla="*/ 0 w 1263650"/>
                  <a:gd name="connsiteY5" fmla="*/ 109 h 1931303"/>
                  <a:gd name="connsiteX6" fmla="*/ 44 w 1263650"/>
                  <a:gd name="connsiteY6" fmla="*/ 0 h 1931303"/>
                  <a:gd name="connsiteX7" fmla="*/ 12836 w 1263650"/>
                  <a:gd name="connsiteY7" fmla="*/ 31679 h 1931303"/>
                  <a:gd name="connsiteX8" fmla="*/ 631825 w 1263650"/>
                  <a:gd name="connsiteY8" fmla="*/ 157625 h 1931303"/>
                  <a:gd name="connsiteX9" fmla="*/ 1250815 w 1263650"/>
                  <a:gd name="connsiteY9" fmla="*/ 31679 h 1931303"/>
                  <a:gd name="connsiteX10" fmla="*/ 1263606 w 1263650"/>
                  <a:gd name="connsiteY10" fmla="*/ 0 h 1931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63650" h="1931303">
                    <a:moveTo>
                      <a:pt x="1263650" y="109"/>
                    </a:moveTo>
                    <a:lnTo>
                      <a:pt x="1263650" y="1773347"/>
                    </a:lnTo>
                    <a:cubicBezTo>
                      <a:pt x="1263650" y="1860584"/>
                      <a:pt x="980772" y="1931303"/>
                      <a:pt x="631825" y="1931303"/>
                    </a:cubicBezTo>
                    <a:cubicBezTo>
                      <a:pt x="500970" y="1931303"/>
                      <a:pt x="379406" y="1921358"/>
                      <a:pt x="278566" y="1904327"/>
                    </a:cubicBezTo>
                    <a:cubicBezTo>
                      <a:pt x="110499" y="1875941"/>
                      <a:pt x="0" y="1827870"/>
                      <a:pt x="0" y="1773347"/>
                    </a:cubicBezTo>
                    <a:lnTo>
                      <a:pt x="0" y="109"/>
                    </a:lnTo>
                    <a:lnTo>
                      <a:pt x="44" y="0"/>
                    </a:lnTo>
                    <a:lnTo>
                      <a:pt x="12836" y="31679"/>
                    </a:lnTo>
                    <a:cubicBezTo>
                      <a:pt x="71751" y="103556"/>
                      <a:pt x="326496" y="157625"/>
                      <a:pt x="631825" y="157625"/>
                    </a:cubicBezTo>
                    <a:cubicBezTo>
                      <a:pt x="937155" y="157625"/>
                      <a:pt x="1191899" y="103556"/>
                      <a:pt x="1250815" y="31679"/>
                    </a:cubicBezTo>
                    <a:lnTo>
                      <a:pt x="1263606" y="0"/>
                    </a:lnTo>
                    <a:close/>
                  </a:path>
                </a:pathLst>
              </a:custGeom>
              <a:gradFill flip="none" rotWithShape="0">
                <a:gsLst>
                  <a:gs pos="16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wrap="none" rtlCol="0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800" b="1" dirty="0">
                    <a:cs typeface="+mn-ea"/>
                    <a:sym typeface="+mn-lt"/>
                  </a:rPr>
                  <a:t>03</a:t>
                </a:r>
                <a:endParaRPr lang="zh-CN" altLang="en-US" sz="28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" name="组合 4" descr="cfe870cc-9907-4526-8d24-ef6ac664eab2">
              <a:extLst>
                <a:ext uri="{FF2B5EF4-FFF2-40B4-BE49-F238E27FC236}">
                  <a16:creationId id="{458DCEC0-956C-8AFE-79EE-B30E8D028600}"/>
                </a:ext>
              </a:extLst>
            </p:cNvPr>
            <p:cNvGrpSpPr/>
            <p:nvPr/>
          </p:nvGrpSpPr>
          <p:grpSpPr>
            <a:xfrm>
              <a:off x="6156212" y="1799415"/>
              <a:ext cx="1756322" cy="4334685"/>
              <a:chOff x="6156212" y="1799415"/>
              <a:chExt cx="1756322" cy="4334685"/>
            </a:xfrm>
          </p:grpSpPr>
          <p:sp>
            <p:nvSpPr>
              <p:cNvPr id="48" name="ComponentBackground4" descr="fbf66b83-aaed-487e-9b8f-08f485ca69ba">
                <a:extLst>
                  <a:ext uri="{FF2B5EF4-FFF2-40B4-BE49-F238E27FC236}">
                    <a16:creationId id="{3B389E45-C2D1-46AA-8F4D-BC104EAC8C37}"/>
                  </a:ext>
                </a:extLst>
              </p:cNvPr>
              <p:cNvSpPr/>
              <p:nvPr/>
            </p:nvSpPr>
            <p:spPr>
              <a:xfrm>
                <a:off x="6156212" y="1799415"/>
                <a:ext cx="1756322" cy="4334685"/>
              </a:xfrm>
              <a:prstGeom prst="rect">
                <a:avLst/>
              </a:prstGeom>
              <a:gradFill flip="none" rotWithShape="1">
                <a:gsLst>
                  <a:gs pos="0">
                    <a:schemeClr val="dk2">
                      <a:lumMod val="100000"/>
                      <a:alpha val="0"/>
                    </a:schemeClr>
                  </a:gs>
                  <a:gs pos="100000">
                    <a:schemeClr val="dk2">
                      <a:lumMod val="100000"/>
                      <a:alpha val="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Shape4" descr="8f2c7894-7599-48cd-85b0-25b6fa599f83">
                <a:extLst>
                  <a:ext uri="{FF2B5EF4-FFF2-40B4-BE49-F238E27FC236}">
                    <a16:creationId id="{68312BC5-D5D9-4976-973C-2B3547616B59}"/>
                  </a:ext>
                </a:extLst>
              </p:cNvPr>
              <p:cNvSpPr/>
              <p:nvPr/>
            </p:nvSpPr>
            <p:spPr>
              <a:xfrm rot="16200000">
                <a:off x="6571107" y="1733309"/>
                <a:ext cx="891926" cy="1474591"/>
              </a:xfrm>
              <a:prstGeom prst="can">
                <a:avLst/>
              </a:prstGeom>
              <a:gradFill flip="none" rotWithShape="0">
                <a:gsLst>
                  <a:gs pos="16000">
                    <a:schemeClr val="dk2">
                      <a:lumMod val="60000"/>
                      <a:lumOff val="40000"/>
                    </a:schemeClr>
                  </a:gs>
                  <a:gs pos="100000">
                    <a:schemeClr val="dk2">
                      <a:lumMod val="10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304800" dist="177800" dir="4800000" sx="97000" sy="97000" algn="t" rotWithShape="0">
                  <a:schemeClr val="accent2">
                    <a:lumMod val="7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6" name="Bullet4" descr="0cbfe459-1bb8-4e05-beb3-1c943c1d2442">
                <a:extLst>
                  <a:ext uri="{FF2B5EF4-FFF2-40B4-BE49-F238E27FC236}">
                    <a16:creationId id="{587D2C29-1201-46B5-AE92-76ABFD49D300}"/>
                  </a:ext>
                </a:extLst>
              </p:cNvPr>
              <p:cNvSpPr txBox="1"/>
              <p:nvPr/>
            </p:nvSpPr>
            <p:spPr>
              <a:xfrm>
                <a:off x="6233612" y="3194723"/>
                <a:ext cx="1601521" cy="891927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促进知识分享</a:t>
                </a:r>
                <a:endParaRPr lang="en-US" dirty="0"/>
              </a:p>
            </p:txBody>
          </p:sp>
          <p:sp>
            <p:nvSpPr>
              <p:cNvPr id="57" name="Text4" descr="e839cbc4-850a-47e1-bc10-704f4d1246fd">
                <a:extLst>
                  <a:ext uri="{FF2B5EF4-FFF2-40B4-BE49-F238E27FC236}">
                    <a16:creationId id="{B4FF4CF1-D818-4050-B01A-868466338BC9}"/>
                  </a:ext>
                </a:extLst>
              </p:cNvPr>
              <p:cNvSpPr txBox="1"/>
              <p:nvPr/>
            </p:nvSpPr>
            <p:spPr>
              <a:xfrm>
                <a:off x="6233612" y="4086648"/>
                <a:ext cx="1601521" cy="1522276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组织定期的技术分享会和读书会，促进团队成员之间的知识交流与学习。</a:t>
                </a:r>
                <a:endParaRPr lang="en-US" dirty="0"/>
              </a:p>
            </p:txBody>
          </p:sp>
          <p:sp>
            <p:nvSpPr>
              <p:cNvPr id="41" name="Number4" descr="0213b9b0-054c-49aa-8a60-141cbbf82652">
                <a:extLst>
                  <a:ext uri="{FF2B5EF4-FFF2-40B4-BE49-F238E27FC236}">
                    <a16:creationId id="{5D3CAD28-78E7-414E-955D-BDBED2AB1221}"/>
                  </a:ext>
                </a:extLst>
              </p:cNvPr>
              <p:cNvSpPr/>
              <p:nvPr/>
            </p:nvSpPr>
            <p:spPr>
              <a:xfrm rot="16200000">
                <a:off x="6626814" y="1789017"/>
                <a:ext cx="891926" cy="1363177"/>
              </a:xfrm>
              <a:custGeom>
                <a:avLst/>
                <a:gdLst>
                  <a:gd name="connsiteX0" fmla="*/ 1263650 w 1263650"/>
                  <a:gd name="connsiteY0" fmla="*/ 109 h 1931303"/>
                  <a:gd name="connsiteX1" fmla="*/ 1263650 w 1263650"/>
                  <a:gd name="connsiteY1" fmla="*/ 1773347 h 1931303"/>
                  <a:gd name="connsiteX2" fmla="*/ 631825 w 1263650"/>
                  <a:gd name="connsiteY2" fmla="*/ 1931303 h 1931303"/>
                  <a:gd name="connsiteX3" fmla="*/ 278566 w 1263650"/>
                  <a:gd name="connsiteY3" fmla="*/ 1904327 h 1931303"/>
                  <a:gd name="connsiteX4" fmla="*/ 0 w 1263650"/>
                  <a:gd name="connsiteY4" fmla="*/ 1773347 h 1931303"/>
                  <a:gd name="connsiteX5" fmla="*/ 0 w 1263650"/>
                  <a:gd name="connsiteY5" fmla="*/ 109 h 1931303"/>
                  <a:gd name="connsiteX6" fmla="*/ 44 w 1263650"/>
                  <a:gd name="connsiteY6" fmla="*/ 0 h 1931303"/>
                  <a:gd name="connsiteX7" fmla="*/ 12836 w 1263650"/>
                  <a:gd name="connsiteY7" fmla="*/ 31678 h 1931303"/>
                  <a:gd name="connsiteX8" fmla="*/ 631825 w 1263650"/>
                  <a:gd name="connsiteY8" fmla="*/ 157625 h 1931303"/>
                  <a:gd name="connsiteX9" fmla="*/ 1250815 w 1263650"/>
                  <a:gd name="connsiteY9" fmla="*/ 31678 h 1931303"/>
                  <a:gd name="connsiteX10" fmla="*/ 1263606 w 1263650"/>
                  <a:gd name="connsiteY10" fmla="*/ 0 h 1931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63650" h="1931303">
                    <a:moveTo>
                      <a:pt x="1263650" y="109"/>
                    </a:moveTo>
                    <a:lnTo>
                      <a:pt x="1263650" y="1773347"/>
                    </a:lnTo>
                    <a:cubicBezTo>
                      <a:pt x="1263650" y="1860584"/>
                      <a:pt x="980772" y="1931303"/>
                      <a:pt x="631825" y="1931303"/>
                    </a:cubicBezTo>
                    <a:cubicBezTo>
                      <a:pt x="500970" y="1931303"/>
                      <a:pt x="379406" y="1921358"/>
                      <a:pt x="278566" y="1904327"/>
                    </a:cubicBezTo>
                    <a:cubicBezTo>
                      <a:pt x="110499" y="1875941"/>
                      <a:pt x="0" y="1827870"/>
                      <a:pt x="0" y="1773347"/>
                    </a:cubicBezTo>
                    <a:lnTo>
                      <a:pt x="0" y="109"/>
                    </a:lnTo>
                    <a:lnTo>
                      <a:pt x="44" y="0"/>
                    </a:lnTo>
                    <a:lnTo>
                      <a:pt x="12836" y="31678"/>
                    </a:lnTo>
                    <a:cubicBezTo>
                      <a:pt x="71751" y="103556"/>
                      <a:pt x="326496" y="157625"/>
                      <a:pt x="631825" y="157625"/>
                    </a:cubicBezTo>
                    <a:cubicBezTo>
                      <a:pt x="937155" y="157625"/>
                      <a:pt x="1191899" y="103556"/>
                      <a:pt x="1250815" y="31678"/>
                    </a:cubicBezTo>
                    <a:lnTo>
                      <a:pt x="1263606" y="0"/>
                    </a:lnTo>
                    <a:close/>
                  </a:path>
                </a:pathLst>
              </a:custGeom>
              <a:gradFill flip="none" rotWithShape="0">
                <a:gsLst>
                  <a:gs pos="16000">
                    <a:schemeClr val="dk2">
                      <a:lumMod val="60000"/>
                      <a:lumOff val="40000"/>
                    </a:schemeClr>
                  </a:gs>
                  <a:gs pos="100000">
                    <a:schemeClr val="dk2">
                      <a:lumMod val="10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wrap="none" rtlCol="0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800" b="1" dirty="0">
                    <a:cs typeface="+mn-ea"/>
                    <a:sym typeface="+mn-lt"/>
                  </a:rPr>
                  <a:t>04</a:t>
                </a:r>
                <a:endParaRPr lang="zh-CN" altLang="en-US" sz="28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2" name="组合 21" descr="86d25bf5-3666-42f1-bd60-8dcbb7ec8dbf">
              <a:extLst>
                <a:ext uri="{FF2B5EF4-FFF2-40B4-BE49-F238E27FC236}">
                  <a16:creationId id="{0F97F477-FD3B-1BE3-E5FE-3E6E8DA86C9F}"/>
                </a:ext>
              </a:extLst>
            </p:cNvPr>
            <p:cNvGrpSpPr/>
            <p:nvPr/>
          </p:nvGrpSpPr>
          <p:grpSpPr>
            <a:xfrm>
              <a:off x="7943774" y="1799415"/>
              <a:ext cx="1756322" cy="4334685"/>
              <a:chOff x="7943774" y="1799415"/>
              <a:chExt cx="1756322" cy="4334685"/>
            </a:xfrm>
          </p:grpSpPr>
          <p:sp>
            <p:nvSpPr>
              <p:cNvPr id="72" name="ComponentBackground5" descr="9526f3de-0c09-48bd-b1ec-56b8e046f099">
                <a:extLst>
                  <a:ext uri="{FF2B5EF4-FFF2-40B4-BE49-F238E27FC236}">
                    <a16:creationId id="{36C7DA4D-0DEB-9456-7A3F-E155C0AB62DE}"/>
                  </a:ext>
                </a:extLst>
              </p:cNvPr>
              <p:cNvSpPr/>
              <p:nvPr/>
            </p:nvSpPr>
            <p:spPr>
              <a:xfrm>
                <a:off x="7943774" y="1799415"/>
                <a:ext cx="1756322" cy="433468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3" name="Shape5" descr="b67e4d08-30d0-4f31-922e-c1f434759977">
                <a:extLst>
                  <a:ext uri="{FF2B5EF4-FFF2-40B4-BE49-F238E27FC236}">
                    <a16:creationId id="{CA033122-C1EF-3C09-328A-F482B56D4D61}"/>
                  </a:ext>
                </a:extLst>
              </p:cNvPr>
              <p:cNvSpPr/>
              <p:nvPr/>
            </p:nvSpPr>
            <p:spPr>
              <a:xfrm rot="16200000">
                <a:off x="8389910" y="1733309"/>
                <a:ext cx="891926" cy="1474591"/>
              </a:xfrm>
              <a:prstGeom prst="can">
                <a:avLst/>
              </a:prstGeom>
              <a:gradFill flip="none" rotWithShape="0">
                <a:gsLst>
                  <a:gs pos="16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304800" dist="177800" dir="4800000" sx="97000" sy="97000" algn="t" rotWithShape="0">
                  <a:schemeClr val="accent2">
                    <a:lumMod val="7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8" name="Bullet5" descr="fb24a1dd-0eb2-4f8a-a271-1354b7cf051d">
                <a:extLst>
                  <a:ext uri="{FF2B5EF4-FFF2-40B4-BE49-F238E27FC236}">
                    <a16:creationId id="{B91DFCE0-91B4-B1CD-20DA-DF6D973EC4FA}"/>
                  </a:ext>
                </a:extLst>
              </p:cNvPr>
              <p:cNvSpPr txBox="1"/>
              <p:nvPr/>
            </p:nvSpPr>
            <p:spPr>
              <a:xfrm>
                <a:off x="8021175" y="3194723"/>
                <a:ext cx="1601521" cy="891927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实施灵活管理</a:t>
                </a:r>
                <a:endParaRPr lang="en-US" dirty="0"/>
              </a:p>
            </p:txBody>
          </p:sp>
          <p:sp>
            <p:nvSpPr>
              <p:cNvPr id="79" name="Text5" descr="a2e96e8c-ed47-428c-bb73-2317f72f6fa2">
                <a:extLst>
                  <a:ext uri="{FF2B5EF4-FFF2-40B4-BE49-F238E27FC236}">
                    <a16:creationId id="{1A4F3099-2E91-0EAB-35B6-C1550FB3EBDA}"/>
                  </a:ext>
                </a:extLst>
              </p:cNvPr>
              <p:cNvSpPr txBox="1"/>
              <p:nvPr/>
            </p:nvSpPr>
            <p:spPr>
              <a:xfrm>
                <a:off x="8021175" y="4086648"/>
                <a:ext cx="1601521" cy="1522275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在项目管理中引入敏捷开发模式，提高团队应对变化和快速交付的能力。</a:t>
                </a:r>
                <a:endParaRPr lang="en-US" dirty="0"/>
              </a:p>
            </p:txBody>
          </p:sp>
          <p:sp>
            <p:nvSpPr>
              <p:cNvPr id="75" name="Number5" descr="424453e8-f945-4c85-9804-88bfd70134d6">
                <a:extLst>
                  <a:ext uri="{FF2B5EF4-FFF2-40B4-BE49-F238E27FC236}">
                    <a16:creationId id="{F94B9CCE-533A-F54E-75AE-C48B84AD23C4}"/>
                  </a:ext>
                </a:extLst>
              </p:cNvPr>
              <p:cNvSpPr/>
              <p:nvPr/>
            </p:nvSpPr>
            <p:spPr>
              <a:xfrm rot="16200000">
                <a:off x="8445617" y="1789017"/>
                <a:ext cx="891926" cy="1363177"/>
              </a:xfrm>
              <a:custGeom>
                <a:avLst/>
                <a:gdLst>
                  <a:gd name="connsiteX0" fmla="*/ 1263650 w 1263650"/>
                  <a:gd name="connsiteY0" fmla="*/ 109 h 1931303"/>
                  <a:gd name="connsiteX1" fmla="*/ 1263650 w 1263650"/>
                  <a:gd name="connsiteY1" fmla="*/ 1773347 h 1931303"/>
                  <a:gd name="connsiteX2" fmla="*/ 631825 w 1263650"/>
                  <a:gd name="connsiteY2" fmla="*/ 1931303 h 1931303"/>
                  <a:gd name="connsiteX3" fmla="*/ 278566 w 1263650"/>
                  <a:gd name="connsiteY3" fmla="*/ 1904327 h 1931303"/>
                  <a:gd name="connsiteX4" fmla="*/ 0 w 1263650"/>
                  <a:gd name="connsiteY4" fmla="*/ 1773347 h 1931303"/>
                  <a:gd name="connsiteX5" fmla="*/ 0 w 1263650"/>
                  <a:gd name="connsiteY5" fmla="*/ 109 h 1931303"/>
                  <a:gd name="connsiteX6" fmla="*/ 44 w 1263650"/>
                  <a:gd name="connsiteY6" fmla="*/ 0 h 1931303"/>
                  <a:gd name="connsiteX7" fmla="*/ 12836 w 1263650"/>
                  <a:gd name="connsiteY7" fmla="*/ 31678 h 1931303"/>
                  <a:gd name="connsiteX8" fmla="*/ 631825 w 1263650"/>
                  <a:gd name="connsiteY8" fmla="*/ 157625 h 1931303"/>
                  <a:gd name="connsiteX9" fmla="*/ 1250815 w 1263650"/>
                  <a:gd name="connsiteY9" fmla="*/ 31678 h 1931303"/>
                  <a:gd name="connsiteX10" fmla="*/ 1263606 w 1263650"/>
                  <a:gd name="connsiteY10" fmla="*/ 0 h 1931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63650" h="1931303">
                    <a:moveTo>
                      <a:pt x="1263650" y="109"/>
                    </a:moveTo>
                    <a:lnTo>
                      <a:pt x="1263650" y="1773347"/>
                    </a:lnTo>
                    <a:cubicBezTo>
                      <a:pt x="1263650" y="1860584"/>
                      <a:pt x="980772" y="1931303"/>
                      <a:pt x="631825" y="1931303"/>
                    </a:cubicBezTo>
                    <a:cubicBezTo>
                      <a:pt x="500970" y="1931303"/>
                      <a:pt x="379406" y="1921358"/>
                      <a:pt x="278566" y="1904327"/>
                    </a:cubicBezTo>
                    <a:cubicBezTo>
                      <a:pt x="110499" y="1875941"/>
                      <a:pt x="0" y="1827870"/>
                      <a:pt x="0" y="1773347"/>
                    </a:cubicBezTo>
                    <a:lnTo>
                      <a:pt x="0" y="109"/>
                    </a:lnTo>
                    <a:lnTo>
                      <a:pt x="44" y="0"/>
                    </a:lnTo>
                    <a:lnTo>
                      <a:pt x="12836" y="31678"/>
                    </a:lnTo>
                    <a:cubicBezTo>
                      <a:pt x="71751" y="103556"/>
                      <a:pt x="326496" y="157625"/>
                      <a:pt x="631825" y="157625"/>
                    </a:cubicBezTo>
                    <a:cubicBezTo>
                      <a:pt x="937155" y="157625"/>
                      <a:pt x="1191899" y="103556"/>
                      <a:pt x="1250815" y="31678"/>
                    </a:cubicBezTo>
                    <a:lnTo>
                      <a:pt x="1263606" y="0"/>
                    </a:lnTo>
                    <a:close/>
                  </a:path>
                </a:pathLst>
              </a:custGeom>
              <a:gradFill flip="none" rotWithShape="0">
                <a:gsLst>
                  <a:gs pos="16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wrap="none" rtlCol="0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800" b="1" dirty="0">
                    <a:cs typeface="+mn-ea"/>
                    <a:sym typeface="+mn-lt"/>
                  </a:rPr>
                  <a:t>05</a:t>
                </a:r>
                <a:endParaRPr lang="zh-CN" altLang="en-US" sz="28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" name="组合 1" descr="7af462b4-ce3f-4b12-bb48-8e6aa43ad392">
              <a:extLst>
                <a:ext uri="{FF2B5EF4-FFF2-40B4-BE49-F238E27FC236}">
                  <a16:creationId id="{61C0361F-1CE7-B605-6B95-0660097D82D3}"/>
                </a:ext>
              </a:extLst>
            </p:cNvPr>
            <p:cNvGrpSpPr/>
            <p:nvPr/>
          </p:nvGrpSpPr>
          <p:grpSpPr>
            <a:xfrm>
              <a:off x="9762578" y="1799415"/>
              <a:ext cx="1756322" cy="4334685"/>
              <a:chOff x="9762578" y="1799415"/>
              <a:chExt cx="1756322" cy="4334685"/>
            </a:xfrm>
          </p:grpSpPr>
          <p:sp>
            <p:nvSpPr>
              <p:cNvPr id="81" name="ComponentBackground6" descr="88826a21-5cbc-4a43-ab79-0c34113558d9">
                <a:extLst>
                  <a:ext uri="{FF2B5EF4-FFF2-40B4-BE49-F238E27FC236}">
                    <a16:creationId id="{CD91751A-25E9-5440-D2FE-B9A4F8835A17}"/>
                  </a:ext>
                </a:extLst>
              </p:cNvPr>
              <p:cNvSpPr/>
              <p:nvPr/>
            </p:nvSpPr>
            <p:spPr>
              <a:xfrm>
                <a:off x="9762578" y="1799415"/>
                <a:ext cx="1756322" cy="4334685"/>
              </a:xfrm>
              <a:prstGeom prst="rect">
                <a:avLst/>
              </a:prstGeom>
              <a:gradFill flip="none" rotWithShape="1">
                <a:gsLst>
                  <a:gs pos="0">
                    <a:schemeClr val="dk2">
                      <a:lumMod val="100000"/>
                      <a:alpha val="0"/>
                    </a:schemeClr>
                  </a:gs>
                  <a:gs pos="100000">
                    <a:schemeClr val="dk2">
                      <a:lumMod val="100000"/>
                      <a:alpha val="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82" name="Shape6" descr="c472f6b3-3211-40cd-bdee-3ee4396037be">
                <a:extLst>
                  <a:ext uri="{FF2B5EF4-FFF2-40B4-BE49-F238E27FC236}">
                    <a16:creationId id="{19CBFF79-4209-FC89-D9F7-F6771D26356A}"/>
                  </a:ext>
                </a:extLst>
              </p:cNvPr>
              <p:cNvSpPr/>
              <p:nvPr/>
            </p:nvSpPr>
            <p:spPr>
              <a:xfrm rot="16200000">
                <a:off x="10208714" y="1733309"/>
                <a:ext cx="891926" cy="1474591"/>
              </a:xfrm>
              <a:prstGeom prst="can">
                <a:avLst/>
              </a:prstGeom>
              <a:gradFill flip="none" rotWithShape="0">
                <a:gsLst>
                  <a:gs pos="16000">
                    <a:schemeClr val="dk2">
                      <a:lumMod val="60000"/>
                      <a:lumOff val="40000"/>
                    </a:schemeClr>
                  </a:gs>
                  <a:gs pos="100000">
                    <a:schemeClr val="dk2">
                      <a:lumMod val="10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304800" dist="177800" dir="4800000" sx="97000" sy="97000" algn="t" rotWithShape="0">
                  <a:schemeClr val="accent2">
                    <a:lumMod val="7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87" name="Bullet6" descr="2765d113-67dc-488a-a074-c2722c989e70">
                <a:extLst>
                  <a:ext uri="{FF2B5EF4-FFF2-40B4-BE49-F238E27FC236}">
                    <a16:creationId id="{1773F79C-5382-BD75-88FC-2BAB2250B4FA}"/>
                  </a:ext>
                </a:extLst>
              </p:cNvPr>
              <p:cNvSpPr txBox="1"/>
              <p:nvPr/>
            </p:nvSpPr>
            <p:spPr>
              <a:xfrm>
                <a:off x="9839979" y="3194723"/>
                <a:ext cx="1601521" cy="891927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强调团队协作</a:t>
                </a:r>
                <a:endParaRPr lang="en-US" dirty="0"/>
              </a:p>
            </p:txBody>
          </p:sp>
          <p:sp>
            <p:nvSpPr>
              <p:cNvPr id="88" name="Text6" descr="de88a9ac-7c04-4c9b-8bce-35069772bdf7">
                <a:extLst>
                  <a:ext uri="{FF2B5EF4-FFF2-40B4-BE49-F238E27FC236}">
                    <a16:creationId id="{BB2D99D9-F3B8-9CE4-F77B-6096EE575EB5}"/>
                  </a:ext>
                </a:extLst>
              </p:cNvPr>
              <p:cNvSpPr txBox="1"/>
              <p:nvPr/>
            </p:nvSpPr>
            <p:spPr>
              <a:xfrm>
                <a:off x="9839979" y="4086648"/>
                <a:ext cx="1601521" cy="1522276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通过设立团队奖励机制，鼓励成员在项目中紧密合作，共同完成目标。</a:t>
                </a:r>
                <a:endParaRPr lang="en-US" dirty="0"/>
              </a:p>
            </p:txBody>
          </p:sp>
          <p:sp>
            <p:nvSpPr>
              <p:cNvPr id="84" name="Number6" descr="b813e3a6-2e0e-4252-b011-43b0c3a7ca5d">
                <a:extLst>
                  <a:ext uri="{FF2B5EF4-FFF2-40B4-BE49-F238E27FC236}">
                    <a16:creationId id="{FA6651FF-06D2-18F5-5EF9-CDAEED27815C}"/>
                  </a:ext>
                </a:extLst>
              </p:cNvPr>
              <p:cNvSpPr/>
              <p:nvPr/>
            </p:nvSpPr>
            <p:spPr>
              <a:xfrm rot="16200000">
                <a:off x="10278644" y="1789016"/>
                <a:ext cx="891926" cy="1363177"/>
              </a:xfrm>
              <a:custGeom>
                <a:avLst/>
                <a:gdLst>
                  <a:gd name="connsiteX0" fmla="*/ 1263650 w 1263650"/>
                  <a:gd name="connsiteY0" fmla="*/ 109 h 1931303"/>
                  <a:gd name="connsiteX1" fmla="*/ 1263650 w 1263650"/>
                  <a:gd name="connsiteY1" fmla="*/ 1773347 h 1931303"/>
                  <a:gd name="connsiteX2" fmla="*/ 631825 w 1263650"/>
                  <a:gd name="connsiteY2" fmla="*/ 1931303 h 1931303"/>
                  <a:gd name="connsiteX3" fmla="*/ 278566 w 1263650"/>
                  <a:gd name="connsiteY3" fmla="*/ 1904327 h 1931303"/>
                  <a:gd name="connsiteX4" fmla="*/ 0 w 1263650"/>
                  <a:gd name="connsiteY4" fmla="*/ 1773347 h 1931303"/>
                  <a:gd name="connsiteX5" fmla="*/ 0 w 1263650"/>
                  <a:gd name="connsiteY5" fmla="*/ 109 h 1931303"/>
                  <a:gd name="connsiteX6" fmla="*/ 44 w 1263650"/>
                  <a:gd name="connsiteY6" fmla="*/ 0 h 1931303"/>
                  <a:gd name="connsiteX7" fmla="*/ 12836 w 1263650"/>
                  <a:gd name="connsiteY7" fmla="*/ 31678 h 1931303"/>
                  <a:gd name="connsiteX8" fmla="*/ 631825 w 1263650"/>
                  <a:gd name="connsiteY8" fmla="*/ 157625 h 1931303"/>
                  <a:gd name="connsiteX9" fmla="*/ 1250815 w 1263650"/>
                  <a:gd name="connsiteY9" fmla="*/ 31678 h 1931303"/>
                  <a:gd name="connsiteX10" fmla="*/ 1263606 w 1263650"/>
                  <a:gd name="connsiteY10" fmla="*/ 0 h 1931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63650" h="1931303">
                    <a:moveTo>
                      <a:pt x="1263650" y="109"/>
                    </a:moveTo>
                    <a:lnTo>
                      <a:pt x="1263650" y="1773347"/>
                    </a:lnTo>
                    <a:cubicBezTo>
                      <a:pt x="1263650" y="1860584"/>
                      <a:pt x="980772" y="1931303"/>
                      <a:pt x="631825" y="1931303"/>
                    </a:cubicBezTo>
                    <a:cubicBezTo>
                      <a:pt x="500970" y="1931303"/>
                      <a:pt x="379406" y="1921358"/>
                      <a:pt x="278566" y="1904327"/>
                    </a:cubicBezTo>
                    <a:cubicBezTo>
                      <a:pt x="110499" y="1875941"/>
                      <a:pt x="0" y="1827870"/>
                      <a:pt x="0" y="1773347"/>
                    </a:cubicBezTo>
                    <a:lnTo>
                      <a:pt x="0" y="109"/>
                    </a:lnTo>
                    <a:lnTo>
                      <a:pt x="44" y="0"/>
                    </a:lnTo>
                    <a:lnTo>
                      <a:pt x="12836" y="31678"/>
                    </a:lnTo>
                    <a:cubicBezTo>
                      <a:pt x="71751" y="103556"/>
                      <a:pt x="326496" y="157625"/>
                      <a:pt x="631825" y="157625"/>
                    </a:cubicBezTo>
                    <a:cubicBezTo>
                      <a:pt x="937155" y="157625"/>
                      <a:pt x="1191899" y="103556"/>
                      <a:pt x="1250815" y="31678"/>
                    </a:cubicBezTo>
                    <a:lnTo>
                      <a:pt x="1263606" y="0"/>
                    </a:lnTo>
                    <a:close/>
                  </a:path>
                </a:pathLst>
              </a:custGeom>
              <a:gradFill flip="none" rotWithShape="0">
                <a:gsLst>
                  <a:gs pos="16000">
                    <a:schemeClr val="dk2">
                      <a:lumMod val="60000"/>
                      <a:lumOff val="40000"/>
                    </a:schemeClr>
                  </a:gs>
                  <a:gs pos="100000">
                    <a:schemeClr val="dk2">
                      <a:lumMod val="10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wrap="none" rtlCol="0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800" b="1" dirty="0">
                    <a:cs typeface="+mn-ea"/>
                    <a:sym typeface="+mn-lt"/>
                  </a:rPr>
                  <a:t>06</a:t>
                </a:r>
                <a:endParaRPr lang="zh-CN" altLang="en-US" sz="2800" b="1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" descr="35a15f7c-9d27-4f27-bcb9-d0ad115e013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团队建设与文化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67" name="79d4eaf5-1806-403c-99f2-a5a8dc4f2567.source.7.zh-Hans.pptx" descr="b9674159-eb2f-4058-83fd-315d5f2d306a">
            <a:extLst>
              <a:ext uri="{FF2B5EF4-FFF2-40B4-BE49-F238E27FC236}">
                <a16:creationId id="{E1280F63-525D-E95B-65B9-AE8484A7F2B0}"/>
              </a:ext>
            </a:extLst>
          </p:cNvPr>
          <p:cNvGrpSpPr/>
          <p:nvPr/>
        </p:nvGrpSpPr>
        <p:grpSpPr>
          <a:xfrm>
            <a:off x="660400" y="1130301"/>
            <a:ext cx="10858500" cy="5260273"/>
            <a:chOff x="660400" y="1130301"/>
            <a:chExt cx="10858500" cy="5260273"/>
          </a:xfrm>
        </p:grpSpPr>
        <p:sp>
          <p:nvSpPr>
            <p:cNvPr id="10" name="Title" descr="f71ea880-a4f8-4dd1-a467-f8f22ad3460b">
              <a:extLst>
                <a:ext uri="{FF2B5EF4-FFF2-40B4-BE49-F238E27FC236}">
                  <a16:creationId id="{A0ABD7B1-2ED3-7050-0707-ABED128CDA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0400" y="1130301"/>
              <a:ext cx="10858500" cy="4628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 lnSpcReduction="10000"/>
            </a:bodyPr>
            <a:lstStyle/>
            <a:p>
              <a:pPr algn="ctr">
                <a:lnSpc>
                  <a:spcPct val="12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  <a:cs typeface="+mn-ea"/>
                  <a:sym typeface="+mn-lt"/>
                </a:rPr>
                <a:t>提升团队内外沟通效率的方法</a:t>
              </a:r>
              <a:endParaRPr lang="en-US" dirty="0"/>
            </a:p>
          </p:txBody>
        </p:sp>
        <p:grpSp>
          <p:nvGrpSpPr>
            <p:cNvPr id="11" name="组合 10" descr="04754dff-0feb-4aaf-abf5-5107257b42a0">
              <a:extLst>
                <a:ext uri="{FF2B5EF4-FFF2-40B4-BE49-F238E27FC236}">
                  <a16:creationId id="{FC1C6F5A-B030-E72F-04CC-C0351DB375A6}"/>
                </a:ext>
              </a:extLst>
            </p:cNvPr>
            <p:cNvGrpSpPr/>
            <p:nvPr/>
          </p:nvGrpSpPr>
          <p:grpSpPr>
            <a:xfrm>
              <a:off x="660400" y="1688485"/>
              <a:ext cx="2591953" cy="2328642"/>
              <a:chOff x="660400" y="1688485"/>
              <a:chExt cx="2591953" cy="2328642"/>
            </a:xfrm>
          </p:grpSpPr>
          <p:grpSp>
            <p:nvGrpSpPr>
              <p:cNvPr id="61" name="组合 60" descr="c1dfc5ed-7cea-483b-978b-5036d216c52b">
                <a:extLst>
                  <a:ext uri="{FF2B5EF4-FFF2-40B4-BE49-F238E27FC236}">
                    <a16:creationId id="{E6B46D5B-EBBF-774A-CE13-B85103ED9AE9}"/>
                  </a:ext>
                </a:extLst>
              </p:cNvPr>
              <p:cNvGrpSpPr/>
              <p:nvPr/>
            </p:nvGrpSpPr>
            <p:grpSpPr>
              <a:xfrm>
                <a:off x="660400" y="1688485"/>
                <a:ext cx="2591953" cy="2328642"/>
                <a:chOff x="660387" y="1445417"/>
                <a:chExt cx="2591953" cy="2328642"/>
              </a:xfrm>
            </p:grpSpPr>
            <p:sp>
              <p:nvSpPr>
                <p:cNvPr id="64" name="Shape1" descr="a9393b8f-e531-4394-9fae-ececafe29b04">
                  <a:extLst>
                    <a:ext uri="{FF2B5EF4-FFF2-40B4-BE49-F238E27FC236}">
                      <a16:creationId id="{BFFE1EEA-F0FA-E02B-EAA4-90F8B5F1B45D}"/>
                    </a:ext>
                  </a:extLst>
                </p:cNvPr>
                <p:cNvSpPr/>
                <p:nvPr/>
              </p:nvSpPr>
              <p:spPr>
                <a:xfrm>
                  <a:off x="660387" y="1686639"/>
                  <a:ext cx="2591953" cy="2087420"/>
                </a:xfrm>
                <a:custGeom>
                  <a:avLst/>
                  <a:gdLst>
                    <a:gd name="connsiteX0" fmla="*/ 2191927 w 2591953"/>
                    <a:gd name="connsiteY0" fmla="*/ 2068431 h 2087420"/>
                    <a:gd name="connsiteX1" fmla="*/ 1817568 w 2591953"/>
                    <a:gd name="connsiteY1" fmla="*/ 2075278 h 2087420"/>
                    <a:gd name="connsiteX2" fmla="*/ 1101726 w 2591953"/>
                    <a:gd name="connsiteY2" fmla="*/ 2069107 h 2087420"/>
                    <a:gd name="connsiteX3" fmla="*/ 310276 w 2591953"/>
                    <a:gd name="connsiteY3" fmla="*/ 2040958 h 2087420"/>
                    <a:gd name="connsiteX4" fmla="*/ 74701 w 2591953"/>
                    <a:gd name="connsiteY4" fmla="*/ 1875186 h 2087420"/>
                    <a:gd name="connsiteX5" fmla="*/ 842 w 2591953"/>
                    <a:gd name="connsiteY5" fmla="*/ 1591321 h 2087420"/>
                    <a:gd name="connsiteX6" fmla="*/ 5447 w 2591953"/>
                    <a:gd name="connsiteY6" fmla="*/ 754518 h 2087420"/>
                    <a:gd name="connsiteX7" fmla="*/ 100303 w 2591953"/>
                    <a:gd name="connsiteY7" fmla="*/ 147901 h 2087420"/>
                    <a:gd name="connsiteX8" fmla="*/ 550271 w 2591953"/>
                    <a:gd name="connsiteY8" fmla="*/ 13323 h 2087420"/>
                    <a:gd name="connsiteX9" fmla="*/ 1112961 w 2591953"/>
                    <a:gd name="connsiteY9" fmla="*/ 85346 h 2087420"/>
                    <a:gd name="connsiteX10" fmla="*/ 2125159 w 2591953"/>
                    <a:gd name="connsiteY10" fmla="*/ 981 h 2087420"/>
                    <a:gd name="connsiteX11" fmla="*/ 2531015 w 2591953"/>
                    <a:gd name="connsiteY11" fmla="*/ 201242 h 2087420"/>
                    <a:gd name="connsiteX12" fmla="*/ 2583876 w 2591953"/>
                    <a:gd name="connsiteY12" fmla="*/ 739640 h 2087420"/>
                    <a:gd name="connsiteX13" fmla="*/ 2570431 w 2591953"/>
                    <a:gd name="connsiteY13" fmla="*/ 1387847 h 2087420"/>
                    <a:gd name="connsiteX14" fmla="*/ 2366076 w 2591953"/>
                    <a:gd name="connsiteY14" fmla="*/ 2004777 h 2087420"/>
                    <a:gd name="connsiteX15" fmla="*/ 2191835 w 2591953"/>
                    <a:gd name="connsiteY15" fmla="*/ 2068431 h 2087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591953" h="2087420">
                      <a:moveTo>
                        <a:pt x="2191927" y="2068431"/>
                      </a:moveTo>
                      <a:cubicBezTo>
                        <a:pt x="2069903" y="2089142"/>
                        <a:pt x="1936460" y="2076377"/>
                        <a:pt x="1817568" y="2075278"/>
                      </a:cubicBezTo>
                      <a:cubicBezTo>
                        <a:pt x="1578954" y="2072996"/>
                        <a:pt x="1340340" y="2063444"/>
                        <a:pt x="1101726" y="2069107"/>
                      </a:cubicBezTo>
                      <a:cubicBezTo>
                        <a:pt x="851140" y="2075109"/>
                        <a:pt x="551100" y="2120504"/>
                        <a:pt x="310276" y="2040958"/>
                      </a:cubicBezTo>
                      <a:cubicBezTo>
                        <a:pt x="215420" y="2009680"/>
                        <a:pt x="128299" y="1953549"/>
                        <a:pt x="74701" y="1875186"/>
                      </a:cubicBezTo>
                      <a:cubicBezTo>
                        <a:pt x="17603" y="1791751"/>
                        <a:pt x="2131" y="1689887"/>
                        <a:pt x="842" y="1591321"/>
                      </a:cubicBezTo>
                      <a:cubicBezTo>
                        <a:pt x="-2750" y="1312612"/>
                        <a:pt x="6368" y="1033396"/>
                        <a:pt x="5447" y="754518"/>
                      </a:cubicBezTo>
                      <a:cubicBezTo>
                        <a:pt x="4802" y="552650"/>
                        <a:pt x="-14538" y="330833"/>
                        <a:pt x="100303" y="147901"/>
                      </a:cubicBezTo>
                      <a:cubicBezTo>
                        <a:pt x="192212" y="1488"/>
                        <a:pt x="386713" y="-11361"/>
                        <a:pt x="550271" y="13323"/>
                      </a:cubicBezTo>
                      <a:cubicBezTo>
                        <a:pt x="738326" y="41726"/>
                        <a:pt x="922881" y="77146"/>
                        <a:pt x="1112961" y="85346"/>
                      </a:cubicBezTo>
                      <a:cubicBezTo>
                        <a:pt x="1453615" y="100055"/>
                        <a:pt x="1785611" y="-11530"/>
                        <a:pt x="2125159" y="981"/>
                      </a:cubicBezTo>
                      <a:cubicBezTo>
                        <a:pt x="2286691" y="6898"/>
                        <a:pt x="2449420" y="66157"/>
                        <a:pt x="2531015" y="201242"/>
                      </a:cubicBezTo>
                      <a:cubicBezTo>
                        <a:pt x="2618319" y="345880"/>
                        <a:pt x="2587192" y="579025"/>
                        <a:pt x="2583876" y="739640"/>
                      </a:cubicBezTo>
                      <a:cubicBezTo>
                        <a:pt x="2579364" y="955709"/>
                        <a:pt x="2574943" y="1171778"/>
                        <a:pt x="2570431" y="1387847"/>
                      </a:cubicBezTo>
                      <a:cubicBezTo>
                        <a:pt x="2566102" y="1597661"/>
                        <a:pt x="2575220" y="1870706"/>
                        <a:pt x="2366076" y="2004777"/>
                      </a:cubicBezTo>
                      <a:cubicBezTo>
                        <a:pt x="2313214" y="2038675"/>
                        <a:pt x="2253998" y="2057864"/>
                        <a:pt x="2191835" y="206843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1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ComponentBackground1" descr="56ef7051-c265-43ec-9444-4f2904dee508">
                  <a:extLst>
                    <a:ext uri="{FF2B5EF4-FFF2-40B4-BE49-F238E27FC236}">
                      <a16:creationId id="{86395BA0-F5FF-3478-C08E-91FEBAAA2519}"/>
                    </a:ext>
                  </a:extLst>
                </p:cNvPr>
                <p:cNvSpPr/>
                <p:nvPr/>
              </p:nvSpPr>
              <p:spPr>
                <a:xfrm>
                  <a:off x="704486" y="1728831"/>
                  <a:ext cx="2499650" cy="2003035"/>
                </a:xfrm>
                <a:custGeom>
                  <a:avLst/>
                  <a:gdLst>
                    <a:gd name="connsiteX0" fmla="*/ 618420 w 2499650"/>
                    <a:gd name="connsiteY0" fmla="*/ 2003035 h 2003035"/>
                    <a:gd name="connsiteX1" fmla="*/ 279792 w 2499650"/>
                    <a:gd name="connsiteY1" fmla="*/ 1959078 h 2003035"/>
                    <a:gd name="connsiteX2" fmla="*/ 67609 w 2499650"/>
                    <a:gd name="connsiteY2" fmla="*/ 1810551 h 2003035"/>
                    <a:gd name="connsiteX3" fmla="*/ 842 w 2499650"/>
                    <a:gd name="connsiteY3" fmla="*/ 1548749 h 2003035"/>
                    <a:gd name="connsiteX4" fmla="*/ 2776 w 2499650"/>
                    <a:gd name="connsiteY4" fmla="*/ 1083051 h 2003035"/>
                    <a:gd name="connsiteX5" fmla="*/ 5446 w 2499650"/>
                    <a:gd name="connsiteY5" fmla="*/ 712284 h 2003035"/>
                    <a:gd name="connsiteX6" fmla="*/ 4617 w 2499650"/>
                    <a:gd name="connsiteY6" fmla="*/ 637979 h 2003035"/>
                    <a:gd name="connsiteX7" fmla="*/ 94040 w 2499650"/>
                    <a:gd name="connsiteY7" fmla="*/ 126886 h 2003035"/>
                    <a:gd name="connsiteX8" fmla="*/ 378056 w 2499650"/>
                    <a:gd name="connsiteY8" fmla="*/ 3466 h 2003035"/>
                    <a:gd name="connsiteX9" fmla="*/ 496672 w 2499650"/>
                    <a:gd name="connsiteY9" fmla="*/ 12934 h 2003035"/>
                    <a:gd name="connsiteX10" fmla="*/ 615012 w 2499650"/>
                    <a:gd name="connsiteY10" fmla="*/ 31447 h 2003035"/>
                    <a:gd name="connsiteX11" fmla="*/ 1064612 w 2499650"/>
                    <a:gd name="connsiteY11" fmla="*/ 85379 h 2003035"/>
                    <a:gd name="connsiteX12" fmla="*/ 1129998 w 2499650"/>
                    <a:gd name="connsiteY12" fmla="*/ 86732 h 2003035"/>
                    <a:gd name="connsiteX13" fmla="*/ 1585216 w 2499650"/>
                    <a:gd name="connsiteY13" fmla="*/ 42774 h 2003035"/>
                    <a:gd name="connsiteX14" fmla="*/ 2024777 w 2499650"/>
                    <a:gd name="connsiteY14" fmla="*/ 0 h 2003035"/>
                    <a:gd name="connsiteX15" fmla="*/ 2077178 w 2499650"/>
                    <a:gd name="connsiteY15" fmla="*/ 930 h 2003035"/>
                    <a:gd name="connsiteX16" fmla="*/ 2444539 w 2499650"/>
                    <a:gd name="connsiteY16" fmla="*/ 179466 h 2003035"/>
                    <a:gd name="connsiteX17" fmla="*/ 2495190 w 2499650"/>
                    <a:gd name="connsiteY17" fmla="*/ 605011 h 2003035"/>
                    <a:gd name="connsiteX18" fmla="*/ 2491598 w 2499650"/>
                    <a:gd name="connsiteY18" fmla="*/ 696561 h 2003035"/>
                    <a:gd name="connsiteX19" fmla="*/ 2478153 w 2499650"/>
                    <a:gd name="connsiteY19" fmla="*/ 1344768 h 2003035"/>
                    <a:gd name="connsiteX20" fmla="*/ 2477416 w 2499650"/>
                    <a:gd name="connsiteY20" fmla="*/ 1384499 h 2003035"/>
                    <a:gd name="connsiteX21" fmla="*/ 2293505 w 2499650"/>
                    <a:gd name="connsiteY21" fmla="*/ 1927800 h 2003035"/>
                    <a:gd name="connsiteX22" fmla="*/ 2137315 w 2499650"/>
                    <a:gd name="connsiteY22" fmla="*/ 1984522 h 2003035"/>
                    <a:gd name="connsiteX23" fmla="*/ 1980480 w 2499650"/>
                    <a:gd name="connsiteY23" fmla="*/ 1995512 h 2003035"/>
                    <a:gd name="connsiteX24" fmla="*/ 1865364 w 2499650"/>
                    <a:gd name="connsiteY24" fmla="*/ 1992976 h 2003035"/>
                    <a:gd name="connsiteX25" fmla="*/ 1771705 w 2499650"/>
                    <a:gd name="connsiteY25" fmla="*/ 1990609 h 2003035"/>
                    <a:gd name="connsiteX26" fmla="*/ 1539906 w 2499650"/>
                    <a:gd name="connsiteY26" fmla="*/ 1986889 h 2003035"/>
                    <a:gd name="connsiteX27" fmla="*/ 1215092 w 2499650"/>
                    <a:gd name="connsiteY27" fmla="*/ 1982663 h 2003035"/>
                    <a:gd name="connsiteX28" fmla="*/ 1054205 w 2499650"/>
                    <a:gd name="connsiteY28" fmla="*/ 1984438 h 2003035"/>
                    <a:gd name="connsiteX29" fmla="*/ 871953 w 2499650"/>
                    <a:gd name="connsiteY29" fmla="*/ 1992976 h 2003035"/>
                    <a:gd name="connsiteX30" fmla="*/ 618143 w 2499650"/>
                    <a:gd name="connsiteY30" fmla="*/ 2002782 h 20030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2499650" h="2003035">
                      <a:moveTo>
                        <a:pt x="618420" y="2003035"/>
                      </a:moveTo>
                      <a:cubicBezTo>
                        <a:pt x="478253" y="2003035"/>
                        <a:pt x="370688" y="1989087"/>
                        <a:pt x="279792" y="1959078"/>
                      </a:cubicBezTo>
                      <a:cubicBezTo>
                        <a:pt x="187607" y="1928645"/>
                        <a:pt x="112275" y="1875896"/>
                        <a:pt x="67609" y="1810551"/>
                      </a:cubicBezTo>
                      <a:cubicBezTo>
                        <a:pt x="23497" y="1746052"/>
                        <a:pt x="2315" y="1662870"/>
                        <a:pt x="842" y="1548749"/>
                      </a:cubicBezTo>
                      <a:cubicBezTo>
                        <a:pt x="-1185" y="1393798"/>
                        <a:pt x="842" y="1235804"/>
                        <a:pt x="2776" y="1083051"/>
                      </a:cubicBezTo>
                      <a:cubicBezTo>
                        <a:pt x="4341" y="961575"/>
                        <a:pt x="5907" y="835958"/>
                        <a:pt x="5446" y="712284"/>
                      </a:cubicBezTo>
                      <a:cubicBezTo>
                        <a:pt x="5446" y="687769"/>
                        <a:pt x="4986" y="663001"/>
                        <a:pt x="4617" y="637979"/>
                      </a:cubicBezTo>
                      <a:cubicBezTo>
                        <a:pt x="2039" y="460880"/>
                        <a:pt x="-540" y="277695"/>
                        <a:pt x="94040" y="126886"/>
                      </a:cubicBezTo>
                      <a:cubicBezTo>
                        <a:pt x="145428" y="45057"/>
                        <a:pt x="241021" y="3466"/>
                        <a:pt x="378056" y="3466"/>
                      </a:cubicBezTo>
                      <a:cubicBezTo>
                        <a:pt x="415354" y="3466"/>
                        <a:pt x="455230" y="6678"/>
                        <a:pt x="496672" y="12934"/>
                      </a:cubicBezTo>
                      <a:cubicBezTo>
                        <a:pt x="536272" y="18936"/>
                        <a:pt x="575688" y="25191"/>
                        <a:pt x="615012" y="31447"/>
                      </a:cubicBezTo>
                      <a:cubicBezTo>
                        <a:pt x="760980" y="54694"/>
                        <a:pt x="911829" y="78786"/>
                        <a:pt x="1064612" y="85379"/>
                      </a:cubicBezTo>
                      <a:cubicBezTo>
                        <a:pt x="1085885" y="86309"/>
                        <a:pt x="1107896" y="86732"/>
                        <a:pt x="1129998" y="86732"/>
                      </a:cubicBezTo>
                      <a:cubicBezTo>
                        <a:pt x="1283978" y="86732"/>
                        <a:pt x="1437129" y="64415"/>
                        <a:pt x="1585216" y="42774"/>
                      </a:cubicBezTo>
                      <a:cubicBezTo>
                        <a:pt x="1729434" y="21725"/>
                        <a:pt x="1878625" y="0"/>
                        <a:pt x="2024777" y="0"/>
                      </a:cubicBezTo>
                      <a:cubicBezTo>
                        <a:pt x="2042459" y="0"/>
                        <a:pt x="2060049" y="338"/>
                        <a:pt x="2077178" y="930"/>
                      </a:cubicBezTo>
                      <a:cubicBezTo>
                        <a:pt x="2245893" y="7185"/>
                        <a:pt x="2379797" y="72192"/>
                        <a:pt x="2444539" y="179466"/>
                      </a:cubicBezTo>
                      <a:cubicBezTo>
                        <a:pt x="2510201" y="288261"/>
                        <a:pt x="2501913" y="463923"/>
                        <a:pt x="2495190" y="605011"/>
                      </a:cubicBezTo>
                      <a:cubicBezTo>
                        <a:pt x="2493624" y="637303"/>
                        <a:pt x="2492243" y="667819"/>
                        <a:pt x="2491598" y="696561"/>
                      </a:cubicBezTo>
                      <a:lnTo>
                        <a:pt x="2478153" y="1344768"/>
                      </a:lnTo>
                      <a:cubicBezTo>
                        <a:pt x="2477876" y="1357787"/>
                        <a:pt x="2477692" y="1371058"/>
                        <a:pt x="2477416" y="1384499"/>
                      </a:cubicBezTo>
                      <a:cubicBezTo>
                        <a:pt x="2474100" y="1586029"/>
                        <a:pt x="2470325" y="1814355"/>
                        <a:pt x="2293505" y="1927800"/>
                      </a:cubicBezTo>
                      <a:cubicBezTo>
                        <a:pt x="2250314" y="1955443"/>
                        <a:pt x="2199202" y="1974040"/>
                        <a:pt x="2137315" y="1984522"/>
                      </a:cubicBezTo>
                      <a:cubicBezTo>
                        <a:pt x="2093018" y="1992046"/>
                        <a:pt x="2043196" y="1995512"/>
                        <a:pt x="1980480" y="1995512"/>
                      </a:cubicBezTo>
                      <a:cubicBezTo>
                        <a:pt x="1942169" y="1995512"/>
                        <a:pt x="1903122" y="1994244"/>
                        <a:pt x="1865364" y="1992976"/>
                      </a:cubicBezTo>
                      <a:cubicBezTo>
                        <a:pt x="1834420" y="1991961"/>
                        <a:pt x="1802372" y="1990862"/>
                        <a:pt x="1771705" y="1990609"/>
                      </a:cubicBezTo>
                      <a:cubicBezTo>
                        <a:pt x="1694530" y="1989848"/>
                        <a:pt x="1615883" y="1988326"/>
                        <a:pt x="1539906" y="1986889"/>
                      </a:cubicBezTo>
                      <a:cubicBezTo>
                        <a:pt x="1433538" y="1984860"/>
                        <a:pt x="1323486" y="1982663"/>
                        <a:pt x="1215092" y="1982663"/>
                      </a:cubicBezTo>
                      <a:cubicBezTo>
                        <a:pt x="1157442" y="1982663"/>
                        <a:pt x="1104857" y="1983254"/>
                        <a:pt x="1054205" y="1984438"/>
                      </a:cubicBezTo>
                      <a:cubicBezTo>
                        <a:pt x="995358" y="1985875"/>
                        <a:pt x="935405" y="1989256"/>
                        <a:pt x="871953" y="1992976"/>
                      </a:cubicBezTo>
                      <a:cubicBezTo>
                        <a:pt x="788608" y="1997794"/>
                        <a:pt x="702409" y="2002697"/>
                        <a:pt x="618143" y="2002782"/>
                      </a:cubicBez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91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6" name="Number1" descr="3aa0ac46-1109-4681-9442-b665fcce8e23">
                  <a:extLst>
                    <a:ext uri="{FF2B5EF4-FFF2-40B4-BE49-F238E27FC236}">
                      <a16:creationId id="{BD37FAEB-5F65-48DD-3B96-A8274D4208C3}"/>
                    </a:ext>
                  </a:extLst>
                </p:cNvPr>
                <p:cNvSpPr/>
                <p:nvPr/>
              </p:nvSpPr>
              <p:spPr>
                <a:xfrm>
                  <a:off x="1695961" y="1445417"/>
                  <a:ext cx="516701" cy="547694"/>
                </a:xfrm>
                <a:custGeom>
                  <a:avLst/>
                  <a:gdLst>
                    <a:gd name="connsiteX0" fmla="*/ 507286 w 516701"/>
                    <a:gd name="connsiteY0" fmla="*/ 318704 h 547694"/>
                    <a:gd name="connsiteX1" fmla="*/ 480289 w 516701"/>
                    <a:gd name="connsiteY1" fmla="*/ 409856 h 547694"/>
                    <a:gd name="connsiteX2" fmla="*/ 361983 w 516701"/>
                    <a:gd name="connsiteY2" fmla="*/ 528480 h 547694"/>
                    <a:gd name="connsiteX3" fmla="*/ 331175 w 516701"/>
                    <a:gd name="connsiteY3" fmla="*/ 536261 h 547694"/>
                    <a:gd name="connsiteX4" fmla="*/ 249234 w 516701"/>
                    <a:gd name="connsiteY4" fmla="*/ 547695 h 547694"/>
                    <a:gd name="connsiteX5" fmla="*/ 169357 w 516701"/>
                    <a:gd name="connsiteY5" fmla="*/ 534038 h 547694"/>
                    <a:gd name="connsiteX6" fmla="*/ 79317 w 516701"/>
                    <a:gd name="connsiteY6" fmla="*/ 459402 h 547694"/>
                    <a:gd name="connsiteX7" fmla="*/ 72012 w 516701"/>
                    <a:gd name="connsiteY7" fmla="*/ 445268 h 547694"/>
                    <a:gd name="connsiteX8" fmla="*/ 42316 w 516701"/>
                    <a:gd name="connsiteY8" fmla="*/ 391752 h 547694"/>
                    <a:gd name="connsiteX9" fmla="*/ 75 w 516701"/>
                    <a:gd name="connsiteY9" fmla="*/ 258836 h 547694"/>
                    <a:gd name="connsiteX10" fmla="*/ 20084 w 516701"/>
                    <a:gd name="connsiteY10" fmla="*/ 180070 h 547694"/>
                    <a:gd name="connsiteX11" fmla="*/ 163958 w 516701"/>
                    <a:gd name="connsiteY11" fmla="*/ 40802 h 547694"/>
                    <a:gd name="connsiteX12" fmla="*/ 216521 w 516701"/>
                    <a:gd name="connsiteY12" fmla="*/ 28892 h 547694"/>
                    <a:gd name="connsiteX13" fmla="*/ 235736 w 516701"/>
                    <a:gd name="connsiteY13" fmla="*/ 22381 h 547694"/>
                    <a:gd name="connsiteX14" fmla="*/ 364206 w 516701"/>
                    <a:gd name="connsiteY14" fmla="*/ 9836 h 547694"/>
                    <a:gd name="connsiteX15" fmla="*/ 492994 w 516701"/>
                    <a:gd name="connsiteY15" fmla="*/ 117662 h 547694"/>
                    <a:gd name="connsiteX16" fmla="*/ 515702 w 516701"/>
                    <a:gd name="connsiteY16" fmla="*/ 201667 h 547694"/>
                    <a:gd name="connsiteX17" fmla="*/ 507127 w 516701"/>
                    <a:gd name="connsiteY17" fmla="*/ 318386 h 547694"/>
                    <a:gd name="connsiteX18" fmla="*/ 401365 w 516701"/>
                    <a:gd name="connsiteY18" fmla="*/ 62875 h 547694"/>
                    <a:gd name="connsiteX19" fmla="*/ 381198 w 516701"/>
                    <a:gd name="connsiteY19" fmla="*/ 56682 h 547694"/>
                    <a:gd name="connsiteX20" fmla="*/ 401842 w 516701"/>
                    <a:gd name="connsiteY20" fmla="*/ 62716 h 547694"/>
                    <a:gd name="connsiteX21" fmla="*/ 402636 w 516701"/>
                    <a:gd name="connsiteY21" fmla="*/ 68751 h 547694"/>
                    <a:gd name="connsiteX22" fmla="*/ 423121 w 516701"/>
                    <a:gd name="connsiteY22" fmla="*/ 90030 h 547694"/>
                    <a:gd name="connsiteX23" fmla="*/ 489024 w 516701"/>
                    <a:gd name="connsiteY23" fmla="*/ 203414 h 547694"/>
                    <a:gd name="connsiteX24" fmla="*/ 494740 w 516701"/>
                    <a:gd name="connsiteY24" fmla="*/ 228346 h 547694"/>
                    <a:gd name="connsiteX25" fmla="*/ 490135 w 516701"/>
                    <a:gd name="connsiteY25" fmla="*/ 173242 h 547694"/>
                    <a:gd name="connsiteX26" fmla="*/ 401365 w 516701"/>
                    <a:gd name="connsiteY26" fmla="*/ 63034 h 547694"/>
                    <a:gd name="connsiteX27" fmla="*/ 174439 w 516701"/>
                    <a:gd name="connsiteY27" fmla="*/ 53347 h 547694"/>
                    <a:gd name="connsiteX28" fmla="*/ 157447 w 516701"/>
                    <a:gd name="connsiteY28" fmla="*/ 60017 h 547694"/>
                    <a:gd name="connsiteX29" fmla="*/ 26595 w 516701"/>
                    <a:gd name="connsiteY29" fmla="*/ 200873 h 547694"/>
                    <a:gd name="connsiteX30" fmla="*/ 17384 w 516701"/>
                    <a:gd name="connsiteY30" fmla="*/ 304253 h 547694"/>
                    <a:gd name="connsiteX31" fmla="*/ 38664 w 516701"/>
                    <a:gd name="connsiteY31" fmla="*/ 357769 h 547694"/>
                    <a:gd name="connsiteX32" fmla="*/ 50732 w 516701"/>
                    <a:gd name="connsiteY32" fmla="*/ 181658 h 547694"/>
                    <a:gd name="connsiteX33" fmla="*/ 174439 w 516701"/>
                    <a:gd name="connsiteY33" fmla="*/ 53506 h 547694"/>
                    <a:gd name="connsiteX34" fmla="*/ 79317 w 516701"/>
                    <a:gd name="connsiteY34" fmla="*/ 433041 h 547694"/>
                    <a:gd name="connsiteX35" fmla="*/ 246217 w 516701"/>
                    <a:gd name="connsiteY35" fmla="*/ 533562 h 547694"/>
                    <a:gd name="connsiteX36" fmla="*/ 79317 w 516701"/>
                    <a:gd name="connsiteY36" fmla="*/ 433041 h 547694"/>
                    <a:gd name="connsiteX37" fmla="*/ 250028 w 516701"/>
                    <a:gd name="connsiteY37" fmla="*/ 29051 h 547694"/>
                    <a:gd name="connsiteX38" fmla="*/ 315136 w 516701"/>
                    <a:gd name="connsiteY38" fmla="*/ 23969 h 547694"/>
                    <a:gd name="connsiteX39" fmla="*/ 377704 w 516701"/>
                    <a:gd name="connsiteY39" fmla="*/ 33973 h 547694"/>
                    <a:gd name="connsiteX40" fmla="*/ 249869 w 516701"/>
                    <a:gd name="connsiteY40" fmla="*/ 29051 h 547694"/>
                    <a:gd name="connsiteX41" fmla="*/ 299256 w 516701"/>
                    <a:gd name="connsiteY41" fmla="*/ 482904 h 547694"/>
                    <a:gd name="connsiteX42" fmla="*/ 293539 w 516701"/>
                    <a:gd name="connsiteY42" fmla="*/ 467183 h 547694"/>
                    <a:gd name="connsiteX43" fmla="*/ 282582 w 516701"/>
                    <a:gd name="connsiteY43" fmla="*/ 473852 h 547694"/>
                    <a:gd name="connsiteX44" fmla="*/ 290999 w 516701"/>
                    <a:gd name="connsiteY44" fmla="*/ 487351 h 547694"/>
                    <a:gd name="connsiteX45" fmla="*/ 299256 w 516701"/>
                    <a:gd name="connsiteY45" fmla="*/ 482904 h 547694"/>
                    <a:gd name="connsiteX46" fmla="*/ 318312 w 516701"/>
                    <a:gd name="connsiteY46" fmla="*/ 465912 h 547694"/>
                    <a:gd name="connsiteX47" fmla="*/ 308467 w 516701"/>
                    <a:gd name="connsiteY47" fmla="*/ 471470 h 547694"/>
                    <a:gd name="connsiteX48" fmla="*/ 316566 w 516701"/>
                    <a:gd name="connsiteY48" fmla="*/ 483222 h 547694"/>
                    <a:gd name="connsiteX49" fmla="*/ 325617 w 516701"/>
                    <a:gd name="connsiteY49" fmla="*/ 476076 h 547694"/>
                    <a:gd name="connsiteX50" fmla="*/ 318312 w 516701"/>
                    <a:gd name="connsiteY50" fmla="*/ 465754 h 547694"/>
                    <a:gd name="connsiteX51" fmla="*/ 370876 w 516701"/>
                    <a:gd name="connsiteY51" fmla="*/ 50806 h 547694"/>
                    <a:gd name="connsiteX52" fmla="*/ 351660 w 516701"/>
                    <a:gd name="connsiteY52" fmla="*/ 44931 h 547694"/>
                    <a:gd name="connsiteX53" fmla="*/ 370876 w 516701"/>
                    <a:gd name="connsiteY53" fmla="*/ 50806 h 547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</a:cxnLst>
                  <a:rect l="l" t="t" r="r" b="b"/>
                  <a:pathLst>
                    <a:path w="516701" h="547694">
                      <a:moveTo>
                        <a:pt x="507286" y="318704"/>
                      </a:moveTo>
                      <a:cubicBezTo>
                        <a:pt x="504427" y="344906"/>
                        <a:pt x="495376" y="378254"/>
                        <a:pt x="480289" y="409856"/>
                      </a:cubicBezTo>
                      <a:cubicBezTo>
                        <a:pt x="454881" y="463372"/>
                        <a:pt x="419151" y="506724"/>
                        <a:pt x="361983" y="528480"/>
                      </a:cubicBezTo>
                      <a:cubicBezTo>
                        <a:pt x="351978" y="532291"/>
                        <a:pt x="341656" y="534832"/>
                        <a:pt x="331175" y="536261"/>
                      </a:cubicBezTo>
                      <a:cubicBezTo>
                        <a:pt x="303861" y="539914"/>
                        <a:pt x="277183" y="547536"/>
                        <a:pt x="249234" y="547695"/>
                      </a:cubicBezTo>
                      <a:cubicBezTo>
                        <a:pt x="221602" y="547695"/>
                        <a:pt x="195559" y="543090"/>
                        <a:pt x="169357" y="534038"/>
                      </a:cubicBezTo>
                      <a:cubicBezTo>
                        <a:pt x="129815" y="520222"/>
                        <a:pt x="100596" y="494814"/>
                        <a:pt x="79317" y="459402"/>
                      </a:cubicBezTo>
                      <a:cubicBezTo>
                        <a:pt x="76617" y="454796"/>
                        <a:pt x="73282" y="450350"/>
                        <a:pt x="72012" y="445268"/>
                      </a:cubicBezTo>
                      <a:cubicBezTo>
                        <a:pt x="66613" y="424783"/>
                        <a:pt x="54544" y="408585"/>
                        <a:pt x="42316" y="391752"/>
                      </a:cubicBezTo>
                      <a:cubicBezTo>
                        <a:pt x="13732" y="352528"/>
                        <a:pt x="-1196" y="307905"/>
                        <a:pt x="75" y="258836"/>
                      </a:cubicBezTo>
                      <a:cubicBezTo>
                        <a:pt x="869" y="231204"/>
                        <a:pt x="9444" y="205161"/>
                        <a:pt x="20084" y="180070"/>
                      </a:cubicBezTo>
                      <a:cubicBezTo>
                        <a:pt x="48509" y="113850"/>
                        <a:pt x="96944" y="67639"/>
                        <a:pt x="163958" y="40802"/>
                      </a:cubicBezTo>
                      <a:cubicBezTo>
                        <a:pt x="180949" y="33973"/>
                        <a:pt x="198576" y="30639"/>
                        <a:pt x="216521" y="28892"/>
                      </a:cubicBezTo>
                      <a:cubicBezTo>
                        <a:pt x="223667" y="28257"/>
                        <a:pt x="229860" y="26192"/>
                        <a:pt x="235736" y="22381"/>
                      </a:cubicBezTo>
                      <a:cubicBezTo>
                        <a:pt x="276389" y="-3504"/>
                        <a:pt x="318948" y="-5886"/>
                        <a:pt x="364206" y="9836"/>
                      </a:cubicBezTo>
                      <a:cubicBezTo>
                        <a:pt x="421057" y="29686"/>
                        <a:pt x="464092" y="64940"/>
                        <a:pt x="492994" y="117662"/>
                      </a:cubicBezTo>
                      <a:cubicBezTo>
                        <a:pt x="507444" y="143864"/>
                        <a:pt x="513002" y="172289"/>
                        <a:pt x="515702" y="201667"/>
                      </a:cubicBezTo>
                      <a:cubicBezTo>
                        <a:pt x="519037" y="238192"/>
                        <a:pt x="513479" y="274081"/>
                        <a:pt x="507127" y="318386"/>
                      </a:cubicBezTo>
                      <a:close/>
                      <a:moveTo>
                        <a:pt x="401365" y="62875"/>
                      </a:moveTo>
                      <a:cubicBezTo>
                        <a:pt x="395013" y="60970"/>
                        <a:pt x="390249" y="54300"/>
                        <a:pt x="381198" y="56682"/>
                      </a:cubicBezTo>
                      <a:cubicBezTo>
                        <a:pt x="387867" y="61922"/>
                        <a:pt x="394060" y="64940"/>
                        <a:pt x="401842" y="62716"/>
                      </a:cubicBezTo>
                      <a:cubicBezTo>
                        <a:pt x="401524" y="64781"/>
                        <a:pt x="401365" y="66686"/>
                        <a:pt x="402636" y="68751"/>
                      </a:cubicBezTo>
                      <a:cubicBezTo>
                        <a:pt x="408194" y="77167"/>
                        <a:pt x="415340" y="83678"/>
                        <a:pt x="423121" y="90030"/>
                      </a:cubicBezTo>
                      <a:cubicBezTo>
                        <a:pt x="459645" y="119250"/>
                        <a:pt x="478384" y="159109"/>
                        <a:pt x="489024" y="203414"/>
                      </a:cubicBezTo>
                      <a:cubicBezTo>
                        <a:pt x="491088" y="211672"/>
                        <a:pt x="492835" y="220088"/>
                        <a:pt x="494740" y="228346"/>
                      </a:cubicBezTo>
                      <a:cubicBezTo>
                        <a:pt x="496646" y="209449"/>
                        <a:pt x="495534" y="191028"/>
                        <a:pt x="490135" y="173242"/>
                      </a:cubicBezTo>
                      <a:cubicBezTo>
                        <a:pt x="475208" y="124808"/>
                        <a:pt x="444242" y="89236"/>
                        <a:pt x="401365" y="63034"/>
                      </a:cubicBezTo>
                      <a:close/>
                      <a:moveTo>
                        <a:pt x="174439" y="53347"/>
                      </a:moveTo>
                      <a:cubicBezTo>
                        <a:pt x="168722" y="55570"/>
                        <a:pt x="163005" y="57476"/>
                        <a:pt x="157447" y="60017"/>
                      </a:cubicBezTo>
                      <a:cubicBezTo>
                        <a:pt x="94085" y="88601"/>
                        <a:pt x="50891" y="135765"/>
                        <a:pt x="26595" y="200873"/>
                      </a:cubicBezTo>
                      <a:cubicBezTo>
                        <a:pt x="13891" y="234698"/>
                        <a:pt x="9285" y="268840"/>
                        <a:pt x="17384" y="304253"/>
                      </a:cubicBezTo>
                      <a:cubicBezTo>
                        <a:pt x="21672" y="322991"/>
                        <a:pt x="27230" y="341412"/>
                        <a:pt x="38664" y="357769"/>
                      </a:cubicBezTo>
                      <a:cubicBezTo>
                        <a:pt x="21195" y="297424"/>
                        <a:pt x="25324" y="238509"/>
                        <a:pt x="50732" y="181658"/>
                      </a:cubicBezTo>
                      <a:cubicBezTo>
                        <a:pt x="76299" y="124172"/>
                        <a:pt x="120923" y="84790"/>
                        <a:pt x="174439" y="53506"/>
                      </a:cubicBezTo>
                      <a:close/>
                      <a:moveTo>
                        <a:pt x="79317" y="433041"/>
                      </a:moveTo>
                      <a:cubicBezTo>
                        <a:pt x="109489" y="506089"/>
                        <a:pt x="184125" y="539596"/>
                        <a:pt x="246217" y="533562"/>
                      </a:cubicBezTo>
                      <a:cubicBezTo>
                        <a:pt x="180314" y="511488"/>
                        <a:pt x="149824" y="500849"/>
                        <a:pt x="79317" y="433041"/>
                      </a:cubicBezTo>
                      <a:close/>
                      <a:moveTo>
                        <a:pt x="250028" y="29051"/>
                      </a:moveTo>
                      <a:cubicBezTo>
                        <a:pt x="274166" y="27145"/>
                        <a:pt x="294492" y="22857"/>
                        <a:pt x="315136" y="23969"/>
                      </a:cubicBezTo>
                      <a:cubicBezTo>
                        <a:pt x="336416" y="25081"/>
                        <a:pt x="357219" y="28733"/>
                        <a:pt x="377704" y="33973"/>
                      </a:cubicBezTo>
                      <a:cubicBezTo>
                        <a:pt x="342926" y="11582"/>
                        <a:pt x="284329" y="5230"/>
                        <a:pt x="249869" y="29051"/>
                      </a:cubicBezTo>
                      <a:close/>
                      <a:moveTo>
                        <a:pt x="299256" y="482904"/>
                      </a:moveTo>
                      <a:cubicBezTo>
                        <a:pt x="301797" y="473535"/>
                        <a:pt x="299256" y="467977"/>
                        <a:pt x="293539" y="467183"/>
                      </a:cubicBezTo>
                      <a:cubicBezTo>
                        <a:pt x="288299" y="466389"/>
                        <a:pt x="284011" y="468294"/>
                        <a:pt x="282582" y="473852"/>
                      </a:cubicBezTo>
                      <a:cubicBezTo>
                        <a:pt x="281312" y="478775"/>
                        <a:pt x="285917" y="486080"/>
                        <a:pt x="290999" y="487351"/>
                      </a:cubicBezTo>
                      <a:cubicBezTo>
                        <a:pt x="296557" y="488780"/>
                        <a:pt x="298621" y="485445"/>
                        <a:pt x="299256" y="482904"/>
                      </a:cubicBezTo>
                      <a:close/>
                      <a:moveTo>
                        <a:pt x="318312" y="465912"/>
                      </a:moveTo>
                      <a:cubicBezTo>
                        <a:pt x="313231" y="464960"/>
                        <a:pt x="309578" y="467183"/>
                        <a:pt x="308467" y="471470"/>
                      </a:cubicBezTo>
                      <a:cubicBezTo>
                        <a:pt x="307355" y="475917"/>
                        <a:pt x="311960" y="483063"/>
                        <a:pt x="316566" y="483222"/>
                      </a:cubicBezTo>
                      <a:cubicBezTo>
                        <a:pt x="321330" y="483539"/>
                        <a:pt x="324664" y="480998"/>
                        <a:pt x="325617" y="476076"/>
                      </a:cubicBezTo>
                      <a:cubicBezTo>
                        <a:pt x="326570" y="470359"/>
                        <a:pt x="324029" y="466865"/>
                        <a:pt x="318312" y="465754"/>
                      </a:cubicBezTo>
                      <a:close/>
                      <a:moveTo>
                        <a:pt x="370876" y="50806"/>
                      </a:moveTo>
                      <a:cubicBezTo>
                        <a:pt x="365476" y="47789"/>
                        <a:pt x="359918" y="44137"/>
                        <a:pt x="351660" y="44931"/>
                      </a:cubicBezTo>
                      <a:cubicBezTo>
                        <a:pt x="358013" y="50012"/>
                        <a:pt x="363888" y="51759"/>
                        <a:pt x="370876" y="5080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5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b="1" dirty="0">
                      <a:solidFill>
                        <a:srgbClr val="FFFFFF"/>
                      </a:solidFill>
                    </a:rPr>
                    <a:t>1</a:t>
                  </a:r>
                  <a:endParaRPr lang="zh-CN" altLang="en-US" b="1" dirty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62" name="Bullet1" descr="22f1e569-ffd8-4111-8349-548dd2f04dd6">
                <a:extLst>
                  <a:ext uri="{FF2B5EF4-FFF2-40B4-BE49-F238E27FC236}">
                    <a16:creationId id="{2FE7F97C-1E80-6B6E-E7EF-547BE2B827D9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77922" y="2278371"/>
                <a:ext cx="2335668" cy="782185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solidFill>
                      <a:srgbClr val="000000"/>
                    </a:solidFill>
                  </a:rPr>
                  <a:t>定期团队会议</a:t>
                </a:r>
                <a:endParaRPr lang="en-US" dirty="0"/>
              </a:p>
            </p:txBody>
          </p:sp>
          <p:sp>
            <p:nvSpPr>
              <p:cNvPr id="63" name="Text1" descr="9b31ce3e-d3d1-47cd-a2a2-49f454456ab4">
                <a:extLst>
                  <a:ext uri="{FF2B5EF4-FFF2-40B4-BE49-F238E27FC236}">
                    <a16:creationId id="{C3EE2133-4C3D-58C8-DD6F-669A2B8061DB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77923" y="3060556"/>
                <a:ext cx="2335668" cy="736889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rgbClr val="000000"/>
                    </a:solidFill>
                  </a:rPr>
                  <a:t>每周召开例会，确保信息畅通，促进团队协作。</a:t>
                </a:r>
                <a:endParaRPr lang="en-US" dirty="0"/>
              </a:p>
            </p:txBody>
          </p:sp>
        </p:grpSp>
        <p:grpSp>
          <p:nvGrpSpPr>
            <p:cNvPr id="12" name="组合 11" descr="5dd94d0d-e5da-4a48-b1f0-acfae8582cdd">
              <a:extLst>
                <a:ext uri="{FF2B5EF4-FFF2-40B4-BE49-F238E27FC236}">
                  <a16:creationId id="{853801E5-CF48-CE5F-670D-3A5A1FF4F6AE}"/>
                </a:ext>
              </a:extLst>
            </p:cNvPr>
            <p:cNvGrpSpPr/>
            <p:nvPr/>
          </p:nvGrpSpPr>
          <p:grpSpPr>
            <a:xfrm>
              <a:off x="3415916" y="1688485"/>
              <a:ext cx="2591953" cy="2328642"/>
              <a:chOff x="660400" y="1688485"/>
              <a:chExt cx="2591953" cy="2328642"/>
            </a:xfrm>
          </p:grpSpPr>
          <p:grpSp>
            <p:nvGrpSpPr>
              <p:cNvPr id="55" name="组合 54" descr="c34467cb-e3c1-4c7f-b08d-21036818c26f">
                <a:extLst>
                  <a:ext uri="{FF2B5EF4-FFF2-40B4-BE49-F238E27FC236}">
                    <a16:creationId id="{A1E5F209-9068-1F33-9680-691A929536ED}"/>
                  </a:ext>
                </a:extLst>
              </p:cNvPr>
              <p:cNvGrpSpPr/>
              <p:nvPr/>
            </p:nvGrpSpPr>
            <p:grpSpPr>
              <a:xfrm>
                <a:off x="660400" y="1688485"/>
                <a:ext cx="2591953" cy="2328642"/>
                <a:chOff x="660387" y="1445417"/>
                <a:chExt cx="2591953" cy="2328642"/>
              </a:xfrm>
            </p:grpSpPr>
            <p:sp>
              <p:nvSpPr>
                <p:cNvPr id="58" name="Shape2" descr="eddcacd5-5384-4b09-9ba5-1490f11d1f1c">
                  <a:extLst>
                    <a:ext uri="{FF2B5EF4-FFF2-40B4-BE49-F238E27FC236}">
                      <a16:creationId id="{6C727767-8C2A-C75C-496B-190A0F7B7CD4}"/>
                    </a:ext>
                  </a:extLst>
                </p:cNvPr>
                <p:cNvSpPr/>
                <p:nvPr/>
              </p:nvSpPr>
              <p:spPr>
                <a:xfrm>
                  <a:off x="660387" y="1686639"/>
                  <a:ext cx="2591953" cy="2087420"/>
                </a:xfrm>
                <a:custGeom>
                  <a:avLst/>
                  <a:gdLst>
                    <a:gd name="connsiteX0" fmla="*/ 2191927 w 2591953"/>
                    <a:gd name="connsiteY0" fmla="*/ 2068431 h 2087420"/>
                    <a:gd name="connsiteX1" fmla="*/ 1817568 w 2591953"/>
                    <a:gd name="connsiteY1" fmla="*/ 2075278 h 2087420"/>
                    <a:gd name="connsiteX2" fmla="*/ 1101726 w 2591953"/>
                    <a:gd name="connsiteY2" fmla="*/ 2069107 h 2087420"/>
                    <a:gd name="connsiteX3" fmla="*/ 310276 w 2591953"/>
                    <a:gd name="connsiteY3" fmla="*/ 2040958 h 2087420"/>
                    <a:gd name="connsiteX4" fmla="*/ 74701 w 2591953"/>
                    <a:gd name="connsiteY4" fmla="*/ 1875186 h 2087420"/>
                    <a:gd name="connsiteX5" fmla="*/ 842 w 2591953"/>
                    <a:gd name="connsiteY5" fmla="*/ 1591321 h 2087420"/>
                    <a:gd name="connsiteX6" fmla="*/ 5447 w 2591953"/>
                    <a:gd name="connsiteY6" fmla="*/ 754518 h 2087420"/>
                    <a:gd name="connsiteX7" fmla="*/ 100303 w 2591953"/>
                    <a:gd name="connsiteY7" fmla="*/ 147901 h 2087420"/>
                    <a:gd name="connsiteX8" fmla="*/ 550271 w 2591953"/>
                    <a:gd name="connsiteY8" fmla="*/ 13323 h 2087420"/>
                    <a:gd name="connsiteX9" fmla="*/ 1112961 w 2591953"/>
                    <a:gd name="connsiteY9" fmla="*/ 85346 h 2087420"/>
                    <a:gd name="connsiteX10" fmla="*/ 2125159 w 2591953"/>
                    <a:gd name="connsiteY10" fmla="*/ 981 h 2087420"/>
                    <a:gd name="connsiteX11" fmla="*/ 2531015 w 2591953"/>
                    <a:gd name="connsiteY11" fmla="*/ 201242 h 2087420"/>
                    <a:gd name="connsiteX12" fmla="*/ 2583876 w 2591953"/>
                    <a:gd name="connsiteY12" fmla="*/ 739640 h 2087420"/>
                    <a:gd name="connsiteX13" fmla="*/ 2570431 w 2591953"/>
                    <a:gd name="connsiteY13" fmla="*/ 1387847 h 2087420"/>
                    <a:gd name="connsiteX14" fmla="*/ 2366076 w 2591953"/>
                    <a:gd name="connsiteY14" fmla="*/ 2004777 h 2087420"/>
                    <a:gd name="connsiteX15" fmla="*/ 2191835 w 2591953"/>
                    <a:gd name="connsiteY15" fmla="*/ 2068431 h 2087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591953" h="2087420">
                      <a:moveTo>
                        <a:pt x="2191927" y="2068431"/>
                      </a:moveTo>
                      <a:cubicBezTo>
                        <a:pt x="2069903" y="2089142"/>
                        <a:pt x="1936460" y="2076377"/>
                        <a:pt x="1817568" y="2075278"/>
                      </a:cubicBezTo>
                      <a:cubicBezTo>
                        <a:pt x="1578954" y="2072996"/>
                        <a:pt x="1340340" y="2063444"/>
                        <a:pt x="1101726" y="2069107"/>
                      </a:cubicBezTo>
                      <a:cubicBezTo>
                        <a:pt x="851140" y="2075109"/>
                        <a:pt x="551100" y="2120504"/>
                        <a:pt x="310276" y="2040958"/>
                      </a:cubicBezTo>
                      <a:cubicBezTo>
                        <a:pt x="215420" y="2009680"/>
                        <a:pt x="128299" y="1953549"/>
                        <a:pt x="74701" y="1875186"/>
                      </a:cubicBezTo>
                      <a:cubicBezTo>
                        <a:pt x="17603" y="1791751"/>
                        <a:pt x="2131" y="1689887"/>
                        <a:pt x="842" y="1591321"/>
                      </a:cubicBezTo>
                      <a:cubicBezTo>
                        <a:pt x="-2750" y="1312612"/>
                        <a:pt x="6368" y="1033396"/>
                        <a:pt x="5447" y="754518"/>
                      </a:cubicBezTo>
                      <a:cubicBezTo>
                        <a:pt x="4802" y="552650"/>
                        <a:pt x="-14538" y="330833"/>
                        <a:pt x="100303" y="147901"/>
                      </a:cubicBezTo>
                      <a:cubicBezTo>
                        <a:pt x="192212" y="1488"/>
                        <a:pt x="386713" y="-11361"/>
                        <a:pt x="550271" y="13323"/>
                      </a:cubicBezTo>
                      <a:cubicBezTo>
                        <a:pt x="738326" y="41726"/>
                        <a:pt x="922881" y="77146"/>
                        <a:pt x="1112961" y="85346"/>
                      </a:cubicBezTo>
                      <a:cubicBezTo>
                        <a:pt x="1453615" y="100055"/>
                        <a:pt x="1785611" y="-11530"/>
                        <a:pt x="2125159" y="981"/>
                      </a:cubicBezTo>
                      <a:cubicBezTo>
                        <a:pt x="2286691" y="6898"/>
                        <a:pt x="2449420" y="66157"/>
                        <a:pt x="2531015" y="201242"/>
                      </a:cubicBezTo>
                      <a:cubicBezTo>
                        <a:pt x="2618319" y="345880"/>
                        <a:pt x="2587192" y="579025"/>
                        <a:pt x="2583876" y="739640"/>
                      </a:cubicBezTo>
                      <a:cubicBezTo>
                        <a:pt x="2579364" y="955709"/>
                        <a:pt x="2574943" y="1171778"/>
                        <a:pt x="2570431" y="1387847"/>
                      </a:cubicBezTo>
                      <a:cubicBezTo>
                        <a:pt x="2566102" y="1597661"/>
                        <a:pt x="2575220" y="1870706"/>
                        <a:pt x="2366076" y="2004777"/>
                      </a:cubicBezTo>
                      <a:cubicBezTo>
                        <a:pt x="2313214" y="2038675"/>
                        <a:pt x="2253998" y="2057864"/>
                        <a:pt x="2191835" y="20684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1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9" name="ComponentBackground2" descr="d1f7e642-a762-4289-b717-79b3d360b2df">
                  <a:extLst>
                    <a:ext uri="{FF2B5EF4-FFF2-40B4-BE49-F238E27FC236}">
                      <a16:creationId id="{7BF57A7E-C36A-E56F-F5E6-D48F8F155695}"/>
                    </a:ext>
                  </a:extLst>
                </p:cNvPr>
                <p:cNvSpPr/>
                <p:nvPr/>
              </p:nvSpPr>
              <p:spPr>
                <a:xfrm>
                  <a:off x="704486" y="1728831"/>
                  <a:ext cx="2499650" cy="2003035"/>
                </a:xfrm>
                <a:custGeom>
                  <a:avLst/>
                  <a:gdLst>
                    <a:gd name="connsiteX0" fmla="*/ 618420 w 2499650"/>
                    <a:gd name="connsiteY0" fmla="*/ 2003035 h 2003035"/>
                    <a:gd name="connsiteX1" fmla="*/ 279792 w 2499650"/>
                    <a:gd name="connsiteY1" fmla="*/ 1959078 h 2003035"/>
                    <a:gd name="connsiteX2" fmla="*/ 67609 w 2499650"/>
                    <a:gd name="connsiteY2" fmla="*/ 1810551 h 2003035"/>
                    <a:gd name="connsiteX3" fmla="*/ 842 w 2499650"/>
                    <a:gd name="connsiteY3" fmla="*/ 1548749 h 2003035"/>
                    <a:gd name="connsiteX4" fmla="*/ 2776 w 2499650"/>
                    <a:gd name="connsiteY4" fmla="*/ 1083051 h 2003035"/>
                    <a:gd name="connsiteX5" fmla="*/ 5446 w 2499650"/>
                    <a:gd name="connsiteY5" fmla="*/ 712284 h 2003035"/>
                    <a:gd name="connsiteX6" fmla="*/ 4617 w 2499650"/>
                    <a:gd name="connsiteY6" fmla="*/ 637979 h 2003035"/>
                    <a:gd name="connsiteX7" fmla="*/ 94040 w 2499650"/>
                    <a:gd name="connsiteY7" fmla="*/ 126886 h 2003035"/>
                    <a:gd name="connsiteX8" fmla="*/ 378056 w 2499650"/>
                    <a:gd name="connsiteY8" fmla="*/ 3466 h 2003035"/>
                    <a:gd name="connsiteX9" fmla="*/ 496672 w 2499650"/>
                    <a:gd name="connsiteY9" fmla="*/ 12934 h 2003035"/>
                    <a:gd name="connsiteX10" fmla="*/ 615012 w 2499650"/>
                    <a:gd name="connsiteY10" fmla="*/ 31447 h 2003035"/>
                    <a:gd name="connsiteX11" fmla="*/ 1064612 w 2499650"/>
                    <a:gd name="connsiteY11" fmla="*/ 85379 h 2003035"/>
                    <a:gd name="connsiteX12" fmla="*/ 1129998 w 2499650"/>
                    <a:gd name="connsiteY12" fmla="*/ 86732 h 2003035"/>
                    <a:gd name="connsiteX13" fmla="*/ 1585216 w 2499650"/>
                    <a:gd name="connsiteY13" fmla="*/ 42774 h 2003035"/>
                    <a:gd name="connsiteX14" fmla="*/ 2024777 w 2499650"/>
                    <a:gd name="connsiteY14" fmla="*/ 0 h 2003035"/>
                    <a:gd name="connsiteX15" fmla="*/ 2077178 w 2499650"/>
                    <a:gd name="connsiteY15" fmla="*/ 930 h 2003035"/>
                    <a:gd name="connsiteX16" fmla="*/ 2444539 w 2499650"/>
                    <a:gd name="connsiteY16" fmla="*/ 179466 h 2003035"/>
                    <a:gd name="connsiteX17" fmla="*/ 2495190 w 2499650"/>
                    <a:gd name="connsiteY17" fmla="*/ 605011 h 2003035"/>
                    <a:gd name="connsiteX18" fmla="*/ 2491598 w 2499650"/>
                    <a:gd name="connsiteY18" fmla="*/ 696561 h 2003035"/>
                    <a:gd name="connsiteX19" fmla="*/ 2478153 w 2499650"/>
                    <a:gd name="connsiteY19" fmla="*/ 1344768 h 2003035"/>
                    <a:gd name="connsiteX20" fmla="*/ 2477416 w 2499650"/>
                    <a:gd name="connsiteY20" fmla="*/ 1384499 h 2003035"/>
                    <a:gd name="connsiteX21" fmla="*/ 2293505 w 2499650"/>
                    <a:gd name="connsiteY21" fmla="*/ 1927800 h 2003035"/>
                    <a:gd name="connsiteX22" fmla="*/ 2137315 w 2499650"/>
                    <a:gd name="connsiteY22" fmla="*/ 1984522 h 2003035"/>
                    <a:gd name="connsiteX23" fmla="*/ 1980480 w 2499650"/>
                    <a:gd name="connsiteY23" fmla="*/ 1995512 h 2003035"/>
                    <a:gd name="connsiteX24" fmla="*/ 1865364 w 2499650"/>
                    <a:gd name="connsiteY24" fmla="*/ 1992976 h 2003035"/>
                    <a:gd name="connsiteX25" fmla="*/ 1771705 w 2499650"/>
                    <a:gd name="connsiteY25" fmla="*/ 1990609 h 2003035"/>
                    <a:gd name="connsiteX26" fmla="*/ 1539906 w 2499650"/>
                    <a:gd name="connsiteY26" fmla="*/ 1986889 h 2003035"/>
                    <a:gd name="connsiteX27" fmla="*/ 1215092 w 2499650"/>
                    <a:gd name="connsiteY27" fmla="*/ 1982663 h 2003035"/>
                    <a:gd name="connsiteX28" fmla="*/ 1054205 w 2499650"/>
                    <a:gd name="connsiteY28" fmla="*/ 1984438 h 2003035"/>
                    <a:gd name="connsiteX29" fmla="*/ 871953 w 2499650"/>
                    <a:gd name="connsiteY29" fmla="*/ 1992976 h 2003035"/>
                    <a:gd name="connsiteX30" fmla="*/ 618143 w 2499650"/>
                    <a:gd name="connsiteY30" fmla="*/ 2002782 h 20030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2499650" h="2003035">
                      <a:moveTo>
                        <a:pt x="618420" y="2003035"/>
                      </a:moveTo>
                      <a:cubicBezTo>
                        <a:pt x="478253" y="2003035"/>
                        <a:pt x="370688" y="1989087"/>
                        <a:pt x="279792" y="1959078"/>
                      </a:cubicBezTo>
                      <a:cubicBezTo>
                        <a:pt x="187607" y="1928645"/>
                        <a:pt x="112275" y="1875896"/>
                        <a:pt x="67609" y="1810551"/>
                      </a:cubicBezTo>
                      <a:cubicBezTo>
                        <a:pt x="23497" y="1746052"/>
                        <a:pt x="2315" y="1662870"/>
                        <a:pt x="842" y="1548749"/>
                      </a:cubicBezTo>
                      <a:cubicBezTo>
                        <a:pt x="-1185" y="1393798"/>
                        <a:pt x="842" y="1235804"/>
                        <a:pt x="2776" y="1083051"/>
                      </a:cubicBezTo>
                      <a:cubicBezTo>
                        <a:pt x="4341" y="961575"/>
                        <a:pt x="5907" y="835958"/>
                        <a:pt x="5446" y="712284"/>
                      </a:cubicBezTo>
                      <a:cubicBezTo>
                        <a:pt x="5446" y="687769"/>
                        <a:pt x="4986" y="663001"/>
                        <a:pt x="4617" y="637979"/>
                      </a:cubicBezTo>
                      <a:cubicBezTo>
                        <a:pt x="2039" y="460880"/>
                        <a:pt x="-540" y="277695"/>
                        <a:pt x="94040" y="126886"/>
                      </a:cubicBezTo>
                      <a:cubicBezTo>
                        <a:pt x="145428" y="45057"/>
                        <a:pt x="241021" y="3466"/>
                        <a:pt x="378056" y="3466"/>
                      </a:cubicBezTo>
                      <a:cubicBezTo>
                        <a:pt x="415354" y="3466"/>
                        <a:pt x="455230" y="6678"/>
                        <a:pt x="496672" y="12934"/>
                      </a:cubicBezTo>
                      <a:cubicBezTo>
                        <a:pt x="536272" y="18936"/>
                        <a:pt x="575688" y="25191"/>
                        <a:pt x="615012" y="31447"/>
                      </a:cubicBezTo>
                      <a:cubicBezTo>
                        <a:pt x="760980" y="54694"/>
                        <a:pt x="911829" y="78786"/>
                        <a:pt x="1064612" y="85379"/>
                      </a:cubicBezTo>
                      <a:cubicBezTo>
                        <a:pt x="1085885" y="86309"/>
                        <a:pt x="1107896" y="86732"/>
                        <a:pt x="1129998" y="86732"/>
                      </a:cubicBezTo>
                      <a:cubicBezTo>
                        <a:pt x="1283978" y="86732"/>
                        <a:pt x="1437129" y="64415"/>
                        <a:pt x="1585216" y="42774"/>
                      </a:cubicBezTo>
                      <a:cubicBezTo>
                        <a:pt x="1729434" y="21725"/>
                        <a:pt x="1878625" y="0"/>
                        <a:pt x="2024777" y="0"/>
                      </a:cubicBezTo>
                      <a:cubicBezTo>
                        <a:pt x="2042459" y="0"/>
                        <a:pt x="2060049" y="338"/>
                        <a:pt x="2077178" y="930"/>
                      </a:cubicBezTo>
                      <a:cubicBezTo>
                        <a:pt x="2245893" y="7185"/>
                        <a:pt x="2379797" y="72192"/>
                        <a:pt x="2444539" y="179466"/>
                      </a:cubicBezTo>
                      <a:cubicBezTo>
                        <a:pt x="2510201" y="288261"/>
                        <a:pt x="2501913" y="463923"/>
                        <a:pt x="2495190" y="605011"/>
                      </a:cubicBezTo>
                      <a:cubicBezTo>
                        <a:pt x="2493624" y="637303"/>
                        <a:pt x="2492243" y="667819"/>
                        <a:pt x="2491598" y="696561"/>
                      </a:cubicBezTo>
                      <a:lnTo>
                        <a:pt x="2478153" y="1344768"/>
                      </a:lnTo>
                      <a:cubicBezTo>
                        <a:pt x="2477876" y="1357787"/>
                        <a:pt x="2477692" y="1371058"/>
                        <a:pt x="2477416" y="1384499"/>
                      </a:cubicBezTo>
                      <a:cubicBezTo>
                        <a:pt x="2474100" y="1586029"/>
                        <a:pt x="2470325" y="1814355"/>
                        <a:pt x="2293505" y="1927800"/>
                      </a:cubicBezTo>
                      <a:cubicBezTo>
                        <a:pt x="2250314" y="1955443"/>
                        <a:pt x="2199202" y="1974040"/>
                        <a:pt x="2137315" y="1984522"/>
                      </a:cubicBezTo>
                      <a:cubicBezTo>
                        <a:pt x="2093018" y="1992046"/>
                        <a:pt x="2043196" y="1995512"/>
                        <a:pt x="1980480" y="1995512"/>
                      </a:cubicBezTo>
                      <a:cubicBezTo>
                        <a:pt x="1942169" y="1995512"/>
                        <a:pt x="1903122" y="1994244"/>
                        <a:pt x="1865364" y="1992976"/>
                      </a:cubicBezTo>
                      <a:cubicBezTo>
                        <a:pt x="1834420" y="1991961"/>
                        <a:pt x="1802372" y="1990862"/>
                        <a:pt x="1771705" y="1990609"/>
                      </a:cubicBezTo>
                      <a:cubicBezTo>
                        <a:pt x="1694530" y="1989848"/>
                        <a:pt x="1615883" y="1988326"/>
                        <a:pt x="1539906" y="1986889"/>
                      </a:cubicBezTo>
                      <a:cubicBezTo>
                        <a:pt x="1433538" y="1984860"/>
                        <a:pt x="1323486" y="1982663"/>
                        <a:pt x="1215092" y="1982663"/>
                      </a:cubicBezTo>
                      <a:cubicBezTo>
                        <a:pt x="1157442" y="1982663"/>
                        <a:pt x="1104857" y="1983254"/>
                        <a:pt x="1054205" y="1984438"/>
                      </a:cubicBezTo>
                      <a:cubicBezTo>
                        <a:pt x="995358" y="1985875"/>
                        <a:pt x="935405" y="1989256"/>
                        <a:pt x="871953" y="1992976"/>
                      </a:cubicBezTo>
                      <a:cubicBezTo>
                        <a:pt x="788608" y="1997794"/>
                        <a:pt x="702409" y="2002697"/>
                        <a:pt x="618143" y="2002782"/>
                      </a:cubicBezTo>
                      <a:close/>
                    </a:path>
                  </a:pathLst>
                </a:custGeom>
                <a:solidFill>
                  <a:schemeClr val="accent2">
                    <a:lumMod val="20000"/>
                    <a:lumOff val="80000"/>
                  </a:schemeClr>
                </a:solidFill>
                <a:ln w="91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Number2" descr="0741ea10-fce5-4870-86b5-3c2126e1a6fd">
                  <a:extLst>
                    <a:ext uri="{FF2B5EF4-FFF2-40B4-BE49-F238E27FC236}">
                      <a16:creationId id="{7B6BC34F-6176-BD1C-1C11-28D27237668E}"/>
                    </a:ext>
                  </a:extLst>
                </p:cNvPr>
                <p:cNvSpPr/>
                <p:nvPr/>
              </p:nvSpPr>
              <p:spPr>
                <a:xfrm>
                  <a:off x="1695961" y="1445417"/>
                  <a:ext cx="516701" cy="547694"/>
                </a:xfrm>
                <a:custGeom>
                  <a:avLst/>
                  <a:gdLst>
                    <a:gd name="connsiteX0" fmla="*/ 507286 w 516701"/>
                    <a:gd name="connsiteY0" fmla="*/ 318704 h 547694"/>
                    <a:gd name="connsiteX1" fmla="*/ 480289 w 516701"/>
                    <a:gd name="connsiteY1" fmla="*/ 409856 h 547694"/>
                    <a:gd name="connsiteX2" fmla="*/ 361983 w 516701"/>
                    <a:gd name="connsiteY2" fmla="*/ 528480 h 547694"/>
                    <a:gd name="connsiteX3" fmla="*/ 331175 w 516701"/>
                    <a:gd name="connsiteY3" fmla="*/ 536261 h 547694"/>
                    <a:gd name="connsiteX4" fmla="*/ 249234 w 516701"/>
                    <a:gd name="connsiteY4" fmla="*/ 547695 h 547694"/>
                    <a:gd name="connsiteX5" fmla="*/ 169357 w 516701"/>
                    <a:gd name="connsiteY5" fmla="*/ 534038 h 547694"/>
                    <a:gd name="connsiteX6" fmla="*/ 79317 w 516701"/>
                    <a:gd name="connsiteY6" fmla="*/ 459402 h 547694"/>
                    <a:gd name="connsiteX7" fmla="*/ 72012 w 516701"/>
                    <a:gd name="connsiteY7" fmla="*/ 445268 h 547694"/>
                    <a:gd name="connsiteX8" fmla="*/ 42316 w 516701"/>
                    <a:gd name="connsiteY8" fmla="*/ 391752 h 547694"/>
                    <a:gd name="connsiteX9" fmla="*/ 75 w 516701"/>
                    <a:gd name="connsiteY9" fmla="*/ 258836 h 547694"/>
                    <a:gd name="connsiteX10" fmla="*/ 20084 w 516701"/>
                    <a:gd name="connsiteY10" fmla="*/ 180070 h 547694"/>
                    <a:gd name="connsiteX11" fmla="*/ 163958 w 516701"/>
                    <a:gd name="connsiteY11" fmla="*/ 40802 h 547694"/>
                    <a:gd name="connsiteX12" fmla="*/ 216521 w 516701"/>
                    <a:gd name="connsiteY12" fmla="*/ 28892 h 547694"/>
                    <a:gd name="connsiteX13" fmla="*/ 235736 w 516701"/>
                    <a:gd name="connsiteY13" fmla="*/ 22381 h 547694"/>
                    <a:gd name="connsiteX14" fmla="*/ 364206 w 516701"/>
                    <a:gd name="connsiteY14" fmla="*/ 9836 h 547694"/>
                    <a:gd name="connsiteX15" fmla="*/ 492994 w 516701"/>
                    <a:gd name="connsiteY15" fmla="*/ 117662 h 547694"/>
                    <a:gd name="connsiteX16" fmla="*/ 515702 w 516701"/>
                    <a:gd name="connsiteY16" fmla="*/ 201667 h 547694"/>
                    <a:gd name="connsiteX17" fmla="*/ 507127 w 516701"/>
                    <a:gd name="connsiteY17" fmla="*/ 318386 h 547694"/>
                    <a:gd name="connsiteX18" fmla="*/ 401365 w 516701"/>
                    <a:gd name="connsiteY18" fmla="*/ 62875 h 547694"/>
                    <a:gd name="connsiteX19" fmla="*/ 381198 w 516701"/>
                    <a:gd name="connsiteY19" fmla="*/ 56682 h 547694"/>
                    <a:gd name="connsiteX20" fmla="*/ 401842 w 516701"/>
                    <a:gd name="connsiteY20" fmla="*/ 62716 h 547694"/>
                    <a:gd name="connsiteX21" fmla="*/ 402636 w 516701"/>
                    <a:gd name="connsiteY21" fmla="*/ 68751 h 547694"/>
                    <a:gd name="connsiteX22" fmla="*/ 423121 w 516701"/>
                    <a:gd name="connsiteY22" fmla="*/ 90030 h 547694"/>
                    <a:gd name="connsiteX23" fmla="*/ 489024 w 516701"/>
                    <a:gd name="connsiteY23" fmla="*/ 203414 h 547694"/>
                    <a:gd name="connsiteX24" fmla="*/ 494740 w 516701"/>
                    <a:gd name="connsiteY24" fmla="*/ 228346 h 547694"/>
                    <a:gd name="connsiteX25" fmla="*/ 490135 w 516701"/>
                    <a:gd name="connsiteY25" fmla="*/ 173242 h 547694"/>
                    <a:gd name="connsiteX26" fmla="*/ 401365 w 516701"/>
                    <a:gd name="connsiteY26" fmla="*/ 63034 h 547694"/>
                    <a:gd name="connsiteX27" fmla="*/ 174439 w 516701"/>
                    <a:gd name="connsiteY27" fmla="*/ 53347 h 547694"/>
                    <a:gd name="connsiteX28" fmla="*/ 157447 w 516701"/>
                    <a:gd name="connsiteY28" fmla="*/ 60017 h 547694"/>
                    <a:gd name="connsiteX29" fmla="*/ 26595 w 516701"/>
                    <a:gd name="connsiteY29" fmla="*/ 200873 h 547694"/>
                    <a:gd name="connsiteX30" fmla="*/ 17384 w 516701"/>
                    <a:gd name="connsiteY30" fmla="*/ 304253 h 547694"/>
                    <a:gd name="connsiteX31" fmla="*/ 38664 w 516701"/>
                    <a:gd name="connsiteY31" fmla="*/ 357769 h 547694"/>
                    <a:gd name="connsiteX32" fmla="*/ 50732 w 516701"/>
                    <a:gd name="connsiteY32" fmla="*/ 181658 h 547694"/>
                    <a:gd name="connsiteX33" fmla="*/ 174439 w 516701"/>
                    <a:gd name="connsiteY33" fmla="*/ 53506 h 547694"/>
                    <a:gd name="connsiteX34" fmla="*/ 79317 w 516701"/>
                    <a:gd name="connsiteY34" fmla="*/ 433041 h 547694"/>
                    <a:gd name="connsiteX35" fmla="*/ 246217 w 516701"/>
                    <a:gd name="connsiteY35" fmla="*/ 533562 h 547694"/>
                    <a:gd name="connsiteX36" fmla="*/ 79317 w 516701"/>
                    <a:gd name="connsiteY36" fmla="*/ 433041 h 547694"/>
                    <a:gd name="connsiteX37" fmla="*/ 250028 w 516701"/>
                    <a:gd name="connsiteY37" fmla="*/ 29051 h 547694"/>
                    <a:gd name="connsiteX38" fmla="*/ 315136 w 516701"/>
                    <a:gd name="connsiteY38" fmla="*/ 23969 h 547694"/>
                    <a:gd name="connsiteX39" fmla="*/ 377704 w 516701"/>
                    <a:gd name="connsiteY39" fmla="*/ 33973 h 547694"/>
                    <a:gd name="connsiteX40" fmla="*/ 249869 w 516701"/>
                    <a:gd name="connsiteY40" fmla="*/ 29051 h 547694"/>
                    <a:gd name="connsiteX41" fmla="*/ 299256 w 516701"/>
                    <a:gd name="connsiteY41" fmla="*/ 482904 h 547694"/>
                    <a:gd name="connsiteX42" fmla="*/ 293539 w 516701"/>
                    <a:gd name="connsiteY42" fmla="*/ 467183 h 547694"/>
                    <a:gd name="connsiteX43" fmla="*/ 282582 w 516701"/>
                    <a:gd name="connsiteY43" fmla="*/ 473852 h 547694"/>
                    <a:gd name="connsiteX44" fmla="*/ 290999 w 516701"/>
                    <a:gd name="connsiteY44" fmla="*/ 487351 h 547694"/>
                    <a:gd name="connsiteX45" fmla="*/ 299256 w 516701"/>
                    <a:gd name="connsiteY45" fmla="*/ 482904 h 547694"/>
                    <a:gd name="connsiteX46" fmla="*/ 318312 w 516701"/>
                    <a:gd name="connsiteY46" fmla="*/ 465912 h 547694"/>
                    <a:gd name="connsiteX47" fmla="*/ 308467 w 516701"/>
                    <a:gd name="connsiteY47" fmla="*/ 471470 h 547694"/>
                    <a:gd name="connsiteX48" fmla="*/ 316566 w 516701"/>
                    <a:gd name="connsiteY48" fmla="*/ 483222 h 547694"/>
                    <a:gd name="connsiteX49" fmla="*/ 325617 w 516701"/>
                    <a:gd name="connsiteY49" fmla="*/ 476076 h 547694"/>
                    <a:gd name="connsiteX50" fmla="*/ 318312 w 516701"/>
                    <a:gd name="connsiteY50" fmla="*/ 465754 h 547694"/>
                    <a:gd name="connsiteX51" fmla="*/ 370876 w 516701"/>
                    <a:gd name="connsiteY51" fmla="*/ 50806 h 547694"/>
                    <a:gd name="connsiteX52" fmla="*/ 351660 w 516701"/>
                    <a:gd name="connsiteY52" fmla="*/ 44931 h 547694"/>
                    <a:gd name="connsiteX53" fmla="*/ 370876 w 516701"/>
                    <a:gd name="connsiteY53" fmla="*/ 50806 h 547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</a:cxnLst>
                  <a:rect l="l" t="t" r="r" b="b"/>
                  <a:pathLst>
                    <a:path w="516701" h="547694">
                      <a:moveTo>
                        <a:pt x="507286" y="318704"/>
                      </a:moveTo>
                      <a:cubicBezTo>
                        <a:pt x="504427" y="344906"/>
                        <a:pt x="495376" y="378254"/>
                        <a:pt x="480289" y="409856"/>
                      </a:cubicBezTo>
                      <a:cubicBezTo>
                        <a:pt x="454881" y="463372"/>
                        <a:pt x="419151" y="506724"/>
                        <a:pt x="361983" y="528480"/>
                      </a:cubicBezTo>
                      <a:cubicBezTo>
                        <a:pt x="351978" y="532291"/>
                        <a:pt x="341656" y="534832"/>
                        <a:pt x="331175" y="536261"/>
                      </a:cubicBezTo>
                      <a:cubicBezTo>
                        <a:pt x="303861" y="539914"/>
                        <a:pt x="277183" y="547536"/>
                        <a:pt x="249234" y="547695"/>
                      </a:cubicBezTo>
                      <a:cubicBezTo>
                        <a:pt x="221602" y="547695"/>
                        <a:pt x="195559" y="543090"/>
                        <a:pt x="169357" y="534038"/>
                      </a:cubicBezTo>
                      <a:cubicBezTo>
                        <a:pt x="129815" y="520222"/>
                        <a:pt x="100596" y="494814"/>
                        <a:pt x="79317" y="459402"/>
                      </a:cubicBezTo>
                      <a:cubicBezTo>
                        <a:pt x="76617" y="454796"/>
                        <a:pt x="73282" y="450350"/>
                        <a:pt x="72012" y="445268"/>
                      </a:cubicBezTo>
                      <a:cubicBezTo>
                        <a:pt x="66613" y="424783"/>
                        <a:pt x="54544" y="408585"/>
                        <a:pt x="42316" y="391752"/>
                      </a:cubicBezTo>
                      <a:cubicBezTo>
                        <a:pt x="13732" y="352528"/>
                        <a:pt x="-1196" y="307905"/>
                        <a:pt x="75" y="258836"/>
                      </a:cubicBezTo>
                      <a:cubicBezTo>
                        <a:pt x="869" y="231204"/>
                        <a:pt x="9444" y="205161"/>
                        <a:pt x="20084" y="180070"/>
                      </a:cubicBezTo>
                      <a:cubicBezTo>
                        <a:pt x="48509" y="113850"/>
                        <a:pt x="96944" y="67639"/>
                        <a:pt x="163958" y="40802"/>
                      </a:cubicBezTo>
                      <a:cubicBezTo>
                        <a:pt x="180949" y="33973"/>
                        <a:pt x="198576" y="30639"/>
                        <a:pt x="216521" y="28892"/>
                      </a:cubicBezTo>
                      <a:cubicBezTo>
                        <a:pt x="223667" y="28257"/>
                        <a:pt x="229860" y="26192"/>
                        <a:pt x="235736" y="22381"/>
                      </a:cubicBezTo>
                      <a:cubicBezTo>
                        <a:pt x="276389" y="-3504"/>
                        <a:pt x="318948" y="-5886"/>
                        <a:pt x="364206" y="9836"/>
                      </a:cubicBezTo>
                      <a:cubicBezTo>
                        <a:pt x="421057" y="29686"/>
                        <a:pt x="464092" y="64940"/>
                        <a:pt x="492994" y="117662"/>
                      </a:cubicBezTo>
                      <a:cubicBezTo>
                        <a:pt x="507444" y="143864"/>
                        <a:pt x="513002" y="172289"/>
                        <a:pt x="515702" y="201667"/>
                      </a:cubicBezTo>
                      <a:cubicBezTo>
                        <a:pt x="519037" y="238192"/>
                        <a:pt x="513479" y="274081"/>
                        <a:pt x="507127" y="318386"/>
                      </a:cubicBezTo>
                      <a:close/>
                      <a:moveTo>
                        <a:pt x="401365" y="62875"/>
                      </a:moveTo>
                      <a:cubicBezTo>
                        <a:pt x="395013" y="60970"/>
                        <a:pt x="390249" y="54300"/>
                        <a:pt x="381198" y="56682"/>
                      </a:cubicBezTo>
                      <a:cubicBezTo>
                        <a:pt x="387867" y="61922"/>
                        <a:pt x="394060" y="64940"/>
                        <a:pt x="401842" y="62716"/>
                      </a:cubicBezTo>
                      <a:cubicBezTo>
                        <a:pt x="401524" y="64781"/>
                        <a:pt x="401365" y="66686"/>
                        <a:pt x="402636" y="68751"/>
                      </a:cubicBezTo>
                      <a:cubicBezTo>
                        <a:pt x="408194" y="77167"/>
                        <a:pt x="415340" y="83678"/>
                        <a:pt x="423121" y="90030"/>
                      </a:cubicBezTo>
                      <a:cubicBezTo>
                        <a:pt x="459645" y="119250"/>
                        <a:pt x="478384" y="159109"/>
                        <a:pt x="489024" y="203414"/>
                      </a:cubicBezTo>
                      <a:cubicBezTo>
                        <a:pt x="491088" y="211672"/>
                        <a:pt x="492835" y="220088"/>
                        <a:pt x="494740" y="228346"/>
                      </a:cubicBezTo>
                      <a:cubicBezTo>
                        <a:pt x="496646" y="209449"/>
                        <a:pt x="495534" y="191028"/>
                        <a:pt x="490135" y="173242"/>
                      </a:cubicBezTo>
                      <a:cubicBezTo>
                        <a:pt x="475208" y="124808"/>
                        <a:pt x="444242" y="89236"/>
                        <a:pt x="401365" y="63034"/>
                      </a:cubicBezTo>
                      <a:close/>
                      <a:moveTo>
                        <a:pt x="174439" y="53347"/>
                      </a:moveTo>
                      <a:cubicBezTo>
                        <a:pt x="168722" y="55570"/>
                        <a:pt x="163005" y="57476"/>
                        <a:pt x="157447" y="60017"/>
                      </a:cubicBezTo>
                      <a:cubicBezTo>
                        <a:pt x="94085" y="88601"/>
                        <a:pt x="50891" y="135765"/>
                        <a:pt x="26595" y="200873"/>
                      </a:cubicBezTo>
                      <a:cubicBezTo>
                        <a:pt x="13891" y="234698"/>
                        <a:pt x="9285" y="268840"/>
                        <a:pt x="17384" y="304253"/>
                      </a:cubicBezTo>
                      <a:cubicBezTo>
                        <a:pt x="21672" y="322991"/>
                        <a:pt x="27230" y="341412"/>
                        <a:pt x="38664" y="357769"/>
                      </a:cubicBezTo>
                      <a:cubicBezTo>
                        <a:pt x="21195" y="297424"/>
                        <a:pt x="25324" y="238509"/>
                        <a:pt x="50732" y="181658"/>
                      </a:cubicBezTo>
                      <a:cubicBezTo>
                        <a:pt x="76299" y="124172"/>
                        <a:pt x="120923" y="84790"/>
                        <a:pt x="174439" y="53506"/>
                      </a:cubicBezTo>
                      <a:close/>
                      <a:moveTo>
                        <a:pt x="79317" y="433041"/>
                      </a:moveTo>
                      <a:cubicBezTo>
                        <a:pt x="109489" y="506089"/>
                        <a:pt x="184125" y="539596"/>
                        <a:pt x="246217" y="533562"/>
                      </a:cubicBezTo>
                      <a:cubicBezTo>
                        <a:pt x="180314" y="511488"/>
                        <a:pt x="149824" y="500849"/>
                        <a:pt x="79317" y="433041"/>
                      </a:cubicBezTo>
                      <a:close/>
                      <a:moveTo>
                        <a:pt x="250028" y="29051"/>
                      </a:moveTo>
                      <a:cubicBezTo>
                        <a:pt x="274166" y="27145"/>
                        <a:pt x="294492" y="22857"/>
                        <a:pt x="315136" y="23969"/>
                      </a:cubicBezTo>
                      <a:cubicBezTo>
                        <a:pt x="336416" y="25081"/>
                        <a:pt x="357219" y="28733"/>
                        <a:pt x="377704" y="33973"/>
                      </a:cubicBezTo>
                      <a:cubicBezTo>
                        <a:pt x="342926" y="11582"/>
                        <a:pt x="284329" y="5230"/>
                        <a:pt x="249869" y="29051"/>
                      </a:cubicBezTo>
                      <a:close/>
                      <a:moveTo>
                        <a:pt x="299256" y="482904"/>
                      </a:moveTo>
                      <a:cubicBezTo>
                        <a:pt x="301797" y="473535"/>
                        <a:pt x="299256" y="467977"/>
                        <a:pt x="293539" y="467183"/>
                      </a:cubicBezTo>
                      <a:cubicBezTo>
                        <a:pt x="288299" y="466389"/>
                        <a:pt x="284011" y="468294"/>
                        <a:pt x="282582" y="473852"/>
                      </a:cubicBezTo>
                      <a:cubicBezTo>
                        <a:pt x="281312" y="478775"/>
                        <a:pt x="285917" y="486080"/>
                        <a:pt x="290999" y="487351"/>
                      </a:cubicBezTo>
                      <a:cubicBezTo>
                        <a:pt x="296557" y="488780"/>
                        <a:pt x="298621" y="485445"/>
                        <a:pt x="299256" y="482904"/>
                      </a:cubicBezTo>
                      <a:close/>
                      <a:moveTo>
                        <a:pt x="318312" y="465912"/>
                      </a:moveTo>
                      <a:cubicBezTo>
                        <a:pt x="313231" y="464960"/>
                        <a:pt x="309578" y="467183"/>
                        <a:pt x="308467" y="471470"/>
                      </a:cubicBezTo>
                      <a:cubicBezTo>
                        <a:pt x="307355" y="475917"/>
                        <a:pt x="311960" y="483063"/>
                        <a:pt x="316566" y="483222"/>
                      </a:cubicBezTo>
                      <a:cubicBezTo>
                        <a:pt x="321330" y="483539"/>
                        <a:pt x="324664" y="480998"/>
                        <a:pt x="325617" y="476076"/>
                      </a:cubicBezTo>
                      <a:cubicBezTo>
                        <a:pt x="326570" y="470359"/>
                        <a:pt x="324029" y="466865"/>
                        <a:pt x="318312" y="465754"/>
                      </a:cubicBezTo>
                      <a:close/>
                      <a:moveTo>
                        <a:pt x="370876" y="50806"/>
                      </a:moveTo>
                      <a:cubicBezTo>
                        <a:pt x="365476" y="47789"/>
                        <a:pt x="359918" y="44137"/>
                        <a:pt x="351660" y="44931"/>
                      </a:cubicBezTo>
                      <a:cubicBezTo>
                        <a:pt x="358013" y="50012"/>
                        <a:pt x="363888" y="51759"/>
                        <a:pt x="370876" y="5080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5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b="1" dirty="0">
                      <a:solidFill>
                        <a:srgbClr val="FFFFFF"/>
                      </a:solidFill>
                    </a:rPr>
                    <a:t>2</a:t>
                  </a:r>
                  <a:endParaRPr lang="zh-CN" altLang="en-US" b="1" dirty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56" name="Bullet2" descr="0e268cae-690d-4d7c-937b-956a71b4d22d">
                <a:extLst>
                  <a:ext uri="{FF2B5EF4-FFF2-40B4-BE49-F238E27FC236}">
                    <a16:creationId id="{2E07309A-AF6E-D1C6-D927-4C589E6E3F4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77922" y="2278371"/>
                <a:ext cx="2335668" cy="782185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solidFill>
                      <a:srgbClr val="000000"/>
                    </a:solidFill>
                  </a:rPr>
                  <a:t>一对一沟通</a:t>
                </a:r>
                <a:endParaRPr lang="en-US" dirty="0"/>
              </a:p>
            </p:txBody>
          </p:sp>
          <p:sp>
            <p:nvSpPr>
              <p:cNvPr id="57" name="Text2" descr="bc0dabeb-5434-463c-8674-0ade97a7b0ac">
                <a:extLst>
                  <a:ext uri="{FF2B5EF4-FFF2-40B4-BE49-F238E27FC236}">
                    <a16:creationId id="{136F5493-3D71-1A9E-67BF-B86DC5B94132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77923" y="3060556"/>
                <a:ext cx="2335668" cy="736889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rgbClr val="000000"/>
                    </a:solidFill>
                  </a:rPr>
                  <a:t>每月进行一对一交流，关注成员个人发展与反馈。</a:t>
                </a:r>
                <a:endParaRPr lang="en-US" dirty="0"/>
              </a:p>
            </p:txBody>
          </p:sp>
        </p:grpSp>
        <p:grpSp>
          <p:nvGrpSpPr>
            <p:cNvPr id="13" name="组合 12" descr="2309683c-27c6-4c00-81e8-741470c92b97">
              <a:extLst>
                <a:ext uri="{FF2B5EF4-FFF2-40B4-BE49-F238E27FC236}">
                  <a16:creationId id="{E86C6946-E2A9-08DB-23A7-97EA7D3AA3B4}"/>
                </a:ext>
              </a:extLst>
            </p:cNvPr>
            <p:cNvGrpSpPr/>
            <p:nvPr/>
          </p:nvGrpSpPr>
          <p:grpSpPr>
            <a:xfrm>
              <a:off x="6171432" y="1688485"/>
              <a:ext cx="2591953" cy="2328642"/>
              <a:chOff x="660400" y="1688485"/>
              <a:chExt cx="2591953" cy="2328642"/>
            </a:xfrm>
          </p:grpSpPr>
          <p:grpSp>
            <p:nvGrpSpPr>
              <p:cNvPr id="49" name="组合 48" descr="8cd2a0ac-ebf6-4da2-801d-9224aa417f36">
                <a:extLst>
                  <a:ext uri="{FF2B5EF4-FFF2-40B4-BE49-F238E27FC236}">
                    <a16:creationId id="{15A286C2-1341-BF57-9BE5-BD242F06DC6E}"/>
                  </a:ext>
                </a:extLst>
              </p:cNvPr>
              <p:cNvGrpSpPr/>
              <p:nvPr/>
            </p:nvGrpSpPr>
            <p:grpSpPr>
              <a:xfrm>
                <a:off x="660400" y="1688485"/>
                <a:ext cx="2591953" cy="2328642"/>
                <a:chOff x="660387" y="1445417"/>
                <a:chExt cx="2591953" cy="2328642"/>
              </a:xfrm>
            </p:grpSpPr>
            <p:sp>
              <p:nvSpPr>
                <p:cNvPr id="52" name="Shape3" descr="2fab6318-b5e6-49ad-8fc5-f939d8ebfc14">
                  <a:extLst>
                    <a:ext uri="{FF2B5EF4-FFF2-40B4-BE49-F238E27FC236}">
                      <a16:creationId id="{02759705-E013-B254-141E-DDA90F089982}"/>
                    </a:ext>
                  </a:extLst>
                </p:cNvPr>
                <p:cNvSpPr/>
                <p:nvPr/>
              </p:nvSpPr>
              <p:spPr>
                <a:xfrm>
                  <a:off x="660387" y="1686639"/>
                  <a:ext cx="2591953" cy="2087420"/>
                </a:xfrm>
                <a:custGeom>
                  <a:avLst/>
                  <a:gdLst>
                    <a:gd name="connsiteX0" fmla="*/ 2191927 w 2591953"/>
                    <a:gd name="connsiteY0" fmla="*/ 2068431 h 2087420"/>
                    <a:gd name="connsiteX1" fmla="*/ 1817568 w 2591953"/>
                    <a:gd name="connsiteY1" fmla="*/ 2075278 h 2087420"/>
                    <a:gd name="connsiteX2" fmla="*/ 1101726 w 2591953"/>
                    <a:gd name="connsiteY2" fmla="*/ 2069107 h 2087420"/>
                    <a:gd name="connsiteX3" fmla="*/ 310276 w 2591953"/>
                    <a:gd name="connsiteY3" fmla="*/ 2040958 h 2087420"/>
                    <a:gd name="connsiteX4" fmla="*/ 74701 w 2591953"/>
                    <a:gd name="connsiteY4" fmla="*/ 1875186 h 2087420"/>
                    <a:gd name="connsiteX5" fmla="*/ 842 w 2591953"/>
                    <a:gd name="connsiteY5" fmla="*/ 1591321 h 2087420"/>
                    <a:gd name="connsiteX6" fmla="*/ 5447 w 2591953"/>
                    <a:gd name="connsiteY6" fmla="*/ 754518 h 2087420"/>
                    <a:gd name="connsiteX7" fmla="*/ 100303 w 2591953"/>
                    <a:gd name="connsiteY7" fmla="*/ 147901 h 2087420"/>
                    <a:gd name="connsiteX8" fmla="*/ 550271 w 2591953"/>
                    <a:gd name="connsiteY8" fmla="*/ 13323 h 2087420"/>
                    <a:gd name="connsiteX9" fmla="*/ 1112961 w 2591953"/>
                    <a:gd name="connsiteY9" fmla="*/ 85346 h 2087420"/>
                    <a:gd name="connsiteX10" fmla="*/ 2125159 w 2591953"/>
                    <a:gd name="connsiteY10" fmla="*/ 981 h 2087420"/>
                    <a:gd name="connsiteX11" fmla="*/ 2531015 w 2591953"/>
                    <a:gd name="connsiteY11" fmla="*/ 201242 h 2087420"/>
                    <a:gd name="connsiteX12" fmla="*/ 2583876 w 2591953"/>
                    <a:gd name="connsiteY12" fmla="*/ 739640 h 2087420"/>
                    <a:gd name="connsiteX13" fmla="*/ 2570431 w 2591953"/>
                    <a:gd name="connsiteY13" fmla="*/ 1387847 h 2087420"/>
                    <a:gd name="connsiteX14" fmla="*/ 2366076 w 2591953"/>
                    <a:gd name="connsiteY14" fmla="*/ 2004777 h 2087420"/>
                    <a:gd name="connsiteX15" fmla="*/ 2191835 w 2591953"/>
                    <a:gd name="connsiteY15" fmla="*/ 2068431 h 2087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591953" h="2087420">
                      <a:moveTo>
                        <a:pt x="2191927" y="2068431"/>
                      </a:moveTo>
                      <a:cubicBezTo>
                        <a:pt x="2069903" y="2089142"/>
                        <a:pt x="1936460" y="2076377"/>
                        <a:pt x="1817568" y="2075278"/>
                      </a:cubicBezTo>
                      <a:cubicBezTo>
                        <a:pt x="1578954" y="2072996"/>
                        <a:pt x="1340340" y="2063444"/>
                        <a:pt x="1101726" y="2069107"/>
                      </a:cubicBezTo>
                      <a:cubicBezTo>
                        <a:pt x="851140" y="2075109"/>
                        <a:pt x="551100" y="2120504"/>
                        <a:pt x="310276" y="2040958"/>
                      </a:cubicBezTo>
                      <a:cubicBezTo>
                        <a:pt x="215420" y="2009680"/>
                        <a:pt x="128299" y="1953549"/>
                        <a:pt x="74701" y="1875186"/>
                      </a:cubicBezTo>
                      <a:cubicBezTo>
                        <a:pt x="17603" y="1791751"/>
                        <a:pt x="2131" y="1689887"/>
                        <a:pt x="842" y="1591321"/>
                      </a:cubicBezTo>
                      <a:cubicBezTo>
                        <a:pt x="-2750" y="1312612"/>
                        <a:pt x="6368" y="1033396"/>
                        <a:pt x="5447" y="754518"/>
                      </a:cubicBezTo>
                      <a:cubicBezTo>
                        <a:pt x="4802" y="552650"/>
                        <a:pt x="-14538" y="330833"/>
                        <a:pt x="100303" y="147901"/>
                      </a:cubicBezTo>
                      <a:cubicBezTo>
                        <a:pt x="192212" y="1488"/>
                        <a:pt x="386713" y="-11361"/>
                        <a:pt x="550271" y="13323"/>
                      </a:cubicBezTo>
                      <a:cubicBezTo>
                        <a:pt x="738326" y="41726"/>
                        <a:pt x="922881" y="77146"/>
                        <a:pt x="1112961" y="85346"/>
                      </a:cubicBezTo>
                      <a:cubicBezTo>
                        <a:pt x="1453615" y="100055"/>
                        <a:pt x="1785611" y="-11530"/>
                        <a:pt x="2125159" y="981"/>
                      </a:cubicBezTo>
                      <a:cubicBezTo>
                        <a:pt x="2286691" y="6898"/>
                        <a:pt x="2449420" y="66157"/>
                        <a:pt x="2531015" y="201242"/>
                      </a:cubicBezTo>
                      <a:cubicBezTo>
                        <a:pt x="2618319" y="345880"/>
                        <a:pt x="2587192" y="579025"/>
                        <a:pt x="2583876" y="739640"/>
                      </a:cubicBezTo>
                      <a:cubicBezTo>
                        <a:pt x="2579364" y="955709"/>
                        <a:pt x="2574943" y="1171778"/>
                        <a:pt x="2570431" y="1387847"/>
                      </a:cubicBezTo>
                      <a:cubicBezTo>
                        <a:pt x="2566102" y="1597661"/>
                        <a:pt x="2575220" y="1870706"/>
                        <a:pt x="2366076" y="2004777"/>
                      </a:cubicBezTo>
                      <a:cubicBezTo>
                        <a:pt x="2313214" y="2038675"/>
                        <a:pt x="2253998" y="2057864"/>
                        <a:pt x="2191835" y="206843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1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ComponentBackground3" descr="cc008c6e-044f-4f9e-a75a-1f0109f1d825">
                  <a:extLst>
                    <a:ext uri="{FF2B5EF4-FFF2-40B4-BE49-F238E27FC236}">
                      <a16:creationId id="{E6EA0785-C22A-8EDB-7F0D-AC7A89370414}"/>
                    </a:ext>
                  </a:extLst>
                </p:cNvPr>
                <p:cNvSpPr/>
                <p:nvPr/>
              </p:nvSpPr>
              <p:spPr>
                <a:xfrm>
                  <a:off x="704486" y="1728831"/>
                  <a:ext cx="2499650" cy="2003035"/>
                </a:xfrm>
                <a:custGeom>
                  <a:avLst/>
                  <a:gdLst>
                    <a:gd name="connsiteX0" fmla="*/ 618420 w 2499650"/>
                    <a:gd name="connsiteY0" fmla="*/ 2003035 h 2003035"/>
                    <a:gd name="connsiteX1" fmla="*/ 279792 w 2499650"/>
                    <a:gd name="connsiteY1" fmla="*/ 1959078 h 2003035"/>
                    <a:gd name="connsiteX2" fmla="*/ 67609 w 2499650"/>
                    <a:gd name="connsiteY2" fmla="*/ 1810551 h 2003035"/>
                    <a:gd name="connsiteX3" fmla="*/ 842 w 2499650"/>
                    <a:gd name="connsiteY3" fmla="*/ 1548749 h 2003035"/>
                    <a:gd name="connsiteX4" fmla="*/ 2776 w 2499650"/>
                    <a:gd name="connsiteY4" fmla="*/ 1083051 h 2003035"/>
                    <a:gd name="connsiteX5" fmla="*/ 5446 w 2499650"/>
                    <a:gd name="connsiteY5" fmla="*/ 712284 h 2003035"/>
                    <a:gd name="connsiteX6" fmla="*/ 4617 w 2499650"/>
                    <a:gd name="connsiteY6" fmla="*/ 637979 h 2003035"/>
                    <a:gd name="connsiteX7" fmla="*/ 94040 w 2499650"/>
                    <a:gd name="connsiteY7" fmla="*/ 126886 h 2003035"/>
                    <a:gd name="connsiteX8" fmla="*/ 378056 w 2499650"/>
                    <a:gd name="connsiteY8" fmla="*/ 3466 h 2003035"/>
                    <a:gd name="connsiteX9" fmla="*/ 496672 w 2499650"/>
                    <a:gd name="connsiteY9" fmla="*/ 12934 h 2003035"/>
                    <a:gd name="connsiteX10" fmla="*/ 615012 w 2499650"/>
                    <a:gd name="connsiteY10" fmla="*/ 31447 h 2003035"/>
                    <a:gd name="connsiteX11" fmla="*/ 1064612 w 2499650"/>
                    <a:gd name="connsiteY11" fmla="*/ 85379 h 2003035"/>
                    <a:gd name="connsiteX12" fmla="*/ 1129998 w 2499650"/>
                    <a:gd name="connsiteY12" fmla="*/ 86732 h 2003035"/>
                    <a:gd name="connsiteX13" fmla="*/ 1585216 w 2499650"/>
                    <a:gd name="connsiteY13" fmla="*/ 42774 h 2003035"/>
                    <a:gd name="connsiteX14" fmla="*/ 2024777 w 2499650"/>
                    <a:gd name="connsiteY14" fmla="*/ 0 h 2003035"/>
                    <a:gd name="connsiteX15" fmla="*/ 2077178 w 2499650"/>
                    <a:gd name="connsiteY15" fmla="*/ 930 h 2003035"/>
                    <a:gd name="connsiteX16" fmla="*/ 2444539 w 2499650"/>
                    <a:gd name="connsiteY16" fmla="*/ 179466 h 2003035"/>
                    <a:gd name="connsiteX17" fmla="*/ 2495190 w 2499650"/>
                    <a:gd name="connsiteY17" fmla="*/ 605011 h 2003035"/>
                    <a:gd name="connsiteX18" fmla="*/ 2491598 w 2499650"/>
                    <a:gd name="connsiteY18" fmla="*/ 696561 h 2003035"/>
                    <a:gd name="connsiteX19" fmla="*/ 2478153 w 2499650"/>
                    <a:gd name="connsiteY19" fmla="*/ 1344768 h 2003035"/>
                    <a:gd name="connsiteX20" fmla="*/ 2477416 w 2499650"/>
                    <a:gd name="connsiteY20" fmla="*/ 1384499 h 2003035"/>
                    <a:gd name="connsiteX21" fmla="*/ 2293505 w 2499650"/>
                    <a:gd name="connsiteY21" fmla="*/ 1927800 h 2003035"/>
                    <a:gd name="connsiteX22" fmla="*/ 2137315 w 2499650"/>
                    <a:gd name="connsiteY22" fmla="*/ 1984522 h 2003035"/>
                    <a:gd name="connsiteX23" fmla="*/ 1980480 w 2499650"/>
                    <a:gd name="connsiteY23" fmla="*/ 1995512 h 2003035"/>
                    <a:gd name="connsiteX24" fmla="*/ 1865364 w 2499650"/>
                    <a:gd name="connsiteY24" fmla="*/ 1992976 h 2003035"/>
                    <a:gd name="connsiteX25" fmla="*/ 1771705 w 2499650"/>
                    <a:gd name="connsiteY25" fmla="*/ 1990609 h 2003035"/>
                    <a:gd name="connsiteX26" fmla="*/ 1539906 w 2499650"/>
                    <a:gd name="connsiteY26" fmla="*/ 1986889 h 2003035"/>
                    <a:gd name="connsiteX27" fmla="*/ 1215092 w 2499650"/>
                    <a:gd name="connsiteY27" fmla="*/ 1982663 h 2003035"/>
                    <a:gd name="connsiteX28" fmla="*/ 1054205 w 2499650"/>
                    <a:gd name="connsiteY28" fmla="*/ 1984438 h 2003035"/>
                    <a:gd name="connsiteX29" fmla="*/ 871953 w 2499650"/>
                    <a:gd name="connsiteY29" fmla="*/ 1992976 h 2003035"/>
                    <a:gd name="connsiteX30" fmla="*/ 618143 w 2499650"/>
                    <a:gd name="connsiteY30" fmla="*/ 2002782 h 20030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2499650" h="2003035">
                      <a:moveTo>
                        <a:pt x="618420" y="2003035"/>
                      </a:moveTo>
                      <a:cubicBezTo>
                        <a:pt x="478253" y="2003035"/>
                        <a:pt x="370688" y="1989087"/>
                        <a:pt x="279792" y="1959078"/>
                      </a:cubicBezTo>
                      <a:cubicBezTo>
                        <a:pt x="187607" y="1928645"/>
                        <a:pt x="112275" y="1875896"/>
                        <a:pt x="67609" y="1810551"/>
                      </a:cubicBezTo>
                      <a:cubicBezTo>
                        <a:pt x="23497" y="1746052"/>
                        <a:pt x="2315" y="1662870"/>
                        <a:pt x="842" y="1548749"/>
                      </a:cubicBezTo>
                      <a:cubicBezTo>
                        <a:pt x="-1185" y="1393798"/>
                        <a:pt x="842" y="1235804"/>
                        <a:pt x="2776" y="1083051"/>
                      </a:cubicBezTo>
                      <a:cubicBezTo>
                        <a:pt x="4341" y="961575"/>
                        <a:pt x="5907" y="835958"/>
                        <a:pt x="5446" y="712284"/>
                      </a:cubicBezTo>
                      <a:cubicBezTo>
                        <a:pt x="5446" y="687769"/>
                        <a:pt x="4986" y="663001"/>
                        <a:pt x="4617" y="637979"/>
                      </a:cubicBezTo>
                      <a:cubicBezTo>
                        <a:pt x="2039" y="460880"/>
                        <a:pt x="-540" y="277695"/>
                        <a:pt x="94040" y="126886"/>
                      </a:cubicBezTo>
                      <a:cubicBezTo>
                        <a:pt x="145428" y="45057"/>
                        <a:pt x="241021" y="3466"/>
                        <a:pt x="378056" y="3466"/>
                      </a:cubicBezTo>
                      <a:cubicBezTo>
                        <a:pt x="415354" y="3466"/>
                        <a:pt x="455230" y="6678"/>
                        <a:pt x="496672" y="12934"/>
                      </a:cubicBezTo>
                      <a:cubicBezTo>
                        <a:pt x="536272" y="18936"/>
                        <a:pt x="575688" y="25191"/>
                        <a:pt x="615012" y="31447"/>
                      </a:cubicBezTo>
                      <a:cubicBezTo>
                        <a:pt x="760980" y="54694"/>
                        <a:pt x="911829" y="78786"/>
                        <a:pt x="1064612" y="85379"/>
                      </a:cubicBezTo>
                      <a:cubicBezTo>
                        <a:pt x="1085885" y="86309"/>
                        <a:pt x="1107896" y="86732"/>
                        <a:pt x="1129998" y="86732"/>
                      </a:cubicBezTo>
                      <a:cubicBezTo>
                        <a:pt x="1283978" y="86732"/>
                        <a:pt x="1437129" y="64415"/>
                        <a:pt x="1585216" y="42774"/>
                      </a:cubicBezTo>
                      <a:cubicBezTo>
                        <a:pt x="1729434" y="21725"/>
                        <a:pt x="1878625" y="0"/>
                        <a:pt x="2024777" y="0"/>
                      </a:cubicBezTo>
                      <a:cubicBezTo>
                        <a:pt x="2042459" y="0"/>
                        <a:pt x="2060049" y="338"/>
                        <a:pt x="2077178" y="930"/>
                      </a:cubicBezTo>
                      <a:cubicBezTo>
                        <a:pt x="2245893" y="7185"/>
                        <a:pt x="2379797" y="72192"/>
                        <a:pt x="2444539" y="179466"/>
                      </a:cubicBezTo>
                      <a:cubicBezTo>
                        <a:pt x="2510201" y="288261"/>
                        <a:pt x="2501913" y="463923"/>
                        <a:pt x="2495190" y="605011"/>
                      </a:cubicBezTo>
                      <a:cubicBezTo>
                        <a:pt x="2493624" y="637303"/>
                        <a:pt x="2492243" y="667819"/>
                        <a:pt x="2491598" y="696561"/>
                      </a:cubicBezTo>
                      <a:lnTo>
                        <a:pt x="2478153" y="1344768"/>
                      </a:lnTo>
                      <a:cubicBezTo>
                        <a:pt x="2477876" y="1357787"/>
                        <a:pt x="2477692" y="1371058"/>
                        <a:pt x="2477416" y="1384499"/>
                      </a:cubicBezTo>
                      <a:cubicBezTo>
                        <a:pt x="2474100" y="1586029"/>
                        <a:pt x="2470325" y="1814355"/>
                        <a:pt x="2293505" y="1927800"/>
                      </a:cubicBezTo>
                      <a:cubicBezTo>
                        <a:pt x="2250314" y="1955443"/>
                        <a:pt x="2199202" y="1974040"/>
                        <a:pt x="2137315" y="1984522"/>
                      </a:cubicBezTo>
                      <a:cubicBezTo>
                        <a:pt x="2093018" y="1992046"/>
                        <a:pt x="2043196" y="1995512"/>
                        <a:pt x="1980480" y="1995512"/>
                      </a:cubicBezTo>
                      <a:cubicBezTo>
                        <a:pt x="1942169" y="1995512"/>
                        <a:pt x="1903122" y="1994244"/>
                        <a:pt x="1865364" y="1992976"/>
                      </a:cubicBezTo>
                      <a:cubicBezTo>
                        <a:pt x="1834420" y="1991961"/>
                        <a:pt x="1802372" y="1990862"/>
                        <a:pt x="1771705" y="1990609"/>
                      </a:cubicBezTo>
                      <a:cubicBezTo>
                        <a:pt x="1694530" y="1989848"/>
                        <a:pt x="1615883" y="1988326"/>
                        <a:pt x="1539906" y="1986889"/>
                      </a:cubicBezTo>
                      <a:cubicBezTo>
                        <a:pt x="1433538" y="1984860"/>
                        <a:pt x="1323486" y="1982663"/>
                        <a:pt x="1215092" y="1982663"/>
                      </a:cubicBezTo>
                      <a:cubicBezTo>
                        <a:pt x="1157442" y="1982663"/>
                        <a:pt x="1104857" y="1983254"/>
                        <a:pt x="1054205" y="1984438"/>
                      </a:cubicBezTo>
                      <a:cubicBezTo>
                        <a:pt x="995358" y="1985875"/>
                        <a:pt x="935405" y="1989256"/>
                        <a:pt x="871953" y="1992976"/>
                      </a:cubicBezTo>
                      <a:cubicBezTo>
                        <a:pt x="788608" y="1997794"/>
                        <a:pt x="702409" y="2002697"/>
                        <a:pt x="618143" y="2002782"/>
                      </a:cubicBezTo>
                      <a:close/>
                    </a:path>
                  </a:pathLst>
                </a:custGeom>
                <a:solidFill>
                  <a:schemeClr val="accent3">
                    <a:lumMod val="20000"/>
                    <a:lumOff val="80000"/>
                  </a:schemeClr>
                </a:solidFill>
                <a:ln w="91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Number3" descr="77a40d51-b126-43ee-a7fa-684a2ffe6640">
                  <a:extLst>
                    <a:ext uri="{FF2B5EF4-FFF2-40B4-BE49-F238E27FC236}">
                      <a16:creationId id="{E7ACC4AE-2716-00B8-79B3-2393C346A4C5}"/>
                    </a:ext>
                  </a:extLst>
                </p:cNvPr>
                <p:cNvSpPr/>
                <p:nvPr/>
              </p:nvSpPr>
              <p:spPr>
                <a:xfrm>
                  <a:off x="1695961" y="1445417"/>
                  <a:ext cx="516701" cy="547694"/>
                </a:xfrm>
                <a:custGeom>
                  <a:avLst/>
                  <a:gdLst>
                    <a:gd name="connsiteX0" fmla="*/ 507286 w 516701"/>
                    <a:gd name="connsiteY0" fmla="*/ 318704 h 547694"/>
                    <a:gd name="connsiteX1" fmla="*/ 480289 w 516701"/>
                    <a:gd name="connsiteY1" fmla="*/ 409856 h 547694"/>
                    <a:gd name="connsiteX2" fmla="*/ 361983 w 516701"/>
                    <a:gd name="connsiteY2" fmla="*/ 528480 h 547694"/>
                    <a:gd name="connsiteX3" fmla="*/ 331175 w 516701"/>
                    <a:gd name="connsiteY3" fmla="*/ 536261 h 547694"/>
                    <a:gd name="connsiteX4" fmla="*/ 249234 w 516701"/>
                    <a:gd name="connsiteY4" fmla="*/ 547695 h 547694"/>
                    <a:gd name="connsiteX5" fmla="*/ 169357 w 516701"/>
                    <a:gd name="connsiteY5" fmla="*/ 534038 h 547694"/>
                    <a:gd name="connsiteX6" fmla="*/ 79317 w 516701"/>
                    <a:gd name="connsiteY6" fmla="*/ 459402 h 547694"/>
                    <a:gd name="connsiteX7" fmla="*/ 72012 w 516701"/>
                    <a:gd name="connsiteY7" fmla="*/ 445268 h 547694"/>
                    <a:gd name="connsiteX8" fmla="*/ 42316 w 516701"/>
                    <a:gd name="connsiteY8" fmla="*/ 391752 h 547694"/>
                    <a:gd name="connsiteX9" fmla="*/ 75 w 516701"/>
                    <a:gd name="connsiteY9" fmla="*/ 258836 h 547694"/>
                    <a:gd name="connsiteX10" fmla="*/ 20084 w 516701"/>
                    <a:gd name="connsiteY10" fmla="*/ 180070 h 547694"/>
                    <a:gd name="connsiteX11" fmla="*/ 163958 w 516701"/>
                    <a:gd name="connsiteY11" fmla="*/ 40802 h 547694"/>
                    <a:gd name="connsiteX12" fmla="*/ 216521 w 516701"/>
                    <a:gd name="connsiteY12" fmla="*/ 28892 h 547694"/>
                    <a:gd name="connsiteX13" fmla="*/ 235736 w 516701"/>
                    <a:gd name="connsiteY13" fmla="*/ 22381 h 547694"/>
                    <a:gd name="connsiteX14" fmla="*/ 364206 w 516701"/>
                    <a:gd name="connsiteY14" fmla="*/ 9836 h 547694"/>
                    <a:gd name="connsiteX15" fmla="*/ 492994 w 516701"/>
                    <a:gd name="connsiteY15" fmla="*/ 117662 h 547694"/>
                    <a:gd name="connsiteX16" fmla="*/ 515702 w 516701"/>
                    <a:gd name="connsiteY16" fmla="*/ 201667 h 547694"/>
                    <a:gd name="connsiteX17" fmla="*/ 507127 w 516701"/>
                    <a:gd name="connsiteY17" fmla="*/ 318386 h 547694"/>
                    <a:gd name="connsiteX18" fmla="*/ 401365 w 516701"/>
                    <a:gd name="connsiteY18" fmla="*/ 62875 h 547694"/>
                    <a:gd name="connsiteX19" fmla="*/ 381198 w 516701"/>
                    <a:gd name="connsiteY19" fmla="*/ 56682 h 547694"/>
                    <a:gd name="connsiteX20" fmla="*/ 401842 w 516701"/>
                    <a:gd name="connsiteY20" fmla="*/ 62716 h 547694"/>
                    <a:gd name="connsiteX21" fmla="*/ 402636 w 516701"/>
                    <a:gd name="connsiteY21" fmla="*/ 68751 h 547694"/>
                    <a:gd name="connsiteX22" fmla="*/ 423121 w 516701"/>
                    <a:gd name="connsiteY22" fmla="*/ 90030 h 547694"/>
                    <a:gd name="connsiteX23" fmla="*/ 489024 w 516701"/>
                    <a:gd name="connsiteY23" fmla="*/ 203414 h 547694"/>
                    <a:gd name="connsiteX24" fmla="*/ 494740 w 516701"/>
                    <a:gd name="connsiteY24" fmla="*/ 228346 h 547694"/>
                    <a:gd name="connsiteX25" fmla="*/ 490135 w 516701"/>
                    <a:gd name="connsiteY25" fmla="*/ 173242 h 547694"/>
                    <a:gd name="connsiteX26" fmla="*/ 401365 w 516701"/>
                    <a:gd name="connsiteY26" fmla="*/ 63034 h 547694"/>
                    <a:gd name="connsiteX27" fmla="*/ 174439 w 516701"/>
                    <a:gd name="connsiteY27" fmla="*/ 53347 h 547694"/>
                    <a:gd name="connsiteX28" fmla="*/ 157447 w 516701"/>
                    <a:gd name="connsiteY28" fmla="*/ 60017 h 547694"/>
                    <a:gd name="connsiteX29" fmla="*/ 26595 w 516701"/>
                    <a:gd name="connsiteY29" fmla="*/ 200873 h 547694"/>
                    <a:gd name="connsiteX30" fmla="*/ 17384 w 516701"/>
                    <a:gd name="connsiteY30" fmla="*/ 304253 h 547694"/>
                    <a:gd name="connsiteX31" fmla="*/ 38664 w 516701"/>
                    <a:gd name="connsiteY31" fmla="*/ 357769 h 547694"/>
                    <a:gd name="connsiteX32" fmla="*/ 50732 w 516701"/>
                    <a:gd name="connsiteY32" fmla="*/ 181658 h 547694"/>
                    <a:gd name="connsiteX33" fmla="*/ 174439 w 516701"/>
                    <a:gd name="connsiteY33" fmla="*/ 53506 h 547694"/>
                    <a:gd name="connsiteX34" fmla="*/ 79317 w 516701"/>
                    <a:gd name="connsiteY34" fmla="*/ 433041 h 547694"/>
                    <a:gd name="connsiteX35" fmla="*/ 246217 w 516701"/>
                    <a:gd name="connsiteY35" fmla="*/ 533562 h 547694"/>
                    <a:gd name="connsiteX36" fmla="*/ 79317 w 516701"/>
                    <a:gd name="connsiteY36" fmla="*/ 433041 h 547694"/>
                    <a:gd name="connsiteX37" fmla="*/ 250028 w 516701"/>
                    <a:gd name="connsiteY37" fmla="*/ 29051 h 547694"/>
                    <a:gd name="connsiteX38" fmla="*/ 315136 w 516701"/>
                    <a:gd name="connsiteY38" fmla="*/ 23969 h 547694"/>
                    <a:gd name="connsiteX39" fmla="*/ 377704 w 516701"/>
                    <a:gd name="connsiteY39" fmla="*/ 33973 h 547694"/>
                    <a:gd name="connsiteX40" fmla="*/ 249869 w 516701"/>
                    <a:gd name="connsiteY40" fmla="*/ 29051 h 547694"/>
                    <a:gd name="connsiteX41" fmla="*/ 299256 w 516701"/>
                    <a:gd name="connsiteY41" fmla="*/ 482904 h 547694"/>
                    <a:gd name="connsiteX42" fmla="*/ 293539 w 516701"/>
                    <a:gd name="connsiteY42" fmla="*/ 467183 h 547694"/>
                    <a:gd name="connsiteX43" fmla="*/ 282582 w 516701"/>
                    <a:gd name="connsiteY43" fmla="*/ 473852 h 547694"/>
                    <a:gd name="connsiteX44" fmla="*/ 290999 w 516701"/>
                    <a:gd name="connsiteY44" fmla="*/ 487351 h 547694"/>
                    <a:gd name="connsiteX45" fmla="*/ 299256 w 516701"/>
                    <a:gd name="connsiteY45" fmla="*/ 482904 h 547694"/>
                    <a:gd name="connsiteX46" fmla="*/ 318312 w 516701"/>
                    <a:gd name="connsiteY46" fmla="*/ 465912 h 547694"/>
                    <a:gd name="connsiteX47" fmla="*/ 308467 w 516701"/>
                    <a:gd name="connsiteY47" fmla="*/ 471470 h 547694"/>
                    <a:gd name="connsiteX48" fmla="*/ 316566 w 516701"/>
                    <a:gd name="connsiteY48" fmla="*/ 483222 h 547694"/>
                    <a:gd name="connsiteX49" fmla="*/ 325617 w 516701"/>
                    <a:gd name="connsiteY49" fmla="*/ 476076 h 547694"/>
                    <a:gd name="connsiteX50" fmla="*/ 318312 w 516701"/>
                    <a:gd name="connsiteY50" fmla="*/ 465754 h 547694"/>
                    <a:gd name="connsiteX51" fmla="*/ 370876 w 516701"/>
                    <a:gd name="connsiteY51" fmla="*/ 50806 h 547694"/>
                    <a:gd name="connsiteX52" fmla="*/ 351660 w 516701"/>
                    <a:gd name="connsiteY52" fmla="*/ 44931 h 547694"/>
                    <a:gd name="connsiteX53" fmla="*/ 370876 w 516701"/>
                    <a:gd name="connsiteY53" fmla="*/ 50806 h 547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</a:cxnLst>
                  <a:rect l="l" t="t" r="r" b="b"/>
                  <a:pathLst>
                    <a:path w="516701" h="547694">
                      <a:moveTo>
                        <a:pt x="507286" y="318704"/>
                      </a:moveTo>
                      <a:cubicBezTo>
                        <a:pt x="504427" y="344906"/>
                        <a:pt x="495376" y="378254"/>
                        <a:pt x="480289" y="409856"/>
                      </a:cubicBezTo>
                      <a:cubicBezTo>
                        <a:pt x="454881" y="463372"/>
                        <a:pt x="419151" y="506724"/>
                        <a:pt x="361983" y="528480"/>
                      </a:cubicBezTo>
                      <a:cubicBezTo>
                        <a:pt x="351978" y="532291"/>
                        <a:pt x="341656" y="534832"/>
                        <a:pt x="331175" y="536261"/>
                      </a:cubicBezTo>
                      <a:cubicBezTo>
                        <a:pt x="303861" y="539914"/>
                        <a:pt x="277183" y="547536"/>
                        <a:pt x="249234" y="547695"/>
                      </a:cubicBezTo>
                      <a:cubicBezTo>
                        <a:pt x="221602" y="547695"/>
                        <a:pt x="195559" y="543090"/>
                        <a:pt x="169357" y="534038"/>
                      </a:cubicBezTo>
                      <a:cubicBezTo>
                        <a:pt x="129815" y="520222"/>
                        <a:pt x="100596" y="494814"/>
                        <a:pt x="79317" y="459402"/>
                      </a:cubicBezTo>
                      <a:cubicBezTo>
                        <a:pt x="76617" y="454796"/>
                        <a:pt x="73282" y="450350"/>
                        <a:pt x="72012" y="445268"/>
                      </a:cubicBezTo>
                      <a:cubicBezTo>
                        <a:pt x="66613" y="424783"/>
                        <a:pt x="54544" y="408585"/>
                        <a:pt x="42316" y="391752"/>
                      </a:cubicBezTo>
                      <a:cubicBezTo>
                        <a:pt x="13732" y="352528"/>
                        <a:pt x="-1196" y="307905"/>
                        <a:pt x="75" y="258836"/>
                      </a:cubicBezTo>
                      <a:cubicBezTo>
                        <a:pt x="869" y="231204"/>
                        <a:pt x="9444" y="205161"/>
                        <a:pt x="20084" y="180070"/>
                      </a:cubicBezTo>
                      <a:cubicBezTo>
                        <a:pt x="48509" y="113850"/>
                        <a:pt x="96944" y="67639"/>
                        <a:pt x="163958" y="40802"/>
                      </a:cubicBezTo>
                      <a:cubicBezTo>
                        <a:pt x="180949" y="33973"/>
                        <a:pt x="198576" y="30639"/>
                        <a:pt x="216521" y="28892"/>
                      </a:cubicBezTo>
                      <a:cubicBezTo>
                        <a:pt x="223667" y="28257"/>
                        <a:pt x="229860" y="26192"/>
                        <a:pt x="235736" y="22381"/>
                      </a:cubicBezTo>
                      <a:cubicBezTo>
                        <a:pt x="276389" y="-3504"/>
                        <a:pt x="318948" y="-5886"/>
                        <a:pt x="364206" y="9836"/>
                      </a:cubicBezTo>
                      <a:cubicBezTo>
                        <a:pt x="421057" y="29686"/>
                        <a:pt x="464092" y="64940"/>
                        <a:pt x="492994" y="117662"/>
                      </a:cubicBezTo>
                      <a:cubicBezTo>
                        <a:pt x="507444" y="143864"/>
                        <a:pt x="513002" y="172289"/>
                        <a:pt x="515702" y="201667"/>
                      </a:cubicBezTo>
                      <a:cubicBezTo>
                        <a:pt x="519037" y="238192"/>
                        <a:pt x="513479" y="274081"/>
                        <a:pt x="507127" y="318386"/>
                      </a:cubicBezTo>
                      <a:close/>
                      <a:moveTo>
                        <a:pt x="401365" y="62875"/>
                      </a:moveTo>
                      <a:cubicBezTo>
                        <a:pt x="395013" y="60970"/>
                        <a:pt x="390249" y="54300"/>
                        <a:pt x="381198" y="56682"/>
                      </a:cubicBezTo>
                      <a:cubicBezTo>
                        <a:pt x="387867" y="61922"/>
                        <a:pt x="394060" y="64940"/>
                        <a:pt x="401842" y="62716"/>
                      </a:cubicBezTo>
                      <a:cubicBezTo>
                        <a:pt x="401524" y="64781"/>
                        <a:pt x="401365" y="66686"/>
                        <a:pt x="402636" y="68751"/>
                      </a:cubicBezTo>
                      <a:cubicBezTo>
                        <a:pt x="408194" y="77167"/>
                        <a:pt x="415340" y="83678"/>
                        <a:pt x="423121" y="90030"/>
                      </a:cubicBezTo>
                      <a:cubicBezTo>
                        <a:pt x="459645" y="119250"/>
                        <a:pt x="478384" y="159109"/>
                        <a:pt x="489024" y="203414"/>
                      </a:cubicBezTo>
                      <a:cubicBezTo>
                        <a:pt x="491088" y="211672"/>
                        <a:pt x="492835" y="220088"/>
                        <a:pt x="494740" y="228346"/>
                      </a:cubicBezTo>
                      <a:cubicBezTo>
                        <a:pt x="496646" y="209449"/>
                        <a:pt x="495534" y="191028"/>
                        <a:pt x="490135" y="173242"/>
                      </a:cubicBezTo>
                      <a:cubicBezTo>
                        <a:pt x="475208" y="124808"/>
                        <a:pt x="444242" y="89236"/>
                        <a:pt x="401365" y="63034"/>
                      </a:cubicBezTo>
                      <a:close/>
                      <a:moveTo>
                        <a:pt x="174439" y="53347"/>
                      </a:moveTo>
                      <a:cubicBezTo>
                        <a:pt x="168722" y="55570"/>
                        <a:pt x="163005" y="57476"/>
                        <a:pt x="157447" y="60017"/>
                      </a:cubicBezTo>
                      <a:cubicBezTo>
                        <a:pt x="94085" y="88601"/>
                        <a:pt x="50891" y="135765"/>
                        <a:pt x="26595" y="200873"/>
                      </a:cubicBezTo>
                      <a:cubicBezTo>
                        <a:pt x="13891" y="234698"/>
                        <a:pt x="9285" y="268840"/>
                        <a:pt x="17384" y="304253"/>
                      </a:cubicBezTo>
                      <a:cubicBezTo>
                        <a:pt x="21672" y="322991"/>
                        <a:pt x="27230" y="341412"/>
                        <a:pt x="38664" y="357769"/>
                      </a:cubicBezTo>
                      <a:cubicBezTo>
                        <a:pt x="21195" y="297424"/>
                        <a:pt x="25324" y="238509"/>
                        <a:pt x="50732" y="181658"/>
                      </a:cubicBezTo>
                      <a:cubicBezTo>
                        <a:pt x="76299" y="124172"/>
                        <a:pt x="120923" y="84790"/>
                        <a:pt x="174439" y="53506"/>
                      </a:cubicBezTo>
                      <a:close/>
                      <a:moveTo>
                        <a:pt x="79317" y="433041"/>
                      </a:moveTo>
                      <a:cubicBezTo>
                        <a:pt x="109489" y="506089"/>
                        <a:pt x="184125" y="539596"/>
                        <a:pt x="246217" y="533562"/>
                      </a:cubicBezTo>
                      <a:cubicBezTo>
                        <a:pt x="180314" y="511488"/>
                        <a:pt x="149824" y="500849"/>
                        <a:pt x="79317" y="433041"/>
                      </a:cubicBezTo>
                      <a:close/>
                      <a:moveTo>
                        <a:pt x="250028" y="29051"/>
                      </a:moveTo>
                      <a:cubicBezTo>
                        <a:pt x="274166" y="27145"/>
                        <a:pt x="294492" y="22857"/>
                        <a:pt x="315136" y="23969"/>
                      </a:cubicBezTo>
                      <a:cubicBezTo>
                        <a:pt x="336416" y="25081"/>
                        <a:pt x="357219" y="28733"/>
                        <a:pt x="377704" y="33973"/>
                      </a:cubicBezTo>
                      <a:cubicBezTo>
                        <a:pt x="342926" y="11582"/>
                        <a:pt x="284329" y="5230"/>
                        <a:pt x="249869" y="29051"/>
                      </a:cubicBezTo>
                      <a:close/>
                      <a:moveTo>
                        <a:pt x="299256" y="482904"/>
                      </a:moveTo>
                      <a:cubicBezTo>
                        <a:pt x="301797" y="473535"/>
                        <a:pt x="299256" y="467977"/>
                        <a:pt x="293539" y="467183"/>
                      </a:cubicBezTo>
                      <a:cubicBezTo>
                        <a:pt x="288299" y="466389"/>
                        <a:pt x="284011" y="468294"/>
                        <a:pt x="282582" y="473852"/>
                      </a:cubicBezTo>
                      <a:cubicBezTo>
                        <a:pt x="281312" y="478775"/>
                        <a:pt x="285917" y="486080"/>
                        <a:pt x="290999" y="487351"/>
                      </a:cubicBezTo>
                      <a:cubicBezTo>
                        <a:pt x="296557" y="488780"/>
                        <a:pt x="298621" y="485445"/>
                        <a:pt x="299256" y="482904"/>
                      </a:cubicBezTo>
                      <a:close/>
                      <a:moveTo>
                        <a:pt x="318312" y="465912"/>
                      </a:moveTo>
                      <a:cubicBezTo>
                        <a:pt x="313231" y="464960"/>
                        <a:pt x="309578" y="467183"/>
                        <a:pt x="308467" y="471470"/>
                      </a:cubicBezTo>
                      <a:cubicBezTo>
                        <a:pt x="307355" y="475917"/>
                        <a:pt x="311960" y="483063"/>
                        <a:pt x="316566" y="483222"/>
                      </a:cubicBezTo>
                      <a:cubicBezTo>
                        <a:pt x="321330" y="483539"/>
                        <a:pt x="324664" y="480998"/>
                        <a:pt x="325617" y="476076"/>
                      </a:cubicBezTo>
                      <a:cubicBezTo>
                        <a:pt x="326570" y="470359"/>
                        <a:pt x="324029" y="466865"/>
                        <a:pt x="318312" y="465754"/>
                      </a:cubicBezTo>
                      <a:close/>
                      <a:moveTo>
                        <a:pt x="370876" y="50806"/>
                      </a:moveTo>
                      <a:cubicBezTo>
                        <a:pt x="365476" y="47789"/>
                        <a:pt x="359918" y="44137"/>
                        <a:pt x="351660" y="44931"/>
                      </a:cubicBezTo>
                      <a:cubicBezTo>
                        <a:pt x="358013" y="50012"/>
                        <a:pt x="363888" y="51759"/>
                        <a:pt x="370876" y="5080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5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b="1" dirty="0">
                      <a:solidFill>
                        <a:srgbClr val="FFFFFF"/>
                      </a:solidFill>
                    </a:rPr>
                    <a:t>3</a:t>
                  </a:r>
                  <a:endParaRPr lang="zh-CN" altLang="en-US" b="1" dirty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50" name="Bullet3" descr="0d2aebba-e06f-4b0b-a8b6-d1034abe525b">
                <a:extLst>
                  <a:ext uri="{FF2B5EF4-FFF2-40B4-BE49-F238E27FC236}">
                    <a16:creationId id="{42A544DC-BB5B-E896-4CEF-1E79D4692083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77922" y="2278371"/>
                <a:ext cx="2335668" cy="782185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solidFill>
                      <a:srgbClr val="000000"/>
                    </a:solidFill>
                  </a:rPr>
                  <a:t>跨部门沟通机制</a:t>
                </a:r>
                <a:endParaRPr lang="en-US" dirty="0"/>
              </a:p>
            </p:txBody>
          </p:sp>
          <p:sp>
            <p:nvSpPr>
              <p:cNvPr id="51" name="Text3" descr="a05b11d6-1c96-409d-ba82-c40b60905cfc">
                <a:extLst>
                  <a:ext uri="{FF2B5EF4-FFF2-40B4-BE49-F238E27FC236}">
                    <a16:creationId id="{69828416-189D-98B1-D709-D55EA6BD757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77923" y="3060556"/>
                <a:ext cx="2335668" cy="736889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rgbClr val="000000"/>
                    </a:solidFill>
                  </a:rPr>
                  <a:t>建立跨部门沟通流程，提升协作效率与效果。</a:t>
                </a:r>
                <a:endParaRPr lang="en-US" dirty="0"/>
              </a:p>
            </p:txBody>
          </p:sp>
        </p:grpSp>
        <p:grpSp>
          <p:nvGrpSpPr>
            <p:cNvPr id="14" name="组合 13" descr="c932fd41-bbea-48de-a203-777df51e4365">
              <a:extLst>
                <a:ext uri="{FF2B5EF4-FFF2-40B4-BE49-F238E27FC236}">
                  <a16:creationId id="{7C13BD8D-C54C-7D48-BACB-797CF2FC463D}"/>
                </a:ext>
              </a:extLst>
            </p:cNvPr>
            <p:cNvGrpSpPr/>
            <p:nvPr/>
          </p:nvGrpSpPr>
          <p:grpSpPr>
            <a:xfrm>
              <a:off x="8926947" y="1688485"/>
              <a:ext cx="2591953" cy="2328642"/>
              <a:chOff x="660400" y="1688485"/>
              <a:chExt cx="2591953" cy="2328642"/>
            </a:xfrm>
          </p:grpSpPr>
          <p:grpSp>
            <p:nvGrpSpPr>
              <p:cNvPr id="43" name="组合 42" descr="00f32a84-ec41-4270-8c97-e35885907e35">
                <a:extLst>
                  <a:ext uri="{FF2B5EF4-FFF2-40B4-BE49-F238E27FC236}">
                    <a16:creationId id="{885F4AAA-757C-EBB3-27D9-766F903380BD}"/>
                  </a:ext>
                </a:extLst>
              </p:cNvPr>
              <p:cNvGrpSpPr/>
              <p:nvPr/>
            </p:nvGrpSpPr>
            <p:grpSpPr>
              <a:xfrm>
                <a:off x="660400" y="1688485"/>
                <a:ext cx="2591953" cy="2328642"/>
                <a:chOff x="660387" y="1445417"/>
                <a:chExt cx="2591953" cy="2328642"/>
              </a:xfrm>
            </p:grpSpPr>
            <p:sp>
              <p:nvSpPr>
                <p:cNvPr id="46" name="Shape4" descr="5e7bcd40-2955-4dbc-9817-fdd076543bbb">
                  <a:extLst>
                    <a:ext uri="{FF2B5EF4-FFF2-40B4-BE49-F238E27FC236}">
                      <a16:creationId id="{CC968D99-9CB9-1200-C772-34AA8FCC91E3}"/>
                    </a:ext>
                  </a:extLst>
                </p:cNvPr>
                <p:cNvSpPr/>
                <p:nvPr/>
              </p:nvSpPr>
              <p:spPr>
                <a:xfrm>
                  <a:off x="660387" y="1686639"/>
                  <a:ext cx="2591953" cy="2087420"/>
                </a:xfrm>
                <a:custGeom>
                  <a:avLst/>
                  <a:gdLst>
                    <a:gd name="connsiteX0" fmla="*/ 2191927 w 2591953"/>
                    <a:gd name="connsiteY0" fmla="*/ 2068431 h 2087420"/>
                    <a:gd name="connsiteX1" fmla="*/ 1817568 w 2591953"/>
                    <a:gd name="connsiteY1" fmla="*/ 2075278 h 2087420"/>
                    <a:gd name="connsiteX2" fmla="*/ 1101726 w 2591953"/>
                    <a:gd name="connsiteY2" fmla="*/ 2069107 h 2087420"/>
                    <a:gd name="connsiteX3" fmla="*/ 310276 w 2591953"/>
                    <a:gd name="connsiteY3" fmla="*/ 2040958 h 2087420"/>
                    <a:gd name="connsiteX4" fmla="*/ 74701 w 2591953"/>
                    <a:gd name="connsiteY4" fmla="*/ 1875186 h 2087420"/>
                    <a:gd name="connsiteX5" fmla="*/ 842 w 2591953"/>
                    <a:gd name="connsiteY5" fmla="*/ 1591321 h 2087420"/>
                    <a:gd name="connsiteX6" fmla="*/ 5447 w 2591953"/>
                    <a:gd name="connsiteY6" fmla="*/ 754518 h 2087420"/>
                    <a:gd name="connsiteX7" fmla="*/ 100303 w 2591953"/>
                    <a:gd name="connsiteY7" fmla="*/ 147901 h 2087420"/>
                    <a:gd name="connsiteX8" fmla="*/ 550271 w 2591953"/>
                    <a:gd name="connsiteY8" fmla="*/ 13323 h 2087420"/>
                    <a:gd name="connsiteX9" fmla="*/ 1112961 w 2591953"/>
                    <a:gd name="connsiteY9" fmla="*/ 85346 h 2087420"/>
                    <a:gd name="connsiteX10" fmla="*/ 2125159 w 2591953"/>
                    <a:gd name="connsiteY10" fmla="*/ 981 h 2087420"/>
                    <a:gd name="connsiteX11" fmla="*/ 2531015 w 2591953"/>
                    <a:gd name="connsiteY11" fmla="*/ 201242 h 2087420"/>
                    <a:gd name="connsiteX12" fmla="*/ 2583876 w 2591953"/>
                    <a:gd name="connsiteY12" fmla="*/ 739640 h 2087420"/>
                    <a:gd name="connsiteX13" fmla="*/ 2570431 w 2591953"/>
                    <a:gd name="connsiteY13" fmla="*/ 1387847 h 2087420"/>
                    <a:gd name="connsiteX14" fmla="*/ 2366076 w 2591953"/>
                    <a:gd name="connsiteY14" fmla="*/ 2004777 h 2087420"/>
                    <a:gd name="connsiteX15" fmla="*/ 2191835 w 2591953"/>
                    <a:gd name="connsiteY15" fmla="*/ 2068431 h 2087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591953" h="2087420">
                      <a:moveTo>
                        <a:pt x="2191927" y="2068431"/>
                      </a:moveTo>
                      <a:cubicBezTo>
                        <a:pt x="2069903" y="2089142"/>
                        <a:pt x="1936460" y="2076377"/>
                        <a:pt x="1817568" y="2075278"/>
                      </a:cubicBezTo>
                      <a:cubicBezTo>
                        <a:pt x="1578954" y="2072996"/>
                        <a:pt x="1340340" y="2063444"/>
                        <a:pt x="1101726" y="2069107"/>
                      </a:cubicBezTo>
                      <a:cubicBezTo>
                        <a:pt x="851140" y="2075109"/>
                        <a:pt x="551100" y="2120504"/>
                        <a:pt x="310276" y="2040958"/>
                      </a:cubicBezTo>
                      <a:cubicBezTo>
                        <a:pt x="215420" y="2009680"/>
                        <a:pt x="128299" y="1953549"/>
                        <a:pt x="74701" y="1875186"/>
                      </a:cubicBezTo>
                      <a:cubicBezTo>
                        <a:pt x="17603" y="1791751"/>
                        <a:pt x="2131" y="1689887"/>
                        <a:pt x="842" y="1591321"/>
                      </a:cubicBezTo>
                      <a:cubicBezTo>
                        <a:pt x="-2750" y="1312612"/>
                        <a:pt x="6368" y="1033396"/>
                        <a:pt x="5447" y="754518"/>
                      </a:cubicBezTo>
                      <a:cubicBezTo>
                        <a:pt x="4802" y="552650"/>
                        <a:pt x="-14538" y="330833"/>
                        <a:pt x="100303" y="147901"/>
                      </a:cubicBezTo>
                      <a:cubicBezTo>
                        <a:pt x="192212" y="1488"/>
                        <a:pt x="386713" y="-11361"/>
                        <a:pt x="550271" y="13323"/>
                      </a:cubicBezTo>
                      <a:cubicBezTo>
                        <a:pt x="738326" y="41726"/>
                        <a:pt x="922881" y="77146"/>
                        <a:pt x="1112961" y="85346"/>
                      </a:cubicBezTo>
                      <a:cubicBezTo>
                        <a:pt x="1453615" y="100055"/>
                        <a:pt x="1785611" y="-11530"/>
                        <a:pt x="2125159" y="981"/>
                      </a:cubicBezTo>
                      <a:cubicBezTo>
                        <a:pt x="2286691" y="6898"/>
                        <a:pt x="2449420" y="66157"/>
                        <a:pt x="2531015" y="201242"/>
                      </a:cubicBezTo>
                      <a:cubicBezTo>
                        <a:pt x="2618319" y="345880"/>
                        <a:pt x="2587192" y="579025"/>
                        <a:pt x="2583876" y="739640"/>
                      </a:cubicBezTo>
                      <a:cubicBezTo>
                        <a:pt x="2579364" y="955709"/>
                        <a:pt x="2574943" y="1171778"/>
                        <a:pt x="2570431" y="1387847"/>
                      </a:cubicBezTo>
                      <a:cubicBezTo>
                        <a:pt x="2566102" y="1597661"/>
                        <a:pt x="2575220" y="1870706"/>
                        <a:pt x="2366076" y="2004777"/>
                      </a:cubicBezTo>
                      <a:cubicBezTo>
                        <a:pt x="2313214" y="2038675"/>
                        <a:pt x="2253998" y="2057864"/>
                        <a:pt x="2191835" y="206843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91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7" name="ComponentBackground4" descr="7169dc6c-5412-402e-ae5f-973836589e5f">
                  <a:extLst>
                    <a:ext uri="{FF2B5EF4-FFF2-40B4-BE49-F238E27FC236}">
                      <a16:creationId id="{7D9F9C6F-7E22-8C25-C5EF-07D9888247B4}"/>
                    </a:ext>
                  </a:extLst>
                </p:cNvPr>
                <p:cNvSpPr/>
                <p:nvPr/>
              </p:nvSpPr>
              <p:spPr>
                <a:xfrm>
                  <a:off x="704486" y="1728831"/>
                  <a:ext cx="2499650" cy="2003035"/>
                </a:xfrm>
                <a:custGeom>
                  <a:avLst/>
                  <a:gdLst>
                    <a:gd name="connsiteX0" fmla="*/ 618420 w 2499650"/>
                    <a:gd name="connsiteY0" fmla="*/ 2003035 h 2003035"/>
                    <a:gd name="connsiteX1" fmla="*/ 279792 w 2499650"/>
                    <a:gd name="connsiteY1" fmla="*/ 1959078 h 2003035"/>
                    <a:gd name="connsiteX2" fmla="*/ 67609 w 2499650"/>
                    <a:gd name="connsiteY2" fmla="*/ 1810551 h 2003035"/>
                    <a:gd name="connsiteX3" fmla="*/ 842 w 2499650"/>
                    <a:gd name="connsiteY3" fmla="*/ 1548749 h 2003035"/>
                    <a:gd name="connsiteX4" fmla="*/ 2776 w 2499650"/>
                    <a:gd name="connsiteY4" fmla="*/ 1083051 h 2003035"/>
                    <a:gd name="connsiteX5" fmla="*/ 5446 w 2499650"/>
                    <a:gd name="connsiteY5" fmla="*/ 712284 h 2003035"/>
                    <a:gd name="connsiteX6" fmla="*/ 4617 w 2499650"/>
                    <a:gd name="connsiteY6" fmla="*/ 637979 h 2003035"/>
                    <a:gd name="connsiteX7" fmla="*/ 94040 w 2499650"/>
                    <a:gd name="connsiteY7" fmla="*/ 126886 h 2003035"/>
                    <a:gd name="connsiteX8" fmla="*/ 378056 w 2499650"/>
                    <a:gd name="connsiteY8" fmla="*/ 3466 h 2003035"/>
                    <a:gd name="connsiteX9" fmla="*/ 496672 w 2499650"/>
                    <a:gd name="connsiteY9" fmla="*/ 12934 h 2003035"/>
                    <a:gd name="connsiteX10" fmla="*/ 615012 w 2499650"/>
                    <a:gd name="connsiteY10" fmla="*/ 31447 h 2003035"/>
                    <a:gd name="connsiteX11" fmla="*/ 1064612 w 2499650"/>
                    <a:gd name="connsiteY11" fmla="*/ 85379 h 2003035"/>
                    <a:gd name="connsiteX12" fmla="*/ 1129998 w 2499650"/>
                    <a:gd name="connsiteY12" fmla="*/ 86732 h 2003035"/>
                    <a:gd name="connsiteX13" fmla="*/ 1585216 w 2499650"/>
                    <a:gd name="connsiteY13" fmla="*/ 42774 h 2003035"/>
                    <a:gd name="connsiteX14" fmla="*/ 2024777 w 2499650"/>
                    <a:gd name="connsiteY14" fmla="*/ 0 h 2003035"/>
                    <a:gd name="connsiteX15" fmla="*/ 2077178 w 2499650"/>
                    <a:gd name="connsiteY15" fmla="*/ 930 h 2003035"/>
                    <a:gd name="connsiteX16" fmla="*/ 2444539 w 2499650"/>
                    <a:gd name="connsiteY16" fmla="*/ 179466 h 2003035"/>
                    <a:gd name="connsiteX17" fmla="*/ 2495190 w 2499650"/>
                    <a:gd name="connsiteY17" fmla="*/ 605011 h 2003035"/>
                    <a:gd name="connsiteX18" fmla="*/ 2491598 w 2499650"/>
                    <a:gd name="connsiteY18" fmla="*/ 696561 h 2003035"/>
                    <a:gd name="connsiteX19" fmla="*/ 2478153 w 2499650"/>
                    <a:gd name="connsiteY19" fmla="*/ 1344768 h 2003035"/>
                    <a:gd name="connsiteX20" fmla="*/ 2477416 w 2499650"/>
                    <a:gd name="connsiteY20" fmla="*/ 1384499 h 2003035"/>
                    <a:gd name="connsiteX21" fmla="*/ 2293505 w 2499650"/>
                    <a:gd name="connsiteY21" fmla="*/ 1927800 h 2003035"/>
                    <a:gd name="connsiteX22" fmla="*/ 2137315 w 2499650"/>
                    <a:gd name="connsiteY22" fmla="*/ 1984522 h 2003035"/>
                    <a:gd name="connsiteX23" fmla="*/ 1980480 w 2499650"/>
                    <a:gd name="connsiteY23" fmla="*/ 1995512 h 2003035"/>
                    <a:gd name="connsiteX24" fmla="*/ 1865364 w 2499650"/>
                    <a:gd name="connsiteY24" fmla="*/ 1992976 h 2003035"/>
                    <a:gd name="connsiteX25" fmla="*/ 1771705 w 2499650"/>
                    <a:gd name="connsiteY25" fmla="*/ 1990609 h 2003035"/>
                    <a:gd name="connsiteX26" fmla="*/ 1539906 w 2499650"/>
                    <a:gd name="connsiteY26" fmla="*/ 1986889 h 2003035"/>
                    <a:gd name="connsiteX27" fmla="*/ 1215092 w 2499650"/>
                    <a:gd name="connsiteY27" fmla="*/ 1982663 h 2003035"/>
                    <a:gd name="connsiteX28" fmla="*/ 1054205 w 2499650"/>
                    <a:gd name="connsiteY28" fmla="*/ 1984438 h 2003035"/>
                    <a:gd name="connsiteX29" fmla="*/ 871953 w 2499650"/>
                    <a:gd name="connsiteY29" fmla="*/ 1992976 h 2003035"/>
                    <a:gd name="connsiteX30" fmla="*/ 618143 w 2499650"/>
                    <a:gd name="connsiteY30" fmla="*/ 2002782 h 20030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2499650" h="2003035">
                      <a:moveTo>
                        <a:pt x="618420" y="2003035"/>
                      </a:moveTo>
                      <a:cubicBezTo>
                        <a:pt x="478253" y="2003035"/>
                        <a:pt x="370688" y="1989087"/>
                        <a:pt x="279792" y="1959078"/>
                      </a:cubicBezTo>
                      <a:cubicBezTo>
                        <a:pt x="187607" y="1928645"/>
                        <a:pt x="112275" y="1875896"/>
                        <a:pt x="67609" y="1810551"/>
                      </a:cubicBezTo>
                      <a:cubicBezTo>
                        <a:pt x="23497" y="1746052"/>
                        <a:pt x="2315" y="1662870"/>
                        <a:pt x="842" y="1548749"/>
                      </a:cubicBezTo>
                      <a:cubicBezTo>
                        <a:pt x="-1185" y="1393798"/>
                        <a:pt x="842" y="1235804"/>
                        <a:pt x="2776" y="1083051"/>
                      </a:cubicBezTo>
                      <a:cubicBezTo>
                        <a:pt x="4341" y="961575"/>
                        <a:pt x="5907" y="835958"/>
                        <a:pt x="5446" y="712284"/>
                      </a:cubicBezTo>
                      <a:cubicBezTo>
                        <a:pt x="5446" y="687769"/>
                        <a:pt x="4986" y="663001"/>
                        <a:pt x="4617" y="637979"/>
                      </a:cubicBezTo>
                      <a:cubicBezTo>
                        <a:pt x="2039" y="460880"/>
                        <a:pt x="-540" y="277695"/>
                        <a:pt x="94040" y="126886"/>
                      </a:cubicBezTo>
                      <a:cubicBezTo>
                        <a:pt x="145428" y="45057"/>
                        <a:pt x="241021" y="3466"/>
                        <a:pt x="378056" y="3466"/>
                      </a:cubicBezTo>
                      <a:cubicBezTo>
                        <a:pt x="415354" y="3466"/>
                        <a:pt x="455230" y="6678"/>
                        <a:pt x="496672" y="12934"/>
                      </a:cubicBezTo>
                      <a:cubicBezTo>
                        <a:pt x="536272" y="18936"/>
                        <a:pt x="575688" y="25191"/>
                        <a:pt x="615012" y="31447"/>
                      </a:cubicBezTo>
                      <a:cubicBezTo>
                        <a:pt x="760980" y="54694"/>
                        <a:pt x="911829" y="78786"/>
                        <a:pt x="1064612" y="85379"/>
                      </a:cubicBezTo>
                      <a:cubicBezTo>
                        <a:pt x="1085885" y="86309"/>
                        <a:pt x="1107896" y="86732"/>
                        <a:pt x="1129998" y="86732"/>
                      </a:cubicBezTo>
                      <a:cubicBezTo>
                        <a:pt x="1283978" y="86732"/>
                        <a:pt x="1437129" y="64415"/>
                        <a:pt x="1585216" y="42774"/>
                      </a:cubicBezTo>
                      <a:cubicBezTo>
                        <a:pt x="1729434" y="21725"/>
                        <a:pt x="1878625" y="0"/>
                        <a:pt x="2024777" y="0"/>
                      </a:cubicBezTo>
                      <a:cubicBezTo>
                        <a:pt x="2042459" y="0"/>
                        <a:pt x="2060049" y="338"/>
                        <a:pt x="2077178" y="930"/>
                      </a:cubicBezTo>
                      <a:cubicBezTo>
                        <a:pt x="2245893" y="7185"/>
                        <a:pt x="2379797" y="72192"/>
                        <a:pt x="2444539" y="179466"/>
                      </a:cubicBezTo>
                      <a:cubicBezTo>
                        <a:pt x="2510201" y="288261"/>
                        <a:pt x="2501913" y="463923"/>
                        <a:pt x="2495190" y="605011"/>
                      </a:cubicBezTo>
                      <a:cubicBezTo>
                        <a:pt x="2493624" y="637303"/>
                        <a:pt x="2492243" y="667819"/>
                        <a:pt x="2491598" y="696561"/>
                      </a:cubicBezTo>
                      <a:lnTo>
                        <a:pt x="2478153" y="1344768"/>
                      </a:lnTo>
                      <a:cubicBezTo>
                        <a:pt x="2477876" y="1357787"/>
                        <a:pt x="2477692" y="1371058"/>
                        <a:pt x="2477416" y="1384499"/>
                      </a:cubicBezTo>
                      <a:cubicBezTo>
                        <a:pt x="2474100" y="1586029"/>
                        <a:pt x="2470325" y="1814355"/>
                        <a:pt x="2293505" y="1927800"/>
                      </a:cubicBezTo>
                      <a:cubicBezTo>
                        <a:pt x="2250314" y="1955443"/>
                        <a:pt x="2199202" y="1974040"/>
                        <a:pt x="2137315" y="1984522"/>
                      </a:cubicBezTo>
                      <a:cubicBezTo>
                        <a:pt x="2093018" y="1992046"/>
                        <a:pt x="2043196" y="1995512"/>
                        <a:pt x="1980480" y="1995512"/>
                      </a:cubicBezTo>
                      <a:cubicBezTo>
                        <a:pt x="1942169" y="1995512"/>
                        <a:pt x="1903122" y="1994244"/>
                        <a:pt x="1865364" y="1992976"/>
                      </a:cubicBezTo>
                      <a:cubicBezTo>
                        <a:pt x="1834420" y="1991961"/>
                        <a:pt x="1802372" y="1990862"/>
                        <a:pt x="1771705" y="1990609"/>
                      </a:cubicBezTo>
                      <a:cubicBezTo>
                        <a:pt x="1694530" y="1989848"/>
                        <a:pt x="1615883" y="1988326"/>
                        <a:pt x="1539906" y="1986889"/>
                      </a:cubicBezTo>
                      <a:cubicBezTo>
                        <a:pt x="1433538" y="1984860"/>
                        <a:pt x="1323486" y="1982663"/>
                        <a:pt x="1215092" y="1982663"/>
                      </a:cubicBezTo>
                      <a:cubicBezTo>
                        <a:pt x="1157442" y="1982663"/>
                        <a:pt x="1104857" y="1983254"/>
                        <a:pt x="1054205" y="1984438"/>
                      </a:cubicBezTo>
                      <a:cubicBezTo>
                        <a:pt x="995358" y="1985875"/>
                        <a:pt x="935405" y="1989256"/>
                        <a:pt x="871953" y="1992976"/>
                      </a:cubicBezTo>
                      <a:cubicBezTo>
                        <a:pt x="788608" y="1997794"/>
                        <a:pt x="702409" y="2002697"/>
                        <a:pt x="618143" y="2002782"/>
                      </a:cubicBez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</a:schemeClr>
                </a:solidFill>
                <a:ln w="91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8" name="Number4" descr="fef26f70-d087-491c-b07d-210d40c7e08b">
                  <a:extLst>
                    <a:ext uri="{FF2B5EF4-FFF2-40B4-BE49-F238E27FC236}">
                      <a16:creationId id="{2B0B259F-CC4F-29A5-F914-0CA9039B596A}"/>
                    </a:ext>
                  </a:extLst>
                </p:cNvPr>
                <p:cNvSpPr/>
                <p:nvPr/>
              </p:nvSpPr>
              <p:spPr>
                <a:xfrm>
                  <a:off x="1695961" y="1445417"/>
                  <a:ext cx="516701" cy="547694"/>
                </a:xfrm>
                <a:custGeom>
                  <a:avLst/>
                  <a:gdLst>
                    <a:gd name="connsiteX0" fmla="*/ 507286 w 516701"/>
                    <a:gd name="connsiteY0" fmla="*/ 318704 h 547694"/>
                    <a:gd name="connsiteX1" fmla="*/ 480289 w 516701"/>
                    <a:gd name="connsiteY1" fmla="*/ 409856 h 547694"/>
                    <a:gd name="connsiteX2" fmla="*/ 361983 w 516701"/>
                    <a:gd name="connsiteY2" fmla="*/ 528480 h 547694"/>
                    <a:gd name="connsiteX3" fmla="*/ 331175 w 516701"/>
                    <a:gd name="connsiteY3" fmla="*/ 536261 h 547694"/>
                    <a:gd name="connsiteX4" fmla="*/ 249234 w 516701"/>
                    <a:gd name="connsiteY4" fmla="*/ 547695 h 547694"/>
                    <a:gd name="connsiteX5" fmla="*/ 169357 w 516701"/>
                    <a:gd name="connsiteY5" fmla="*/ 534038 h 547694"/>
                    <a:gd name="connsiteX6" fmla="*/ 79317 w 516701"/>
                    <a:gd name="connsiteY6" fmla="*/ 459402 h 547694"/>
                    <a:gd name="connsiteX7" fmla="*/ 72012 w 516701"/>
                    <a:gd name="connsiteY7" fmla="*/ 445268 h 547694"/>
                    <a:gd name="connsiteX8" fmla="*/ 42316 w 516701"/>
                    <a:gd name="connsiteY8" fmla="*/ 391752 h 547694"/>
                    <a:gd name="connsiteX9" fmla="*/ 75 w 516701"/>
                    <a:gd name="connsiteY9" fmla="*/ 258836 h 547694"/>
                    <a:gd name="connsiteX10" fmla="*/ 20084 w 516701"/>
                    <a:gd name="connsiteY10" fmla="*/ 180070 h 547694"/>
                    <a:gd name="connsiteX11" fmla="*/ 163958 w 516701"/>
                    <a:gd name="connsiteY11" fmla="*/ 40802 h 547694"/>
                    <a:gd name="connsiteX12" fmla="*/ 216521 w 516701"/>
                    <a:gd name="connsiteY12" fmla="*/ 28892 h 547694"/>
                    <a:gd name="connsiteX13" fmla="*/ 235736 w 516701"/>
                    <a:gd name="connsiteY13" fmla="*/ 22381 h 547694"/>
                    <a:gd name="connsiteX14" fmla="*/ 364206 w 516701"/>
                    <a:gd name="connsiteY14" fmla="*/ 9836 h 547694"/>
                    <a:gd name="connsiteX15" fmla="*/ 492994 w 516701"/>
                    <a:gd name="connsiteY15" fmla="*/ 117662 h 547694"/>
                    <a:gd name="connsiteX16" fmla="*/ 515702 w 516701"/>
                    <a:gd name="connsiteY16" fmla="*/ 201667 h 547694"/>
                    <a:gd name="connsiteX17" fmla="*/ 507127 w 516701"/>
                    <a:gd name="connsiteY17" fmla="*/ 318386 h 547694"/>
                    <a:gd name="connsiteX18" fmla="*/ 401365 w 516701"/>
                    <a:gd name="connsiteY18" fmla="*/ 62875 h 547694"/>
                    <a:gd name="connsiteX19" fmla="*/ 381198 w 516701"/>
                    <a:gd name="connsiteY19" fmla="*/ 56682 h 547694"/>
                    <a:gd name="connsiteX20" fmla="*/ 401842 w 516701"/>
                    <a:gd name="connsiteY20" fmla="*/ 62716 h 547694"/>
                    <a:gd name="connsiteX21" fmla="*/ 402636 w 516701"/>
                    <a:gd name="connsiteY21" fmla="*/ 68751 h 547694"/>
                    <a:gd name="connsiteX22" fmla="*/ 423121 w 516701"/>
                    <a:gd name="connsiteY22" fmla="*/ 90030 h 547694"/>
                    <a:gd name="connsiteX23" fmla="*/ 489024 w 516701"/>
                    <a:gd name="connsiteY23" fmla="*/ 203414 h 547694"/>
                    <a:gd name="connsiteX24" fmla="*/ 494740 w 516701"/>
                    <a:gd name="connsiteY24" fmla="*/ 228346 h 547694"/>
                    <a:gd name="connsiteX25" fmla="*/ 490135 w 516701"/>
                    <a:gd name="connsiteY25" fmla="*/ 173242 h 547694"/>
                    <a:gd name="connsiteX26" fmla="*/ 401365 w 516701"/>
                    <a:gd name="connsiteY26" fmla="*/ 63034 h 547694"/>
                    <a:gd name="connsiteX27" fmla="*/ 174439 w 516701"/>
                    <a:gd name="connsiteY27" fmla="*/ 53347 h 547694"/>
                    <a:gd name="connsiteX28" fmla="*/ 157447 w 516701"/>
                    <a:gd name="connsiteY28" fmla="*/ 60017 h 547694"/>
                    <a:gd name="connsiteX29" fmla="*/ 26595 w 516701"/>
                    <a:gd name="connsiteY29" fmla="*/ 200873 h 547694"/>
                    <a:gd name="connsiteX30" fmla="*/ 17384 w 516701"/>
                    <a:gd name="connsiteY30" fmla="*/ 304253 h 547694"/>
                    <a:gd name="connsiteX31" fmla="*/ 38664 w 516701"/>
                    <a:gd name="connsiteY31" fmla="*/ 357769 h 547694"/>
                    <a:gd name="connsiteX32" fmla="*/ 50732 w 516701"/>
                    <a:gd name="connsiteY32" fmla="*/ 181658 h 547694"/>
                    <a:gd name="connsiteX33" fmla="*/ 174439 w 516701"/>
                    <a:gd name="connsiteY33" fmla="*/ 53506 h 547694"/>
                    <a:gd name="connsiteX34" fmla="*/ 79317 w 516701"/>
                    <a:gd name="connsiteY34" fmla="*/ 433041 h 547694"/>
                    <a:gd name="connsiteX35" fmla="*/ 246217 w 516701"/>
                    <a:gd name="connsiteY35" fmla="*/ 533562 h 547694"/>
                    <a:gd name="connsiteX36" fmla="*/ 79317 w 516701"/>
                    <a:gd name="connsiteY36" fmla="*/ 433041 h 547694"/>
                    <a:gd name="connsiteX37" fmla="*/ 250028 w 516701"/>
                    <a:gd name="connsiteY37" fmla="*/ 29051 h 547694"/>
                    <a:gd name="connsiteX38" fmla="*/ 315136 w 516701"/>
                    <a:gd name="connsiteY38" fmla="*/ 23969 h 547694"/>
                    <a:gd name="connsiteX39" fmla="*/ 377704 w 516701"/>
                    <a:gd name="connsiteY39" fmla="*/ 33973 h 547694"/>
                    <a:gd name="connsiteX40" fmla="*/ 249869 w 516701"/>
                    <a:gd name="connsiteY40" fmla="*/ 29051 h 547694"/>
                    <a:gd name="connsiteX41" fmla="*/ 299256 w 516701"/>
                    <a:gd name="connsiteY41" fmla="*/ 482904 h 547694"/>
                    <a:gd name="connsiteX42" fmla="*/ 293539 w 516701"/>
                    <a:gd name="connsiteY42" fmla="*/ 467183 h 547694"/>
                    <a:gd name="connsiteX43" fmla="*/ 282582 w 516701"/>
                    <a:gd name="connsiteY43" fmla="*/ 473852 h 547694"/>
                    <a:gd name="connsiteX44" fmla="*/ 290999 w 516701"/>
                    <a:gd name="connsiteY44" fmla="*/ 487351 h 547694"/>
                    <a:gd name="connsiteX45" fmla="*/ 299256 w 516701"/>
                    <a:gd name="connsiteY45" fmla="*/ 482904 h 547694"/>
                    <a:gd name="connsiteX46" fmla="*/ 318312 w 516701"/>
                    <a:gd name="connsiteY46" fmla="*/ 465912 h 547694"/>
                    <a:gd name="connsiteX47" fmla="*/ 308467 w 516701"/>
                    <a:gd name="connsiteY47" fmla="*/ 471470 h 547694"/>
                    <a:gd name="connsiteX48" fmla="*/ 316566 w 516701"/>
                    <a:gd name="connsiteY48" fmla="*/ 483222 h 547694"/>
                    <a:gd name="connsiteX49" fmla="*/ 325617 w 516701"/>
                    <a:gd name="connsiteY49" fmla="*/ 476076 h 547694"/>
                    <a:gd name="connsiteX50" fmla="*/ 318312 w 516701"/>
                    <a:gd name="connsiteY50" fmla="*/ 465754 h 547694"/>
                    <a:gd name="connsiteX51" fmla="*/ 370876 w 516701"/>
                    <a:gd name="connsiteY51" fmla="*/ 50806 h 547694"/>
                    <a:gd name="connsiteX52" fmla="*/ 351660 w 516701"/>
                    <a:gd name="connsiteY52" fmla="*/ 44931 h 547694"/>
                    <a:gd name="connsiteX53" fmla="*/ 370876 w 516701"/>
                    <a:gd name="connsiteY53" fmla="*/ 50806 h 547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</a:cxnLst>
                  <a:rect l="l" t="t" r="r" b="b"/>
                  <a:pathLst>
                    <a:path w="516701" h="547694">
                      <a:moveTo>
                        <a:pt x="507286" y="318704"/>
                      </a:moveTo>
                      <a:cubicBezTo>
                        <a:pt x="504427" y="344906"/>
                        <a:pt x="495376" y="378254"/>
                        <a:pt x="480289" y="409856"/>
                      </a:cubicBezTo>
                      <a:cubicBezTo>
                        <a:pt x="454881" y="463372"/>
                        <a:pt x="419151" y="506724"/>
                        <a:pt x="361983" y="528480"/>
                      </a:cubicBezTo>
                      <a:cubicBezTo>
                        <a:pt x="351978" y="532291"/>
                        <a:pt x="341656" y="534832"/>
                        <a:pt x="331175" y="536261"/>
                      </a:cubicBezTo>
                      <a:cubicBezTo>
                        <a:pt x="303861" y="539914"/>
                        <a:pt x="277183" y="547536"/>
                        <a:pt x="249234" y="547695"/>
                      </a:cubicBezTo>
                      <a:cubicBezTo>
                        <a:pt x="221602" y="547695"/>
                        <a:pt x="195559" y="543090"/>
                        <a:pt x="169357" y="534038"/>
                      </a:cubicBezTo>
                      <a:cubicBezTo>
                        <a:pt x="129815" y="520222"/>
                        <a:pt x="100596" y="494814"/>
                        <a:pt x="79317" y="459402"/>
                      </a:cubicBezTo>
                      <a:cubicBezTo>
                        <a:pt x="76617" y="454796"/>
                        <a:pt x="73282" y="450350"/>
                        <a:pt x="72012" y="445268"/>
                      </a:cubicBezTo>
                      <a:cubicBezTo>
                        <a:pt x="66613" y="424783"/>
                        <a:pt x="54544" y="408585"/>
                        <a:pt x="42316" y="391752"/>
                      </a:cubicBezTo>
                      <a:cubicBezTo>
                        <a:pt x="13732" y="352528"/>
                        <a:pt x="-1196" y="307905"/>
                        <a:pt x="75" y="258836"/>
                      </a:cubicBezTo>
                      <a:cubicBezTo>
                        <a:pt x="869" y="231204"/>
                        <a:pt x="9444" y="205161"/>
                        <a:pt x="20084" y="180070"/>
                      </a:cubicBezTo>
                      <a:cubicBezTo>
                        <a:pt x="48509" y="113850"/>
                        <a:pt x="96944" y="67639"/>
                        <a:pt x="163958" y="40802"/>
                      </a:cubicBezTo>
                      <a:cubicBezTo>
                        <a:pt x="180949" y="33973"/>
                        <a:pt x="198576" y="30639"/>
                        <a:pt x="216521" y="28892"/>
                      </a:cubicBezTo>
                      <a:cubicBezTo>
                        <a:pt x="223667" y="28257"/>
                        <a:pt x="229860" y="26192"/>
                        <a:pt x="235736" y="22381"/>
                      </a:cubicBezTo>
                      <a:cubicBezTo>
                        <a:pt x="276389" y="-3504"/>
                        <a:pt x="318948" y="-5886"/>
                        <a:pt x="364206" y="9836"/>
                      </a:cubicBezTo>
                      <a:cubicBezTo>
                        <a:pt x="421057" y="29686"/>
                        <a:pt x="464092" y="64940"/>
                        <a:pt x="492994" y="117662"/>
                      </a:cubicBezTo>
                      <a:cubicBezTo>
                        <a:pt x="507444" y="143864"/>
                        <a:pt x="513002" y="172289"/>
                        <a:pt x="515702" y="201667"/>
                      </a:cubicBezTo>
                      <a:cubicBezTo>
                        <a:pt x="519037" y="238192"/>
                        <a:pt x="513479" y="274081"/>
                        <a:pt x="507127" y="318386"/>
                      </a:cubicBezTo>
                      <a:close/>
                      <a:moveTo>
                        <a:pt x="401365" y="62875"/>
                      </a:moveTo>
                      <a:cubicBezTo>
                        <a:pt x="395013" y="60970"/>
                        <a:pt x="390249" y="54300"/>
                        <a:pt x="381198" y="56682"/>
                      </a:cubicBezTo>
                      <a:cubicBezTo>
                        <a:pt x="387867" y="61922"/>
                        <a:pt x="394060" y="64940"/>
                        <a:pt x="401842" y="62716"/>
                      </a:cubicBezTo>
                      <a:cubicBezTo>
                        <a:pt x="401524" y="64781"/>
                        <a:pt x="401365" y="66686"/>
                        <a:pt x="402636" y="68751"/>
                      </a:cubicBezTo>
                      <a:cubicBezTo>
                        <a:pt x="408194" y="77167"/>
                        <a:pt x="415340" y="83678"/>
                        <a:pt x="423121" y="90030"/>
                      </a:cubicBezTo>
                      <a:cubicBezTo>
                        <a:pt x="459645" y="119250"/>
                        <a:pt x="478384" y="159109"/>
                        <a:pt x="489024" y="203414"/>
                      </a:cubicBezTo>
                      <a:cubicBezTo>
                        <a:pt x="491088" y="211672"/>
                        <a:pt x="492835" y="220088"/>
                        <a:pt x="494740" y="228346"/>
                      </a:cubicBezTo>
                      <a:cubicBezTo>
                        <a:pt x="496646" y="209449"/>
                        <a:pt x="495534" y="191028"/>
                        <a:pt x="490135" y="173242"/>
                      </a:cubicBezTo>
                      <a:cubicBezTo>
                        <a:pt x="475208" y="124808"/>
                        <a:pt x="444242" y="89236"/>
                        <a:pt x="401365" y="63034"/>
                      </a:cubicBezTo>
                      <a:close/>
                      <a:moveTo>
                        <a:pt x="174439" y="53347"/>
                      </a:moveTo>
                      <a:cubicBezTo>
                        <a:pt x="168722" y="55570"/>
                        <a:pt x="163005" y="57476"/>
                        <a:pt x="157447" y="60017"/>
                      </a:cubicBezTo>
                      <a:cubicBezTo>
                        <a:pt x="94085" y="88601"/>
                        <a:pt x="50891" y="135765"/>
                        <a:pt x="26595" y="200873"/>
                      </a:cubicBezTo>
                      <a:cubicBezTo>
                        <a:pt x="13891" y="234698"/>
                        <a:pt x="9285" y="268840"/>
                        <a:pt x="17384" y="304253"/>
                      </a:cubicBezTo>
                      <a:cubicBezTo>
                        <a:pt x="21672" y="322991"/>
                        <a:pt x="27230" y="341412"/>
                        <a:pt x="38664" y="357769"/>
                      </a:cubicBezTo>
                      <a:cubicBezTo>
                        <a:pt x="21195" y="297424"/>
                        <a:pt x="25324" y="238509"/>
                        <a:pt x="50732" y="181658"/>
                      </a:cubicBezTo>
                      <a:cubicBezTo>
                        <a:pt x="76299" y="124172"/>
                        <a:pt x="120923" y="84790"/>
                        <a:pt x="174439" y="53506"/>
                      </a:cubicBezTo>
                      <a:close/>
                      <a:moveTo>
                        <a:pt x="79317" y="433041"/>
                      </a:moveTo>
                      <a:cubicBezTo>
                        <a:pt x="109489" y="506089"/>
                        <a:pt x="184125" y="539596"/>
                        <a:pt x="246217" y="533562"/>
                      </a:cubicBezTo>
                      <a:cubicBezTo>
                        <a:pt x="180314" y="511488"/>
                        <a:pt x="149824" y="500849"/>
                        <a:pt x="79317" y="433041"/>
                      </a:cubicBezTo>
                      <a:close/>
                      <a:moveTo>
                        <a:pt x="250028" y="29051"/>
                      </a:moveTo>
                      <a:cubicBezTo>
                        <a:pt x="274166" y="27145"/>
                        <a:pt x="294492" y="22857"/>
                        <a:pt x="315136" y="23969"/>
                      </a:cubicBezTo>
                      <a:cubicBezTo>
                        <a:pt x="336416" y="25081"/>
                        <a:pt x="357219" y="28733"/>
                        <a:pt x="377704" y="33973"/>
                      </a:cubicBezTo>
                      <a:cubicBezTo>
                        <a:pt x="342926" y="11582"/>
                        <a:pt x="284329" y="5230"/>
                        <a:pt x="249869" y="29051"/>
                      </a:cubicBezTo>
                      <a:close/>
                      <a:moveTo>
                        <a:pt x="299256" y="482904"/>
                      </a:moveTo>
                      <a:cubicBezTo>
                        <a:pt x="301797" y="473535"/>
                        <a:pt x="299256" y="467977"/>
                        <a:pt x="293539" y="467183"/>
                      </a:cubicBezTo>
                      <a:cubicBezTo>
                        <a:pt x="288299" y="466389"/>
                        <a:pt x="284011" y="468294"/>
                        <a:pt x="282582" y="473852"/>
                      </a:cubicBezTo>
                      <a:cubicBezTo>
                        <a:pt x="281312" y="478775"/>
                        <a:pt x="285917" y="486080"/>
                        <a:pt x="290999" y="487351"/>
                      </a:cubicBezTo>
                      <a:cubicBezTo>
                        <a:pt x="296557" y="488780"/>
                        <a:pt x="298621" y="485445"/>
                        <a:pt x="299256" y="482904"/>
                      </a:cubicBezTo>
                      <a:close/>
                      <a:moveTo>
                        <a:pt x="318312" y="465912"/>
                      </a:moveTo>
                      <a:cubicBezTo>
                        <a:pt x="313231" y="464960"/>
                        <a:pt x="309578" y="467183"/>
                        <a:pt x="308467" y="471470"/>
                      </a:cubicBezTo>
                      <a:cubicBezTo>
                        <a:pt x="307355" y="475917"/>
                        <a:pt x="311960" y="483063"/>
                        <a:pt x="316566" y="483222"/>
                      </a:cubicBezTo>
                      <a:cubicBezTo>
                        <a:pt x="321330" y="483539"/>
                        <a:pt x="324664" y="480998"/>
                        <a:pt x="325617" y="476076"/>
                      </a:cubicBezTo>
                      <a:cubicBezTo>
                        <a:pt x="326570" y="470359"/>
                        <a:pt x="324029" y="466865"/>
                        <a:pt x="318312" y="465754"/>
                      </a:cubicBezTo>
                      <a:close/>
                      <a:moveTo>
                        <a:pt x="370876" y="50806"/>
                      </a:moveTo>
                      <a:cubicBezTo>
                        <a:pt x="365476" y="47789"/>
                        <a:pt x="359918" y="44137"/>
                        <a:pt x="351660" y="44931"/>
                      </a:cubicBezTo>
                      <a:cubicBezTo>
                        <a:pt x="358013" y="50012"/>
                        <a:pt x="363888" y="51759"/>
                        <a:pt x="370876" y="50806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5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b="1" dirty="0">
                      <a:solidFill>
                        <a:srgbClr val="FFFFFF"/>
                      </a:solidFill>
                    </a:rPr>
                    <a:t>4</a:t>
                  </a:r>
                  <a:endParaRPr lang="zh-CN" altLang="en-US" b="1" dirty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44" name="Bullet4" descr="46dcb823-8ebe-43ae-a748-12015d341c96">
                <a:extLst>
                  <a:ext uri="{FF2B5EF4-FFF2-40B4-BE49-F238E27FC236}">
                    <a16:creationId id="{6755EC72-C639-6B4D-0093-C2A15908300A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77922" y="2278371"/>
                <a:ext cx="2335668" cy="782185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solidFill>
                      <a:srgbClr val="000000"/>
                    </a:solidFill>
                  </a:rPr>
                  <a:t>使用协作工具</a:t>
                </a:r>
                <a:endParaRPr lang="en-US" dirty="0"/>
              </a:p>
            </p:txBody>
          </p:sp>
          <p:sp>
            <p:nvSpPr>
              <p:cNvPr id="45" name="Text4" descr="2914fa06-b38c-4471-af02-6f4f124180db">
                <a:extLst>
                  <a:ext uri="{FF2B5EF4-FFF2-40B4-BE49-F238E27FC236}">
                    <a16:creationId id="{AABC0453-E9F0-8885-1BE1-5C5FCC24F77C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77923" y="3060556"/>
                <a:ext cx="2335668" cy="736889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rgbClr val="000000"/>
                    </a:solidFill>
                  </a:rPr>
                  <a:t>使用腾讯文档等工具，提升信息共享与记录效率。</a:t>
                </a:r>
                <a:endParaRPr lang="en-US" dirty="0"/>
              </a:p>
            </p:txBody>
          </p:sp>
        </p:grpSp>
        <p:grpSp>
          <p:nvGrpSpPr>
            <p:cNvPr id="15" name="组合 14" descr="6214d4b8-9112-4eaf-bead-c9b06a0e201a">
              <a:extLst>
                <a:ext uri="{FF2B5EF4-FFF2-40B4-BE49-F238E27FC236}">
                  <a16:creationId id="{66872FC7-B84F-0293-354A-949138810E17}"/>
                </a:ext>
              </a:extLst>
            </p:cNvPr>
            <p:cNvGrpSpPr/>
            <p:nvPr/>
          </p:nvGrpSpPr>
          <p:grpSpPr>
            <a:xfrm>
              <a:off x="2038158" y="4061932"/>
              <a:ext cx="2591953" cy="2328642"/>
              <a:chOff x="660400" y="1688485"/>
              <a:chExt cx="2591953" cy="2328642"/>
            </a:xfrm>
          </p:grpSpPr>
          <p:grpSp>
            <p:nvGrpSpPr>
              <p:cNvPr id="37" name="组合 36" descr="9661a767-024a-4532-95b1-a1d42073b429">
                <a:extLst>
                  <a:ext uri="{FF2B5EF4-FFF2-40B4-BE49-F238E27FC236}">
                    <a16:creationId id="{0CFC74DB-EC38-6EA0-CDAE-5BE9FD8A1BC8}"/>
                  </a:ext>
                </a:extLst>
              </p:cNvPr>
              <p:cNvGrpSpPr/>
              <p:nvPr/>
            </p:nvGrpSpPr>
            <p:grpSpPr>
              <a:xfrm>
                <a:off x="660400" y="1688485"/>
                <a:ext cx="2591953" cy="2328642"/>
                <a:chOff x="660387" y="1445417"/>
                <a:chExt cx="2591953" cy="2328642"/>
              </a:xfrm>
            </p:grpSpPr>
            <p:sp>
              <p:nvSpPr>
                <p:cNvPr id="40" name="Shape5" descr="ebe85b44-1f91-40ba-a4ed-b810ccec02c0">
                  <a:extLst>
                    <a:ext uri="{FF2B5EF4-FFF2-40B4-BE49-F238E27FC236}">
                      <a16:creationId id="{B0BA3DF2-0BF2-14EF-8967-F97641ADD4CA}"/>
                    </a:ext>
                  </a:extLst>
                </p:cNvPr>
                <p:cNvSpPr/>
                <p:nvPr/>
              </p:nvSpPr>
              <p:spPr>
                <a:xfrm>
                  <a:off x="660387" y="1686639"/>
                  <a:ext cx="2591953" cy="2087420"/>
                </a:xfrm>
                <a:custGeom>
                  <a:avLst/>
                  <a:gdLst>
                    <a:gd name="connsiteX0" fmla="*/ 2191927 w 2591953"/>
                    <a:gd name="connsiteY0" fmla="*/ 2068431 h 2087420"/>
                    <a:gd name="connsiteX1" fmla="*/ 1817568 w 2591953"/>
                    <a:gd name="connsiteY1" fmla="*/ 2075278 h 2087420"/>
                    <a:gd name="connsiteX2" fmla="*/ 1101726 w 2591953"/>
                    <a:gd name="connsiteY2" fmla="*/ 2069107 h 2087420"/>
                    <a:gd name="connsiteX3" fmla="*/ 310276 w 2591953"/>
                    <a:gd name="connsiteY3" fmla="*/ 2040958 h 2087420"/>
                    <a:gd name="connsiteX4" fmla="*/ 74701 w 2591953"/>
                    <a:gd name="connsiteY4" fmla="*/ 1875186 h 2087420"/>
                    <a:gd name="connsiteX5" fmla="*/ 842 w 2591953"/>
                    <a:gd name="connsiteY5" fmla="*/ 1591321 h 2087420"/>
                    <a:gd name="connsiteX6" fmla="*/ 5447 w 2591953"/>
                    <a:gd name="connsiteY6" fmla="*/ 754518 h 2087420"/>
                    <a:gd name="connsiteX7" fmla="*/ 100303 w 2591953"/>
                    <a:gd name="connsiteY7" fmla="*/ 147901 h 2087420"/>
                    <a:gd name="connsiteX8" fmla="*/ 550271 w 2591953"/>
                    <a:gd name="connsiteY8" fmla="*/ 13323 h 2087420"/>
                    <a:gd name="connsiteX9" fmla="*/ 1112961 w 2591953"/>
                    <a:gd name="connsiteY9" fmla="*/ 85346 h 2087420"/>
                    <a:gd name="connsiteX10" fmla="*/ 2125159 w 2591953"/>
                    <a:gd name="connsiteY10" fmla="*/ 981 h 2087420"/>
                    <a:gd name="connsiteX11" fmla="*/ 2531015 w 2591953"/>
                    <a:gd name="connsiteY11" fmla="*/ 201242 h 2087420"/>
                    <a:gd name="connsiteX12" fmla="*/ 2583876 w 2591953"/>
                    <a:gd name="connsiteY12" fmla="*/ 739640 h 2087420"/>
                    <a:gd name="connsiteX13" fmla="*/ 2570431 w 2591953"/>
                    <a:gd name="connsiteY13" fmla="*/ 1387847 h 2087420"/>
                    <a:gd name="connsiteX14" fmla="*/ 2366076 w 2591953"/>
                    <a:gd name="connsiteY14" fmla="*/ 2004777 h 2087420"/>
                    <a:gd name="connsiteX15" fmla="*/ 2191835 w 2591953"/>
                    <a:gd name="connsiteY15" fmla="*/ 2068431 h 2087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591953" h="2087420">
                      <a:moveTo>
                        <a:pt x="2191927" y="2068431"/>
                      </a:moveTo>
                      <a:cubicBezTo>
                        <a:pt x="2069903" y="2089142"/>
                        <a:pt x="1936460" y="2076377"/>
                        <a:pt x="1817568" y="2075278"/>
                      </a:cubicBezTo>
                      <a:cubicBezTo>
                        <a:pt x="1578954" y="2072996"/>
                        <a:pt x="1340340" y="2063444"/>
                        <a:pt x="1101726" y="2069107"/>
                      </a:cubicBezTo>
                      <a:cubicBezTo>
                        <a:pt x="851140" y="2075109"/>
                        <a:pt x="551100" y="2120504"/>
                        <a:pt x="310276" y="2040958"/>
                      </a:cubicBezTo>
                      <a:cubicBezTo>
                        <a:pt x="215420" y="2009680"/>
                        <a:pt x="128299" y="1953549"/>
                        <a:pt x="74701" y="1875186"/>
                      </a:cubicBezTo>
                      <a:cubicBezTo>
                        <a:pt x="17603" y="1791751"/>
                        <a:pt x="2131" y="1689887"/>
                        <a:pt x="842" y="1591321"/>
                      </a:cubicBezTo>
                      <a:cubicBezTo>
                        <a:pt x="-2750" y="1312612"/>
                        <a:pt x="6368" y="1033396"/>
                        <a:pt x="5447" y="754518"/>
                      </a:cubicBezTo>
                      <a:cubicBezTo>
                        <a:pt x="4802" y="552650"/>
                        <a:pt x="-14538" y="330833"/>
                        <a:pt x="100303" y="147901"/>
                      </a:cubicBezTo>
                      <a:cubicBezTo>
                        <a:pt x="192212" y="1488"/>
                        <a:pt x="386713" y="-11361"/>
                        <a:pt x="550271" y="13323"/>
                      </a:cubicBezTo>
                      <a:cubicBezTo>
                        <a:pt x="738326" y="41726"/>
                        <a:pt x="922881" y="77146"/>
                        <a:pt x="1112961" y="85346"/>
                      </a:cubicBezTo>
                      <a:cubicBezTo>
                        <a:pt x="1453615" y="100055"/>
                        <a:pt x="1785611" y="-11530"/>
                        <a:pt x="2125159" y="981"/>
                      </a:cubicBezTo>
                      <a:cubicBezTo>
                        <a:pt x="2286691" y="6898"/>
                        <a:pt x="2449420" y="66157"/>
                        <a:pt x="2531015" y="201242"/>
                      </a:cubicBezTo>
                      <a:cubicBezTo>
                        <a:pt x="2618319" y="345880"/>
                        <a:pt x="2587192" y="579025"/>
                        <a:pt x="2583876" y="739640"/>
                      </a:cubicBezTo>
                      <a:cubicBezTo>
                        <a:pt x="2579364" y="955709"/>
                        <a:pt x="2574943" y="1171778"/>
                        <a:pt x="2570431" y="1387847"/>
                      </a:cubicBezTo>
                      <a:cubicBezTo>
                        <a:pt x="2566102" y="1597661"/>
                        <a:pt x="2575220" y="1870706"/>
                        <a:pt x="2366076" y="2004777"/>
                      </a:cubicBezTo>
                      <a:cubicBezTo>
                        <a:pt x="2313214" y="2038675"/>
                        <a:pt x="2253998" y="2057864"/>
                        <a:pt x="2191835" y="206843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91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1" name="ComponentBackground5" descr="a6bad8c2-8134-4d44-940c-22df1877815a">
                  <a:extLst>
                    <a:ext uri="{FF2B5EF4-FFF2-40B4-BE49-F238E27FC236}">
                      <a16:creationId id="{E93F93F0-4135-A84A-3DD8-D81A496886E6}"/>
                    </a:ext>
                  </a:extLst>
                </p:cNvPr>
                <p:cNvSpPr/>
                <p:nvPr/>
              </p:nvSpPr>
              <p:spPr>
                <a:xfrm>
                  <a:off x="704486" y="1728831"/>
                  <a:ext cx="2499650" cy="2003035"/>
                </a:xfrm>
                <a:custGeom>
                  <a:avLst/>
                  <a:gdLst>
                    <a:gd name="connsiteX0" fmla="*/ 618420 w 2499650"/>
                    <a:gd name="connsiteY0" fmla="*/ 2003035 h 2003035"/>
                    <a:gd name="connsiteX1" fmla="*/ 279792 w 2499650"/>
                    <a:gd name="connsiteY1" fmla="*/ 1959078 h 2003035"/>
                    <a:gd name="connsiteX2" fmla="*/ 67609 w 2499650"/>
                    <a:gd name="connsiteY2" fmla="*/ 1810551 h 2003035"/>
                    <a:gd name="connsiteX3" fmla="*/ 842 w 2499650"/>
                    <a:gd name="connsiteY3" fmla="*/ 1548749 h 2003035"/>
                    <a:gd name="connsiteX4" fmla="*/ 2776 w 2499650"/>
                    <a:gd name="connsiteY4" fmla="*/ 1083051 h 2003035"/>
                    <a:gd name="connsiteX5" fmla="*/ 5446 w 2499650"/>
                    <a:gd name="connsiteY5" fmla="*/ 712284 h 2003035"/>
                    <a:gd name="connsiteX6" fmla="*/ 4617 w 2499650"/>
                    <a:gd name="connsiteY6" fmla="*/ 637979 h 2003035"/>
                    <a:gd name="connsiteX7" fmla="*/ 94040 w 2499650"/>
                    <a:gd name="connsiteY7" fmla="*/ 126886 h 2003035"/>
                    <a:gd name="connsiteX8" fmla="*/ 378056 w 2499650"/>
                    <a:gd name="connsiteY8" fmla="*/ 3466 h 2003035"/>
                    <a:gd name="connsiteX9" fmla="*/ 496672 w 2499650"/>
                    <a:gd name="connsiteY9" fmla="*/ 12934 h 2003035"/>
                    <a:gd name="connsiteX10" fmla="*/ 615012 w 2499650"/>
                    <a:gd name="connsiteY10" fmla="*/ 31447 h 2003035"/>
                    <a:gd name="connsiteX11" fmla="*/ 1064612 w 2499650"/>
                    <a:gd name="connsiteY11" fmla="*/ 85379 h 2003035"/>
                    <a:gd name="connsiteX12" fmla="*/ 1129998 w 2499650"/>
                    <a:gd name="connsiteY12" fmla="*/ 86732 h 2003035"/>
                    <a:gd name="connsiteX13" fmla="*/ 1585216 w 2499650"/>
                    <a:gd name="connsiteY13" fmla="*/ 42774 h 2003035"/>
                    <a:gd name="connsiteX14" fmla="*/ 2024777 w 2499650"/>
                    <a:gd name="connsiteY14" fmla="*/ 0 h 2003035"/>
                    <a:gd name="connsiteX15" fmla="*/ 2077178 w 2499650"/>
                    <a:gd name="connsiteY15" fmla="*/ 930 h 2003035"/>
                    <a:gd name="connsiteX16" fmla="*/ 2444539 w 2499650"/>
                    <a:gd name="connsiteY16" fmla="*/ 179466 h 2003035"/>
                    <a:gd name="connsiteX17" fmla="*/ 2495190 w 2499650"/>
                    <a:gd name="connsiteY17" fmla="*/ 605011 h 2003035"/>
                    <a:gd name="connsiteX18" fmla="*/ 2491598 w 2499650"/>
                    <a:gd name="connsiteY18" fmla="*/ 696561 h 2003035"/>
                    <a:gd name="connsiteX19" fmla="*/ 2478153 w 2499650"/>
                    <a:gd name="connsiteY19" fmla="*/ 1344768 h 2003035"/>
                    <a:gd name="connsiteX20" fmla="*/ 2477416 w 2499650"/>
                    <a:gd name="connsiteY20" fmla="*/ 1384499 h 2003035"/>
                    <a:gd name="connsiteX21" fmla="*/ 2293505 w 2499650"/>
                    <a:gd name="connsiteY21" fmla="*/ 1927800 h 2003035"/>
                    <a:gd name="connsiteX22" fmla="*/ 2137315 w 2499650"/>
                    <a:gd name="connsiteY22" fmla="*/ 1984522 h 2003035"/>
                    <a:gd name="connsiteX23" fmla="*/ 1980480 w 2499650"/>
                    <a:gd name="connsiteY23" fmla="*/ 1995512 h 2003035"/>
                    <a:gd name="connsiteX24" fmla="*/ 1865364 w 2499650"/>
                    <a:gd name="connsiteY24" fmla="*/ 1992976 h 2003035"/>
                    <a:gd name="connsiteX25" fmla="*/ 1771705 w 2499650"/>
                    <a:gd name="connsiteY25" fmla="*/ 1990609 h 2003035"/>
                    <a:gd name="connsiteX26" fmla="*/ 1539906 w 2499650"/>
                    <a:gd name="connsiteY26" fmla="*/ 1986889 h 2003035"/>
                    <a:gd name="connsiteX27" fmla="*/ 1215092 w 2499650"/>
                    <a:gd name="connsiteY27" fmla="*/ 1982663 h 2003035"/>
                    <a:gd name="connsiteX28" fmla="*/ 1054205 w 2499650"/>
                    <a:gd name="connsiteY28" fmla="*/ 1984438 h 2003035"/>
                    <a:gd name="connsiteX29" fmla="*/ 871953 w 2499650"/>
                    <a:gd name="connsiteY29" fmla="*/ 1992976 h 2003035"/>
                    <a:gd name="connsiteX30" fmla="*/ 618143 w 2499650"/>
                    <a:gd name="connsiteY30" fmla="*/ 2002782 h 20030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2499650" h="2003035">
                      <a:moveTo>
                        <a:pt x="618420" y="2003035"/>
                      </a:moveTo>
                      <a:cubicBezTo>
                        <a:pt x="478253" y="2003035"/>
                        <a:pt x="370688" y="1989087"/>
                        <a:pt x="279792" y="1959078"/>
                      </a:cubicBezTo>
                      <a:cubicBezTo>
                        <a:pt x="187607" y="1928645"/>
                        <a:pt x="112275" y="1875896"/>
                        <a:pt x="67609" y="1810551"/>
                      </a:cubicBezTo>
                      <a:cubicBezTo>
                        <a:pt x="23497" y="1746052"/>
                        <a:pt x="2315" y="1662870"/>
                        <a:pt x="842" y="1548749"/>
                      </a:cubicBezTo>
                      <a:cubicBezTo>
                        <a:pt x="-1185" y="1393798"/>
                        <a:pt x="842" y="1235804"/>
                        <a:pt x="2776" y="1083051"/>
                      </a:cubicBezTo>
                      <a:cubicBezTo>
                        <a:pt x="4341" y="961575"/>
                        <a:pt x="5907" y="835958"/>
                        <a:pt x="5446" y="712284"/>
                      </a:cubicBezTo>
                      <a:cubicBezTo>
                        <a:pt x="5446" y="687769"/>
                        <a:pt x="4986" y="663001"/>
                        <a:pt x="4617" y="637979"/>
                      </a:cubicBezTo>
                      <a:cubicBezTo>
                        <a:pt x="2039" y="460880"/>
                        <a:pt x="-540" y="277695"/>
                        <a:pt x="94040" y="126886"/>
                      </a:cubicBezTo>
                      <a:cubicBezTo>
                        <a:pt x="145428" y="45057"/>
                        <a:pt x="241021" y="3466"/>
                        <a:pt x="378056" y="3466"/>
                      </a:cubicBezTo>
                      <a:cubicBezTo>
                        <a:pt x="415354" y="3466"/>
                        <a:pt x="455230" y="6678"/>
                        <a:pt x="496672" y="12934"/>
                      </a:cubicBezTo>
                      <a:cubicBezTo>
                        <a:pt x="536272" y="18936"/>
                        <a:pt x="575688" y="25191"/>
                        <a:pt x="615012" y="31447"/>
                      </a:cubicBezTo>
                      <a:cubicBezTo>
                        <a:pt x="760980" y="54694"/>
                        <a:pt x="911829" y="78786"/>
                        <a:pt x="1064612" y="85379"/>
                      </a:cubicBezTo>
                      <a:cubicBezTo>
                        <a:pt x="1085885" y="86309"/>
                        <a:pt x="1107896" y="86732"/>
                        <a:pt x="1129998" y="86732"/>
                      </a:cubicBezTo>
                      <a:cubicBezTo>
                        <a:pt x="1283978" y="86732"/>
                        <a:pt x="1437129" y="64415"/>
                        <a:pt x="1585216" y="42774"/>
                      </a:cubicBezTo>
                      <a:cubicBezTo>
                        <a:pt x="1729434" y="21725"/>
                        <a:pt x="1878625" y="0"/>
                        <a:pt x="2024777" y="0"/>
                      </a:cubicBezTo>
                      <a:cubicBezTo>
                        <a:pt x="2042459" y="0"/>
                        <a:pt x="2060049" y="338"/>
                        <a:pt x="2077178" y="930"/>
                      </a:cubicBezTo>
                      <a:cubicBezTo>
                        <a:pt x="2245893" y="7185"/>
                        <a:pt x="2379797" y="72192"/>
                        <a:pt x="2444539" y="179466"/>
                      </a:cubicBezTo>
                      <a:cubicBezTo>
                        <a:pt x="2510201" y="288261"/>
                        <a:pt x="2501913" y="463923"/>
                        <a:pt x="2495190" y="605011"/>
                      </a:cubicBezTo>
                      <a:cubicBezTo>
                        <a:pt x="2493624" y="637303"/>
                        <a:pt x="2492243" y="667819"/>
                        <a:pt x="2491598" y="696561"/>
                      </a:cubicBezTo>
                      <a:lnTo>
                        <a:pt x="2478153" y="1344768"/>
                      </a:lnTo>
                      <a:cubicBezTo>
                        <a:pt x="2477876" y="1357787"/>
                        <a:pt x="2477692" y="1371058"/>
                        <a:pt x="2477416" y="1384499"/>
                      </a:cubicBezTo>
                      <a:cubicBezTo>
                        <a:pt x="2474100" y="1586029"/>
                        <a:pt x="2470325" y="1814355"/>
                        <a:pt x="2293505" y="1927800"/>
                      </a:cubicBezTo>
                      <a:cubicBezTo>
                        <a:pt x="2250314" y="1955443"/>
                        <a:pt x="2199202" y="1974040"/>
                        <a:pt x="2137315" y="1984522"/>
                      </a:cubicBezTo>
                      <a:cubicBezTo>
                        <a:pt x="2093018" y="1992046"/>
                        <a:pt x="2043196" y="1995512"/>
                        <a:pt x="1980480" y="1995512"/>
                      </a:cubicBezTo>
                      <a:cubicBezTo>
                        <a:pt x="1942169" y="1995512"/>
                        <a:pt x="1903122" y="1994244"/>
                        <a:pt x="1865364" y="1992976"/>
                      </a:cubicBezTo>
                      <a:cubicBezTo>
                        <a:pt x="1834420" y="1991961"/>
                        <a:pt x="1802372" y="1990862"/>
                        <a:pt x="1771705" y="1990609"/>
                      </a:cubicBezTo>
                      <a:cubicBezTo>
                        <a:pt x="1694530" y="1989848"/>
                        <a:pt x="1615883" y="1988326"/>
                        <a:pt x="1539906" y="1986889"/>
                      </a:cubicBezTo>
                      <a:cubicBezTo>
                        <a:pt x="1433538" y="1984860"/>
                        <a:pt x="1323486" y="1982663"/>
                        <a:pt x="1215092" y="1982663"/>
                      </a:cubicBezTo>
                      <a:cubicBezTo>
                        <a:pt x="1157442" y="1982663"/>
                        <a:pt x="1104857" y="1983254"/>
                        <a:pt x="1054205" y="1984438"/>
                      </a:cubicBezTo>
                      <a:cubicBezTo>
                        <a:pt x="995358" y="1985875"/>
                        <a:pt x="935405" y="1989256"/>
                        <a:pt x="871953" y="1992976"/>
                      </a:cubicBezTo>
                      <a:cubicBezTo>
                        <a:pt x="788608" y="1997794"/>
                        <a:pt x="702409" y="2002697"/>
                        <a:pt x="618143" y="2002782"/>
                      </a:cubicBezTo>
                      <a:close/>
                    </a:path>
                  </a:pathLst>
                </a:custGeom>
                <a:solidFill>
                  <a:schemeClr val="accent5">
                    <a:lumMod val="20000"/>
                    <a:lumOff val="80000"/>
                  </a:schemeClr>
                </a:solidFill>
                <a:ln w="91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2" name="Number5" descr="5dd466e8-c9a7-45b8-b773-c84a2f997152">
                  <a:extLst>
                    <a:ext uri="{FF2B5EF4-FFF2-40B4-BE49-F238E27FC236}">
                      <a16:creationId id="{7B0F6C35-CA46-04F8-1291-C9D7969A15FD}"/>
                    </a:ext>
                  </a:extLst>
                </p:cNvPr>
                <p:cNvSpPr/>
                <p:nvPr/>
              </p:nvSpPr>
              <p:spPr>
                <a:xfrm>
                  <a:off x="1695961" y="1445417"/>
                  <a:ext cx="516701" cy="547694"/>
                </a:xfrm>
                <a:custGeom>
                  <a:avLst/>
                  <a:gdLst>
                    <a:gd name="connsiteX0" fmla="*/ 507286 w 516701"/>
                    <a:gd name="connsiteY0" fmla="*/ 318704 h 547694"/>
                    <a:gd name="connsiteX1" fmla="*/ 480289 w 516701"/>
                    <a:gd name="connsiteY1" fmla="*/ 409856 h 547694"/>
                    <a:gd name="connsiteX2" fmla="*/ 361983 w 516701"/>
                    <a:gd name="connsiteY2" fmla="*/ 528480 h 547694"/>
                    <a:gd name="connsiteX3" fmla="*/ 331175 w 516701"/>
                    <a:gd name="connsiteY3" fmla="*/ 536261 h 547694"/>
                    <a:gd name="connsiteX4" fmla="*/ 249234 w 516701"/>
                    <a:gd name="connsiteY4" fmla="*/ 547695 h 547694"/>
                    <a:gd name="connsiteX5" fmla="*/ 169357 w 516701"/>
                    <a:gd name="connsiteY5" fmla="*/ 534038 h 547694"/>
                    <a:gd name="connsiteX6" fmla="*/ 79317 w 516701"/>
                    <a:gd name="connsiteY6" fmla="*/ 459402 h 547694"/>
                    <a:gd name="connsiteX7" fmla="*/ 72012 w 516701"/>
                    <a:gd name="connsiteY7" fmla="*/ 445268 h 547694"/>
                    <a:gd name="connsiteX8" fmla="*/ 42316 w 516701"/>
                    <a:gd name="connsiteY8" fmla="*/ 391752 h 547694"/>
                    <a:gd name="connsiteX9" fmla="*/ 75 w 516701"/>
                    <a:gd name="connsiteY9" fmla="*/ 258836 h 547694"/>
                    <a:gd name="connsiteX10" fmla="*/ 20084 w 516701"/>
                    <a:gd name="connsiteY10" fmla="*/ 180070 h 547694"/>
                    <a:gd name="connsiteX11" fmla="*/ 163958 w 516701"/>
                    <a:gd name="connsiteY11" fmla="*/ 40802 h 547694"/>
                    <a:gd name="connsiteX12" fmla="*/ 216521 w 516701"/>
                    <a:gd name="connsiteY12" fmla="*/ 28892 h 547694"/>
                    <a:gd name="connsiteX13" fmla="*/ 235736 w 516701"/>
                    <a:gd name="connsiteY13" fmla="*/ 22381 h 547694"/>
                    <a:gd name="connsiteX14" fmla="*/ 364206 w 516701"/>
                    <a:gd name="connsiteY14" fmla="*/ 9836 h 547694"/>
                    <a:gd name="connsiteX15" fmla="*/ 492994 w 516701"/>
                    <a:gd name="connsiteY15" fmla="*/ 117662 h 547694"/>
                    <a:gd name="connsiteX16" fmla="*/ 515702 w 516701"/>
                    <a:gd name="connsiteY16" fmla="*/ 201667 h 547694"/>
                    <a:gd name="connsiteX17" fmla="*/ 507127 w 516701"/>
                    <a:gd name="connsiteY17" fmla="*/ 318386 h 547694"/>
                    <a:gd name="connsiteX18" fmla="*/ 401365 w 516701"/>
                    <a:gd name="connsiteY18" fmla="*/ 62875 h 547694"/>
                    <a:gd name="connsiteX19" fmla="*/ 381198 w 516701"/>
                    <a:gd name="connsiteY19" fmla="*/ 56682 h 547694"/>
                    <a:gd name="connsiteX20" fmla="*/ 401842 w 516701"/>
                    <a:gd name="connsiteY20" fmla="*/ 62716 h 547694"/>
                    <a:gd name="connsiteX21" fmla="*/ 402636 w 516701"/>
                    <a:gd name="connsiteY21" fmla="*/ 68751 h 547694"/>
                    <a:gd name="connsiteX22" fmla="*/ 423121 w 516701"/>
                    <a:gd name="connsiteY22" fmla="*/ 90030 h 547694"/>
                    <a:gd name="connsiteX23" fmla="*/ 489024 w 516701"/>
                    <a:gd name="connsiteY23" fmla="*/ 203414 h 547694"/>
                    <a:gd name="connsiteX24" fmla="*/ 494740 w 516701"/>
                    <a:gd name="connsiteY24" fmla="*/ 228346 h 547694"/>
                    <a:gd name="connsiteX25" fmla="*/ 490135 w 516701"/>
                    <a:gd name="connsiteY25" fmla="*/ 173242 h 547694"/>
                    <a:gd name="connsiteX26" fmla="*/ 401365 w 516701"/>
                    <a:gd name="connsiteY26" fmla="*/ 63034 h 547694"/>
                    <a:gd name="connsiteX27" fmla="*/ 174439 w 516701"/>
                    <a:gd name="connsiteY27" fmla="*/ 53347 h 547694"/>
                    <a:gd name="connsiteX28" fmla="*/ 157447 w 516701"/>
                    <a:gd name="connsiteY28" fmla="*/ 60017 h 547694"/>
                    <a:gd name="connsiteX29" fmla="*/ 26595 w 516701"/>
                    <a:gd name="connsiteY29" fmla="*/ 200873 h 547694"/>
                    <a:gd name="connsiteX30" fmla="*/ 17384 w 516701"/>
                    <a:gd name="connsiteY30" fmla="*/ 304253 h 547694"/>
                    <a:gd name="connsiteX31" fmla="*/ 38664 w 516701"/>
                    <a:gd name="connsiteY31" fmla="*/ 357769 h 547694"/>
                    <a:gd name="connsiteX32" fmla="*/ 50732 w 516701"/>
                    <a:gd name="connsiteY32" fmla="*/ 181658 h 547694"/>
                    <a:gd name="connsiteX33" fmla="*/ 174439 w 516701"/>
                    <a:gd name="connsiteY33" fmla="*/ 53506 h 547694"/>
                    <a:gd name="connsiteX34" fmla="*/ 79317 w 516701"/>
                    <a:gd name="connsiteY34" fmla="*/ 433041 h 547694"/>
                    <a:gd name="connsiteX35" fmla="*/ 246217 w 516701"/>
                    <a:gd name="connsiteY35" fmla="*/ 533562 h 547694"/>
                    <a:gd name="connsiteX36" fmla="*/ 79317 w 516701"/>
                    <a:gd name="connsiteY36" fmla="*/ 433041 h 547694"/>
                    <a:gd name="connsiteX37" fmla="*/ 250028 w 516701"/>
                    <a:gd name="connsiteY37" fmla="*/ 29051 h 547694"/>
                    <a:gd name="connsiteX38" fmla="*/ 315136 w 516701"/>
                    <a:gd name="connsiteY38" fmla="*/ 23969 h 547694"/>
                    <a:gd name="connsiteX39" fmla="*/ 377704 w 516701"/>
                    <a:gd name="connsiteY39" fmla="*/ 33973 h 547694"/>
                    <a:gd name="connsiteX40" fmla="*/ 249869 w 516701"/>
                    <a:gd name="connsiteY40" fmla="*/ 29051 h 547694"/>
                    <a:gd name="connsiteX41" fmla="*/ 299256 w 516701"/>
                    <a:gd name="connsiteY41" fmla="*/ 482904 h 547694"/>
                    <a:gd name="connsiteX42" fmla="*/ 293539 w 516701"/>
                    <a:gd name="connsiteY42" fmla="*/ 467183 h 547694"/>
                    <a:gd name="connsiteX43" fmla="*/ 282582 w 516701"/>
                    <a:gd name="connsiteY43" fmla="*/ 473852 h 547694"/>
                    <a:gd name="connsiteX44" fmla="*/ 290999 w 516701"/>
                    <a:gd name="connsiteY44" fmla="*/ 487351 h 547694"/>
                    <a:gd name="connsiteX45" fmla="*/ 299256 w 516701"/>
                    <a:gd name="connsiteY45" fmla="*/ 482904 h 547694"/>
                    <a:gd name="connsiteX46" fmla="*/ 318312 w 516701"/>
                    <a:gd name="connsiteY46" fmla="*/ 465912 h 547694"/>
                    <a:gd name="connsiteX47" fmla="*/ 308467 w 516701"/>
                    <a:gd name="connsiteY47" fmla="*/ 471470 h 547694"/>
                    <a:gd name="connsiteX48" fmla="*/ 316566 w 516701"/>
                    <a:gd name="connsiteY48" fmla="*/ 483222 h 547694"/>
                    <a:gd name="connsiteX49" fmla="*/ 325617 w 516701"/>
                    <a:gd name="connsiteY49" fmla="*/ 476076 h 547694"/>
                    <a:gd name="connsiteX50" fmla="*/ 318312 w 516701"/>
                    <a:gd name="connsiteY50" fmla="*/ 465754 h 547694"/>
                    <a:gd name="connsiteX51" fmla="*/ 370876 w 516701"/>
                    <a:gd name="connsiteY51" fmla="*/ 50806 h 547694"/>
                    <a:gd name="connsiteX52" fmla="*/ 351660 w 516701"/>
                    <a:gd name="connsiteY52" fmla="*/ 44931 h 547694"/>
                    <a:gd name="connsiteX53" fmla="*/ 370876 w 516701"/>
                    <a:gd name="connsiteY53" fmla="*/ 50806 h 547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</a:cxnLst>
                  <a:rect l="l" t="t" r="r" b="b"/>
                  <a:pathLst>
                    <a:path w="516701" h="547694">
                      <a:moveTo>
                        <a:pt x="507286" y="318704"/>
                      </a:moveTo>
                      <a:cubicBezTo>
                        <a:pt x="504427" y="344906"/>
                        <a:pt x="495376" y="378254"/>
                        <a:pt x="480289" y="409856"/>
                      </a:cubicBezTo>
                      <a:cubicBezTo>
                        <a:pt x="454881" y="463372"/>
                        <a:pt x="419151" y="506724"/>
                        <a:pt x="361983" y="528480"/>
                      </a:cubicBezTo>
                      <a:cubicBezTo>
                        <a:pt x="351978" y="532291"/>
                        <a:pt x="341656" y="534832"/>
                        <a:pt x="331175" y="536261"/>
                      </a:cubicBezTo>
                      <a:cubicBezTo>
                        <a:pt x="303861" y="539914"/>
                        <a:pt x="277183" y="547536"/>
                        <a:pt x="249234" y="547695"/>
                      </a:cubicBezTo>
                      <a:cubicBezTo>
                        <a:pt x="221602" y="547695"/>
                        <a:pt x="195559" y="543090"/>
                        <a:pt x="169357" y="534038"/>
                      </a:cubicBezTo>
                      <a:cubicBezTo>
                        <a:pt x="129815" y="520222"/>
                        <a:pt x="100596" y="494814"/>
                        <a:pt x="79317" y="459402"/>
                      </a:cubicBezTo>
                      <a:cubicBezTo>
                        <a:pt x="76617" y="454796"/>
                        <a:pt x="73282" y="450350"/>
                        <a:pt x="72012" y="445268"/>
                      </a:cubicBezTo>
                      <a:cubicBezTo>
                        <a:pt x="66613" y="424783"/>
                        <a:pt x="54544" y="408585"/>
                        <a:pt x="42316" y="391752"/>
                      </a:cubicBezTo>
                      <a:cubicBezTo>
                        <a:pt x="13732" y="352528"/>
                        <a:pt x="-1196" y="307905"/>
                        <a:pt x="75" y="258836"/>
                      </a:cubicBezTo>
                      <a:cubicBezTo>
                        <a:pt x="869" y="231204"/>
                        <a:pt x="9444" y="205161"/>
                        <a:pt x="20084" y="180070"/>
                      </a:cubicBezTo>
                      <a:cubicBezTo>
                        <a:pt x="48509" y="113850"/>
                        <a:pt x="96944" y="67639"/>
                        <a:pt x="163958" y="40802"/>
                      </a:cubicBezTo>
                      <a:cubicBezTo>
                        <a:pt x="180949" y="33973"/>
                        <a:pt x="198576" y="30639"/>
                        <a:pt x="216521" y="28892"/>
                      </a:cubicBezTo>
                      <a:cubicBezTo>
                        <a:pt x="223667" y="28257"/>
                        <a:pt x="229860" y="26192"/>
                        <a:pt x="235736" y="22381"/>
                      </a:cubicBezTo>
                      <a:cubicBezTo>
                        <a:pt x="276389" y="-3504"/>
                        <a:pt x="318948" y="-5886"/>
                        <a:pt x="364206" y="9836"/>
                      </a:cubicBezTo>
                      <a:cubicBezTo>
                        <a:pt x="421057" y="29686"/>
                        <a:pt x="464092" y="64940"/>
                        <a:pt x="492994" y="117662"/>
                      </a:cubicBezTo>
                      <a:cubicBezTo>
                        <a:pt x="507444" y="143864"/>
                        <a:pt x="513002" y="172289"/>
                        <a:pt x="515702" y="201667"/>
                      </a:cubicBezTo>
                      <a:cubicBezTo>
                        <a:pt x="519037" y="238192"/>
                        <a:pt x="513479" y="274081"/>
                        <a:pt x="507127" y="318386"/>
                      </a:cubicBezTo>
                      <a:close/>
                      <a:moveTo>
                        <a:pt x="401365" y="62875"/>
                      </a:moveTo>
                      <a:cubicBezTo>
                        <a:pt x="395013" y="60970"/>
                        <a:pt x="390249" y="54300"/>
                        <a:pt x="381198" y="56682"/>
                      </a:cubicBezTo>
                      <a:cubicBezTo>
                        <a:pt x="387867" y="61922"/>
                        <a:pt x="394060" y="64940"/>
                        <a:pt x="401842" y="62716"/>
                      </a:cubicBezTo>
                      <a:cubicBezTo>
                        <a:pt x="401524" y="64781"/>
                        <a:pt x="401365" y="66686"/>
                        <a:pt x="402636" y="68751"/>
                      </a:cubicBezTo>
                      <a:cubicBezTo>
                        <a:pt x="408194" y="77167"/>
                        <a:pt x="415340" y="83678"/>
                        <a:pt x="423121" y="90030"/>
                      </a:cubicBezTo>
                      <a:cubicBezTo>
                        <a:pt x="459645" y="119250"/>
                        <a:pt x="478384" y="159109"/>
                        <a:pt x="489024" y="203414"/>
                      </a:cubicBezTo>
                      <a:cubicBezTo>
                        <a:pt x="491088" y="211672"/>
                        <a:pt x="492835" y="220088"/>
                        <a:pt x="494740" y="228346"/>
                      </a:cubicBezTo>
                      <a:cubicBezTo>
                        <a:pt x="496646" y="209449"/>
                        <a:pt x="495534" y="191028"/>
                        <a:pt x="490135" y="173242"/>
                      </a:cubicBezTo>
                      <a:cubicBezTo>
                        <a:pt x="475208" y="124808"/>
                        <a:pt x="444242" y="89236"/>
                        <a:pt x="401365" y="63034"/>
                      </a:cubicBezTo>
                      <a:close/>
                      <a:moveTo>
                        <a:pt x="174439" y="53347"/>
                      </a:moveTo>
                      <a:cubicBezTo>
                        <a:pt x="168722" y="55570"/>
                        <a:pt x="163005" y="57476"/>
                        <a:pt x="157447" y="60017"/>
                      </a:cubicBezTo>
                      <a:cubicBezTo>
                        <a:pt x="94085" y="88601"/>
                        <a:pt x="50891" y="135765"/>
                        <a:pt x="26595" y="200873"/>
                      </a:cubicBezTo>
                      <a:cubicBezTo>
                        <a:pt x="13891" y="234698"/>
                        <a:pt x="9285" y="268840"/>
                        <a:pt x="17384" y="304253"/>
                      </a:cubicBezTo>
                      <a:cubicBezTo>
                        <a:pt x="21672" y="322991"/>
                        <a:pt x="27230" y="341412"/>
                        <a:pt x="38664" y="357769"/>
                      </a:cubicBezTo>
                      <a:cubicBezTo>
                        <a:pt x="21195" y="297424"/>
                        <a:pt x="25324" y="238509"/>
                        <a:pt x="50732" y="181658"/>
                      </a:cubicBezTo>
                      <a:cubicBezTo>
                        <a:pt x="76299" y="124172"/>
                        <a:pt x="120923" y="84790"/>
                        <a:pt x="174439" y="53506"/>
                      </a:cubicBezTo>
                      <a:close/>
                      <a:moveTo>
                        <a:pt x="79317" y="433041"/>
                      </a:moveTo>
                      <a:cubicBezTo>
                        <a:pt x="109489" y="506089"/>
                        <a:pt x="184125" y="539596"/>
                        <a:pt x="246217" y="533562"/>
                      </a:cubicBezTo>
                      <a:cubicBezTo>
                        <a:pt x="180314" y="511488"/>
                        <a:pt x="149824" y="500849"/>
                        <a:pt x="79317" y="433041"/>
                      </a:cubicBezTo>
                      <a:close/>
                      <a:moveTo>
                        <a:pt x="250028" y="29051"/>
                      </a:moveTo>
                      <a:cubicBezTo>
                        <a:pt x="274166" y="27145"/>
                        <a:pt x="294492" y="22857"/>
                        <a:pt x="315136" y="23969"/>
                      </a:cubicBezTo>
                      <a:cubicBezTo>
                        <a:pt x="336416" y="25081"/>
                        <a:pt x="357219" y="28733"/>
                        <a:pt x="377704" y="33973"/>
                      </a:cubicBezTo>
                      <a:cubicBezTo>
                        <a:pt x="342926" y="11582"/>
                        <a:pt x="284329" y="5230"/>
                        <a:pt x="249869" y="29051"/>
                      </a:cubicBezTo>
                      <a:close/>
                      <a:moveTo>
                        <a:pt x="299256" y="482904"/>
                      </a:moveTo>
                      <a:cubicBezTo>
                        <a:pt x="301797" y="473535"/>
                        <a:pt x="299256" y="467977"/>
                        <a:pt x="293539" y="467183"/>
                      </a:cubicBezTo>
                      <a:cubicBezTo>
                        <a:pt x="288299" y="466389"/>
                        <a:pt x="284011" y="468294"/>
                        <a:pt x="282582" y="473852"/>
                      </a:cubicBezTo>
                      <a:cubicBezTo>
                        <a:pt x="281312" y="478775"/>
                        <a:pt x="285917" y="486080"/>
                        <a:pt x="290999" y="487351"/>
                      </a:cubicBezTo>
                      <a:cubicBezTo>
                        <a:pt x="296557" y="488780"/>
                        <a:pt x="298621" y="485445"/>
                        <a:pt x="299256" y="482904"/>
                      </a:cubicBezTo>
                      <a:close/>
                      <a:moveTo>
                        <a:pt x="318312" y="465912"/>
                      </a:moveTo>
                      <a:cubicBezTo>
                        <a:pt x="313231" y="464960"/>
                        <a:pt x="309578" y="467183"/>
                        <a:pt x="308467" y="471470"/>
                      </a:cubicBezTo>
                      <a:cubicBezTo>
                        <a:pt x="307355" y="475917"/>
                        <a:pt x="311960" y="483063"/>
                        <a:pt x="316566" y="483222"/>
                      </a:cubicBezTo>
                      <a:cubicBezTo>
                        <a:pt x="321330" y="483539"/>
                        <a:pt x="324664" y="480998"/>
                        <a:pt x="325617" y="476076"/>
                      </a:cubicBezTo>
                      <a:cubicBezTo>
                        <a:pt x="326570" y="470359"/>
                        <a:pt x="324029" y="466865"/>
                        <a:pt x="318312" y="465754"/>
                      </a:cubicBezTo>
                      <a:close/>
                      <a:moveTo>
                        <a:pt x="370876" y="50806"/>
                      </a:moveTo>
                      <a:cubicBezTo>
                        <a:pt x="365476" y="47789"/>
                        <a:pt x="359918" y="44137"/>
                        <a:pt x="351660" y="44931"/>
                      </a:cubicBezTo>
                      <a:cubicBezTo>
                        <a:pt x="358013" y="50012"/>
                        <a:pt x="363888" y="51759"/>
                        <a:pt x="370876" y="50806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15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b="1" dirty="0">
                      <a:solidFill>
                        <a:srgbClr val="FFFFFF"/>
                      </a:solidFill>
                    </a:rPr>
                    <a:t>5</a:t>
                  </a:r>
                  <a:endParaRPr lang="zh-CN" altLang="en-US" b="1" dirty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38" name="Bullet5" descr="046a6ab2-b2d1-4f7d-a036-823324710457">
                <a:extLst>
                  <a:ext uri="{FF2B5EF4-FFF2-40B4-BE49-F238E27FC236}">
                    <a16:creationId id="{2FD99449-32F8-31A1-D084-768DCC44DAD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77922" y="2278371"/>
                <a:ext cx="2335668" cy="782185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solidFill>
                      <a:srgbClr val="000000"/>
                    </a:solidFill>
                  </a:rPr>
                  <a:t>反馈机制</a:t>
                </a:r>
                <a:endParaRPr lang="en-US" dirty="0"/>
              </a:p>
            </p:txBody>
          </p:sp>
          <p:sp>
            <p:nvSpPr>
              <p:cNvPr id="39" name="Text5" descr="0f725a67-108a-49d4-b580-6460600095ef">
                <a:extLst>
                  <a:ext uri="{FF2B5EF4-FFF2-40B4-BE49-F238E27FC236}">
                    <a16:creationId id="{F419AB12-A667-60BD-ED88-A7E99200CCA6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77923" y="3060556"/>
                <a:ext cx="2335668" cy="736889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rgbClr val="000000"/>
                    </a:solidFill>
                  </a:rPr>
                  <a:t>创建高效反馈渠道，促进信息流动与问题快速解决。</a:t>
                </a:r>
                <a:endParaRPr lang="en-US" dirty="0"/>
              </a:p>
            </p:txBody>
          </p:sp>
        </p:grpSp>
        <p:grpSp>
          <p:nvGrpSpPr>
            <p:cNvPr id="16" name="组合 15" descr="947a0979-3a91-4d29-8033-82558be475d4">
              <a:extLst>
                <a:ext uri="{FF2B5EF4-FFF2-40B4-BE49-F238E27FC236}">
                  <a16:creationId id="{F8490548-2C0B-ADBF-7377-8AFD3A6968BF}"/>
                </a:ext>
              </a:extLst>
            </p:cNvPr>
            <p:cNvGrpSpPr/>
            <p:nvPr/>
          </p:nvGrpSpPr>
          <p:grpSpPr>
            <a:xfrm>
              <a:off x="4793673" y="4061932"/>
              <a:ext cx="2591953" cy="2328642"/>
              <a:chOff x="660400" y="1688485"/>
              <a:chExt cx="2591953" cy="2328642"/>
            </a:xfrm>
          </p:grpSpPr>
          <p:grpSp>
            <p:nvGrpSpPr>
              <p:cNvPr id="31" name="组合 30" descr="4ff500ba-87e4-488a-94d7-f98287cf4483">
                <a:extLst>
                  <a:ext uri="{FF2B5EF4-FFF2-40B4-BE49-F238E27FC236}">
                    <a16:creationId id="{5E3FC0F1-EB72-A3FD-FF3F-E533D12D01B4}"/>
                  </a:ext>
                </a:extLst>
              </p:cNvPr>
              <p:cNvGrpSpPr/>
              <p:nvPr/>
            </p:nvGrpSpPr>
            <p:grpSpPr>
              <a:xfrm>
                <a:off x="660400" y="1688485"/>
                <a:ext cx="2591953" cy="2328642"/>
                <a:chOff x="660387" y="1445417"/>
                <a:chExt cx="2591953" cy="2328642"/>
              </a:xfrm>
            </p:grpSpPr>
            <p:sp>
              <p:nvSpPr>
                <p:cNvPr id="34" name="Shape6" descr="6be863d3-82c9-4612-8ec4-1aafbf14aec2">
                  <a:extLst>
                    <a:ext uri="{FF2B5EF4-FFF2-40B4-BE49-F238E27FC236}">
                      <a16:creationId id="{3065D93C-FB18-8407-7DBA-599075590B3C}"/>
                    </a:ext>
                  </a:extLst>
                </p:cNvPr>
                <p:cNvSpPr/>
                <p:nvPr/>
              </p:nvSpPr>
              <p:spPr>
                <a:xfrm>
                  <a:off x="660387" y="1686639"/>
                  <a:ext cx="2591953" cy="2087420"/>
                </a:xfrm>
                <a:custGeom>
                  <a:avLst/>
                  <a:gdLst>
                    <a:gd name="connsiteX0" fmla="*/ 2191927 w 2591953"/>
                    <a:gd name="connsiteY0" fmla="*/ 2068431 h 2087420"/>
                    <a:gd name="connsiteX1" fmla="*/ 1817568 w 2591953"/>
                    <a:gd name="connsiteY1" fmla="*/ 2075278 h 2087420"/>
                    <a:gd name="connsiteX2" fmla="*/ 1101726 w 2591953"/>
                    <a:gd name="connsiteY2" fmla="*/ 2069107 h 2087420"/>
                    <a:gd name="connsiteX3" fmla="*/ 310276 w 2591953"/>
                    <a:gd name="connsiteY3" fmla="*/ 2040958 h 2087420"/>
                    <a:gd name="connsiteX4" fmla="*/ 74701 w 2591953"/>
                    <a:gd name="connsiteY4" fmla="*/ 1875186 h 2087420"/>
                    <a:gd name="connsiteX5" fmla="*/ 842 w 2591953"/>
                    <a:gd name="connsiteY5" fmla="*/ 1591321 h 2087420"/>
                    <a:gd name="connsiteX6" fmla="*/ 5447 w 2591953"/>
                    <a:gd name="connsiteY6" fmla="*/ 754518 h 2087420"/>
                    <a:gd name="connsiteX7" fmla="*/ 100303 w 2591953"/>
                    <a:gd name="connsiteY7" fmla="*/ 147901 h 2087420"/>
                    <a:gd name="connsiteX8" fmla="*/ 550271 w 2591953"/>
                    <a:gd name="connsiteY8" fmla="*/ 13323 h 2087420"/>
                    <a:gd name="connsiteX9" fmla="*/ 1112961 w 2591953"/>
                    <a:gd name="connsiteY9" fmla="*/ 85346 h 2087420"/>
                    <a:gd name="connsiteX10" fmla="*/ 2125159 w 2591953"/>
                    <a:gd name="connsiteY10" fmla="*/ 981 h 2087420"/>
                    <a:gd name="connsiteX11" fmla="*/ 2531015 w 2591953"/>
                    <a:gd name="connsiteY11" fmla="*/ 201242 h 2087420"/>
                    <a:gd name="connsiteX12" fmla="*/ 2583876 w 2591953"/>
                    <a:gd name="connsiteY12" fmla="*/ 739640 h 2087420"/>
                    <a:gd name="connsiteX13" fmla="*/ 2570431 w 2591953"/>
                    <a:gd name="connsiteY13" fmla="*/ 1387847 h 2087420"/>
                    <a:gd name="connsiteX14" fmla="*/ 2366076 w 2591953"/>
                    <a:gd name="connsiteY14" fmla="*/ 2004777 h 2087420"/>
                    <a:gd name="connsiteX15" fmla="*/ 2191835 w 2591953"/>
                    <a:gd name="connsiteY15" fmla="*/ 2068431 h 2087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591953" h="2087420">
                      <a:moveTo>
                        <a:pt x="2191927" y="2068431"/>
                      </a:moveTo>
                      <a:cubicBezTo>
                        <a:pt x="2069903" y="2089142"/>
                        <a:pt x="1936460" y="2076377"/>
                        <a:pt x="1817568" y="2075278"/>
                      </a:cubicBezTo>
                      <a:cubicBezTo>
                        <a:pt x="1578954" y="2072996"/>
                        <a:pt x="1340340" y="2063444"/>
                        <a:pt x="1101726" y="2069107"/>
                      </a:cubicBezTo>
                      <a:cubicBezTo>
                        <a:pt x="851140" y="2075109"/>
                        <a:pt x="551100" y="2120504"/>
                        <a:pt x="310276" y="2040958"/>
                      </a:cubicBezTo>
                      <a:cubicBezTo>
                        <a:pt x="215420" y="2009680"/>
                        <a:pt x="128299" y="1953549"/>
                        <a:pt x="74701" y="1875186"/>
                      </a:cubicBezTo>
                      <a:cubicBezTo>
                        <a:pt x="17603" y="1791751"/>
                        <a:pt x="2131" y="1689887"/>
                        <a:pt x="842" y="1591321"/>
                      </a:cubicBezTo>
                      <a:cubicBezTo>
                        <a:pt x="-2750" y="1312612"/>
                        <a:pt x="6368" y="1033396"/>
                        <a:pt x="5447" y="754518"/>
                      </a:cubicBezTo>
                      <a:cubicBezTo>
                        <a:pt x="4802" y="552650"/>
                        <a:pt x="-14538" y="330833"/>
                        <a:pt x="100303" y="147901"/>
                      </a:cubicBezTo>
                      <a:cubicBezTo>
                        <a:pt x="192212" y="1488"/>
                        <a:pt x="386713" y="-11361"/>
                        <a:pt x="550271" y="13323"/>
                      </a:cubicBezTo>
                      <a:cubicBezTo>
                        <a:pt x="738326" y="41726"/>
                        <a:pt x="922881" y="77146"/>
                        <a:pt x="1112961" y="85346"/>
                      </a:cubicBezTo>
                      <a:cubicBezTo>
                        <a:pt x="1453615" y="100055"/>
                        <a:pt x="1785611" y="-11530"/>
                        <a:pt x="2125159" y="981"/>
                      </a:cubicBezTo>
                      <a:cubicBezTo>
                        <a:pt x="2286691" y="6898"/>
                        <a:pt x="2449420" y="66157"/>
                        <a:pt x="2531015" y="201242"/>
                      </a:cubicBezTo>
                      <a:cubicBezTo>
                        <a:pt x="2618319" y="345880"/>
                        <a:pt x="2587192" y="579025"/>
                        <a:pt x="2583876" y="739640"/>
                      </a:cubicBezTo>
                      <a:cubicBezTo>
                        <a:pt x="2579364" y="955709"/>
                        <a:pt x="2574943" y="1171778"/>
                        <a:pt x="2570431" y="1387847"/>
                      </a:cubicBezTo>
                      <a:cubicBezTo>
                        <a:pt x="2566102" y="1597661"/>
                        <a:pt x="2575220" y="1870706"/>
                        <a:pt x="2366076" y="2004777"/>
                      </a:cubicBezTo>
                      <a:cubicBezTo>
                        <a:pt x="2313214" y="2038675"/>
                        <a:pt x="2253998" y="2057864"/>
                        <a:pt x="2191835" y="206843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91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5" name="ComponentBackground6" descr="0a058fcb-5631-456b-b89a-3a86ebd5f9bf">
                  <a:extLst>
                    <a:ext uri="{FF2B5EF4-FFF2-40B4-BE49-F238E27FC236}">
                      <a16:creationId id="{896E35E7-CC22-A781-EB90-40A511C0999B}"/>
                    </a:ext>
                  </a:extLst>
                </p:cNvPr>
                <p:cNvSpPr/>
                <p:nvPr/>
              </p:nvSpPr>
              <p:spPr>
                <a:xfrm>
                  <a:off x="704486" y="1728831"/>
                  <a:ext cx="2499650" cy="2003035"/>
                </a:xfrm>
                <a:custGeom>
                  <a:avLst/>
                  <a:gdLst>
                    <a:gd name="connsiteX0" fmla="*/ 618420 w 2499650"/>
                    <a:gd name="connsiteY0" fmla="*/ 2003035 h 2003035"/>
                    <a:gd name="connsiteX1" fmla="*/ 279792 w 2499650"/>
                    <a:gd name="connsiteY1" fmla="*/ 1959078 h 2003035"/>
                    <a:gd name="connsiteX2" fmla="*/ 67609 w 2499650"/>
                    <a:gd name="connsiteY2" fmla="*/ 1810551 h 2003035"/>
                    <a:gd name="connsiteX3" fmla="*/ 842 w 2499650"/>
                    <a:gd name="connsiteY3" fmla="*/ 1548749 h 2003035"/>
                    <a:gd name="connsiteX4" fmla="*/ 2776 w 2499650"/>
                    <a:gd name="connsiteY4" fmla="*/ 1083051 h 2003035"/>
                    <a:gd name="connsiteX5" fmla="*/ 5446 w 2499650"/>
                    <a:gd name="connsiteY5" fmla="*/ 712284 h 2003035"/>
                    <a:gd name="connsiteX6" fmla="*/ 4617 w 2499650"/>
                    <a:gd name="connsiteY6" fmla="*/ 637979 h 2003035"/>
                    <a:gd name="connsiteX7" fmla="*/ 94040 w 2499650"/>
                    <a:gd name="connsiteY7" fmla="*/ 126886 h 2003035"/>
                    <a:gd name="connsiteX8" fmla="*/ 378056 w 2499650"/>
                    <a:gd name="connsiteY8" fmla="*/ 3466 h 2003035"/>
                    <a:gd name="connsiteX9" fmla="*/ 496672 w 2499650"/>
                    <a:gd name="connsiteY9" fmla="*/ 12934 h 2003035"/>
                    <a:gd name="connsiteX10" fmla="*/ 615012 w 2499650"/>
                    <a:gd name="connsiteY10" fmla="*/ 31447 h 2003035"/>
                    <a:gd name="connsiteX11" fmla="*/ 1064612 w 2499650"/>
                    <a:gd name="connsiteY11" fmla="*/ 85379 h 2003035"/>
                    <a:gd name="connsiteX12" fmla="*/ 1129998 w 2499650"/>
                    <a:gd name="connsiteY12" fmla="*/ 86732 h 2003035"/>
                    <a:gd name="connsiteX13" fmla="*/ 1585216 w 2499650"/>
                    <a:gd name="connsiteY13" fmla="*/ 42774 h 2003035"/>
                    <a:gd name="connsiteX14" fmla="*/ 2024777 w 2499650"/>
                    <a:gd name="connsiteY14" fmla="*/ 0 h 2003035"/>
                    <a:gd name="connsiteX15" fmla="*/ 2077178 w 2499650"/>
                    <a:gd name="connsiteY15" fmla="*/ 930 h 2003035"/>
                    <a:gd name="connsiteX16" fmla="*/ 2444539 w 2499650"/>
                    <a:gd name="connsiteY16" fmla="*/ 179466 h 2003035"/>
                    <a:gd name="connsiteX17" fmla="*/ 2495190 w 2499650"/>
                    <a:gd name="connsiteY17" fmla="*/ 605011 h 2003035"/>
                    <a:gd name="connsiteX18" fmla="*/ 2491598 w 2499650"/>
                    <a:gd name="connsiteY18" fmla="*/ 696561 h 2003035"/>
                    <a:gd name="connsiteX19" fmla="*/ 2478153 w 2499650"/>
                    <a:gd name="connsiteY19" fmla="*/ 1344768 h 2003035"/>
                    <a:gd name="connsiteX20" fmla="*/ 2477416 w 2499650"/>
                    <a:gd name="connsiteY20" fmla="*/ 1384499 h 2003035"/>
                    <a:gd name="connsiteX21" fmla="*/ 2293505 w 2499650"/>
                    <a:gd name="connsiteY21" fmla="*/ 1927800 h 2003035"/>
                    <a:gd name="connsiteX22" fmla="*/ 2137315 w 2499650"/>
                    <a:gd name="connsiteY22" fmla="*/ 1984522 h 2003035"/>
                    <a:gd name="connsiteX23" fmla="*/ 1980480 w 2499650"/>
                    <a:gd name="connsiteY23" fmla="*/ 1995512 h 2003035"/>
                    <a:gd name="connsiteX24" fmla="*/ 1865364 w 2499650"/>
                    <a:gd name="connsiteY24" fmla="*/ 1992976 h 2003035"/>
                    <a:gd name="connsiteX25" fmla="*/ 1771705 w 2499650"/>
                    <a:gd name="connsiteY25" fmla="*/ 1990609 h 2003035"/>
                    <a:gd name="connsiteX26" fmla="*/ 1539906 w 2499650"/>
                    <a:gd name="connsiteY26" fmla="*/ 1986889 h 2003035"/>
                    <a:gd name="connsiteX27" fmla="*/ 1215092 w 2499650"/>
                    <a:gd name="connsiteY27" fmla="*/ 1982663 h 2003035"/>
                    <a:gd name="connsiteX28" fmla="*/ 1054205 w 2499650"/>
                    <a:gd name="connsiteY28" fmla="*/ 1984438 h 2003035"/>
                    <a:gd name="connsiteX29" fmla="*/ 871953 w 2499650"/>
                    <a:gd name="connsiteY29" fmla="*/ 1992976 h 2003035"/>
                    <a:gd name="connsiteX30" fmla="*/ 618143 w 2499650"/>
                    <a:gd name="connsiteY30" fmla="*/ 2002782 h 20030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2499650" h="2003035">
                      <a:moveTo>
                        <a:pt x="618420" y="2003035"/>
                      </a:moveTo>
                      <a:cubicBezTo>
                        <a:pt x="478253" y="2003035"/>
                        <a:pt x="370688" y="1989087"/>
                        <a:pt x="279792" y="1959078"/>
                      </a:cubicBezTo>
                      <a:cubicBezTo>
                        <a:pt x="187607" y="1928645"/>
                        <a:pt x="112275" y="1875896"/>
                        <a:pt x="67609" y="1810551"/>
                      </a:cubicBezTo>
                      <a:cubicBezTo>
                        <a:pt x="23497" y="1746052"/>
                        <a:pt x="2315" y="1662870"/>
                        <a:pt x="842" y="1548749"/>
                      </a:cubicBezTo>
                      <a:cubicBezTo>
                        <a:pt x="-1185" y="1393798"/>
                        <a:pt x="842" y="1235804"/>
                        <a:pt x="2776" y="1083051"/>
                      </a:cubicBezTo>
                      <a:cubicBezTo>
                        <a:pt x="4341" y="961575"/>
                        <a:pt x="5907" y="835958"/>
                        <a:pt x="5446" y="712284"/>
                      </a:cubicBezTo>
                      <a:cubicBezTo>
                        <a:pt x="5446" y="687769"/>
                        <a:pt x="4986" y="663001"/>
                        <a:pt x="4617" y="637979"/>
                      </a:cubicBezTo>
                      <a:cubicBezTo>
                        <a:pt x="2039" y="460880"/>
                        <a:pt x="-540" y="277695"/>
                        <a:pt x="94040" y="126886"/>
                      </a:cubicBezTo>
                      <a:cubicBezTo>
                        <a:pt x="145428" y="45057"/>
                        <a:pt x="241021" y="3466"/>
                        <a:pt x="378056" y="3466"/>
                      </a:cubicBezTo>
                      <a:cubicBezTo>
                        <a:pt x="415354" y="3466"/>
                        <a:pt x="455230" y="6678"/>
                        <a:pt x="496672" y="12934"/>
                      </a:cubicBezTo>
                      <a:cubicBezTo>
                        <a:pt x="536272" y="18936"/>
                        <a:pt x="575688" y="25191"/>
                        <a:pt x="615012" y="31447"/>
                      </a:cubicBezTo>
                      <a:cubicBezTo>
                        <a:pt x="760980" y="54694"/>
                        <a:pt x="911829" y="78786"/>
                        <a:pt x="1064612" y="85379"/>
                      </a:cubicBezTo>
                      <a:cubicBezTo>
                        <a:pt x="1085885" y="86309"/>
                        <a:pt x="1107896" y="86732"/>
                        <a:pt x="1129998" y="86732"/>
                      </a:cubicBezTo>
                      <a:cubicBezTo>
                        <a:pt x="1283978" y="86732"/>
                        <a:pt x="1437129" y="64415"/>
                        <a:pt x="1585216" y="42774"/>
                      </a:cubicBezTo>
                      <a:cubicBezTo>
                        <a:pt x="1729434" y="21725"/>
                        <a:pt x="1878625" y="0"/>
                        <a:pt x="2024777" y="0"/>
                      </a:cubicBezTo>
                      <a:cubicBezTo>
                        <a:pt x="2042459" y="0"/>
                        <a:pt x="2060049" y="338"/>
                        <a:pt x="2077178" y="930"/>
                      </a:cubicBezTo>
                      <a:cubicBezTo>
                        <a:pt x="2245893" y="7185"/>
                        <a:pt x="2379797" y="72192"/>
                        <a:pt x="2444539" y="179466"/>
                      </a:cubicBezTo>
                      <a:cubicBezTo>
                        <a:pt x="2510201" y="288261"/>
                        <a:pt x="2501913" y="463923"/>
                        <a:pt x="2495190" y="605011"/>
                      </a:cubicBezTo>
                      <a:cubicBezTo>
                        <a:pt x="2493624" y="637303"/>
                        <a:pt x="2492243" y="667819"/>
                        <a:pt x="2491598" y="696561"/>
                      </a:cubicBezTo>
                      <a:lnTo>
                        <a:pt x="2478153" y="1344768"/>
                      </a:lnTo>
                      <a:cubicBezTo>
                        <a:pt x="2477876" y="1357787"/>
                        <a:pt x="2477692" y="1371058"/>
                        <a:pt x="2477416" y="1384499"/>
                      </a:cubicBezTo>
                      <a:cubicBezTo>
                        <a:pt x="2474100" y="1586029"/>
                        <a:pt x="2470325" y="1814355"/>
                        <a:pt x="2293505" y="1927800"/>
                      </a:cubicBezTo>
                      <a:cubicBezTo>
                        <a:pt x="2250314" y="1955443"/>
                        <a:pt x="2199202" y="1974040"/>
                        <a:pt x="2137315" y="1984522"/>
                      </a:cubicBezTo>
                      <a:cubicBezTo>
                        <a:pt x="2093018" y="1992046"/>
                        <a:pt x="2043196" y="1995512"/>
                        <a:pt x="1980480" y="1995512"/>
                      </a:cubicBezTo>
                      <a:cubicBezTo>
                        <a:pt x="1942169" y="1995512"/>
                        <a:pt x="1903122" y="1994244"/>
                        <a:pt x="1865364" y="1992976"/>
                      </a:cubicBezTo>
                      <a:cubicBezTo>
                        <a:pt x="1834420" y="1991961"/>
                        <a:pt x="1802372" y="1990862"/>
                        <a:pt x="1771705" y="1990609"/>
                      </a:cubicBezTo>
                      <a:cubicBezTo>
                        <a:pt x="1694530" y="1989848"/>
                        <a:pt x="1615883" y="1988326"/>
                        <a:pt x="1539906" y="1986889"/>
                      </a:cubicBezTo>
                      <a:cubicBezTo>
                        <a:pt x="1433538" y="1984860"/>
                        <a:pt x="1323486" y="1982663"/>
                        <a:pt x="1215092" y="1982663"/>
                      </a:cubicBezTo>
                      <a:cubicBezTo>
                        <a:pt x="1157442" y="1982663"/>
                        <a:pt x="1104857" y="1983254"/>
                        <a:pt x="1054205" y="1984438"/>
                      </a:cubicBezTo>
                      <a:cubicBezTo>
                        <a:pt x="995358" y="1985875"/>
                        <a:pt x="935405" y="1989256"/>
                        <a:pt x="871953" y="1992976"/>
                      </a:cubicBezTo>
                      <a:cubicBezTo>
                        <a:pt x="788608" y="1997794"/>
                        <a:pt x="702409" y="2002697"/>
                        <a:pt x="618143" y="2002782"/>
                      </a:cubicBez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91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Number6" descr="12e73065-7d3a-4fa6-9a87-ea71dc80c2f9">
                  <a:extLst>
                    <a:ext uri="{FF2B5EF4-FFF2-40B4-BE49-F238E27FC236}">
                      <a16:creationId id="{BD23F8B3-FC73-F30D-6263-8F43F5E2BC94}"/>
                    </a:ext>
                  </a:extLst>
                </p:cNvPr>
                <p:cNvSpPr/>
                <p:nvPr/>
              </p:nvSpPr>
              <p:spPr>
                <a:xfrm>
                  <a:off x="1695961" y="1445417"/>
                  <a:ext cx="516701" cy="547694"/>
                </a:xfrm>
                <a:custGeom>
                  <a:avLst/>
                  <a:gdLst>
                    <a:gd name="connsiteX0" fmla="*/ 507286 w 516701"/>
                    <a:gd name="connsiteY0" fmla="*/ 318704 h 547694"/>
                    <a:gd name="connsiteX1" fmla="*/ 480289 w 516701"/>
                    <a:gd name="connsiteY1" fmla="*/ 409856 h 547694"/>
                    <a:gd name="connsiteX2" fmla="*/ 361983 w 516701"/>
                    <a:gd name="connsiteY2" fmla="*/ 528480 h 547694"/>
                    <a:gd name="connsiteX3" fmla="*/ 331175 w 516701"/>
                    <a:gd name="connsiteY3" fmla="*/ 536261 h 547694"/>
                    <a:gd name="connsiteX4" fmla="*/ 249234 w 516701"/>
                    <a:gd name="connsiteY4" fmla="*/ 547695 h 547694"/>
                    <a:gd name="connsiteX5" fmla="*/ 169357 w 516701"/>
                    <a:gd name="connsiteY5" fmla="*/ 534038 h 547694"/>
                    <a:gd name="connsiteX6" fmla="*/ 79317 w 516701"/>
                    <a:gd name="connsiteY6" fmla="*/ 459402 h 547694"/>
                    <a:gd name="connsiteX7" fmla="*/ 72012 w 516701"/>
                    <a:gd name="connsiteY7" fmla="*/ 445268 h 547694"/>
                    <a:gd name="connsiteX8" fmla="*/ 42316 w 516701"/>
                    <a:gd name="connsiteY8" fmla="*/ 391752 h 547694"/>
                    <a:gd name="connsiteX9" fmla="*/ 75 w 516701"/>
                    <a:gd name="connsiteY9" fmla="*/ 258836 h 547694"/>
                    <a:gd name="connsiteX10" fmla="*/ 20084 w 516701"/>
                    <a:gd name="connsiteY10" fmla="*/ 180070 h 547694"/>
                    <a:gd name="connsiteX11" fmla="*/ 163958 w 516701"/>
                    <a:gd name="connsiteY11" fmla="*/ 40802 h 547694"/>
                    <a:gd name="connsiteX12" fmla="*/ 216521 w 516701"/>
                    <a:gd name="connsiteY12" fmla="*/ 28892 h 547694"/>
                    <a:gd name="connsiteX13" fmla="*/ 235736 w 516701"/>
                    <a:gd name="connsiteY13" fmla="*/ 22381 h 547694"/>
                    <a:gd name="connsiteX14" fmla="*/ 364206 w 516701"/>
                    <a:gd name="connsiteY14" fmla="*/ 9836 h 547694"/>
                    <a:gd name="connsiteX15" fmla="*/ 492994 w 516701"/>
                    <a:gd name="connsiteY15" fmla="*/ 117662 h 547694"/>
                    <a:gd name="connsiteX16" fmla="*/ 515702 w 516701"/>
                    <a:gd name="connsiteY16" fmla="*/ 201667 h 547694"/>
                    <a:gd name="connsiteX17" fmla="*/ 507127 w 516701"/>
                    <a:gd name="connsiteY17" fmla="*/ 318386 h 547694"/>
                    <a:gd name="connsiteX18" fmla="*/ 401365 w 516701"/>
                    <a:gd name="connsiteY18" fmla="*/ 62875 h 547694"/>
                    <a:gd name="connsiteX19" fmla="*/ 381198 w 516701"/>
                    <a:gd name="connsiteY19" fmla="*/ 56682 h 547694"/>
                    <a:gd name="connsiteX20" fmla="*/ 401842 w 516701"/>
                    <a:gd name="connsiteY20" fmla="*/ 62716 h 547694"/>
                    <a:gd name="connsiteX21" fmla="*/ 402636 w 516701"/>
                    <a:gd name="connsiteY21" fmla="*/ 68751 h 547694"/>
                    <a:gd name="connsiteX22" fmla="*/ 423121 w 516701"/>
                    <a:gd name="connsiteY22" fmla="*/ 90030 h 547694"/>
                    <a:gd name="connsiteX23" fmla="*/ 489024 w 516701"/>
                    <a:gd name="connsiteY23" fmla="*/ 203414 h 547694"/>
                    <a:gd name="connsiteX24" fmla="*/ 494740 w 516701"/>
                    <a:gd name="connsiteY24" fmla="*/ 228346 h 547694"/>
                    <a:gd name="connsiteX25" fmla="*/ 490135 w 516701"/>
                    <a:gd name="connsiteY25" fmla="*/ 173242 h 547694"/>
                    <a:gd name="connsiteX26" fmla="*/ 401365 w 516701"/>
                    <a:gd name="connsiteY26" fmla="*/ 63034 h 547694"/>
                    <a:gd name="connsiteX27" fmla="*/ 174439 w 516701"/>
                    <a:gd name="connsiteY27" fmla="*/ 53347 h 547694"/>
                    <a:gd name="connsiteX28" fmla="*/ 157447 w 516701"/>
                    <a:gd name="connsiteY28" fmla="*/ 60017 h 547694"/>
                    <a:gd name="connsiteX29" fmla="*/ 26595 w 516701"/>
                    <a:gd name="connsiteY29" fmla="*/ 200873 h 547694"/>
                    <a:gd name="connsiteX30" fmla="*/ 17384 w 516701"/>
                    <a:gd name="connsiteY30" fmla="*/ 304253 h 547694"/>
                    <a:gd name="connsiteX31" fmla="*/ 38664 w 516701"/>
                    <a:gd name="connsiteY31" fmla="*/ 357769 h 547694"/>
                    <a:gd name="connsiteX32" fmla="*/ 50732 w 516701"/>
                    <a:gd name="connsiteY32" fmla="*/ 181658 h 547694"/>
                    <a:gd name="connsiteX33" fmla="*/ 174439 w 516701"/>
                    <a:gd name="connsiteY33" fmla="*/ 53506 h 547694"/>
                    <a:gd name="connsiteX34" fmla="*/ 79317 w 516701"/>
                    <a:gd name="connsiteY34" fmla="*/ 433041 h 547694"/>
                    <a:gd name="connsiteX35" fmla="*/ 246217 w 516701"/>
                    <a:gd name="connsiteY35" fmla="*/ 533562 h 547694"/>
                    <a:gd name="connsiteX36" fmla="*/ 79317 w 516701"/>
                    <a:gd name="connsiteY36" fmla="*/ 433041 h 547694"/>
                    <a:gd name="connsiteX37" fmla="*/ 250028 w 516701"/>
                    <a:gd name="connsiteY37" fmla="*/ 29051 h 547694"/>
                    <a:gd name="connsiteX38" fmla="*/ 315136 w 516701"/>
                    <a:gd name="connsiteY38" fmla="*/ 23969 h 547694"/>
                    <a:gd name="connsiteX39" fmla="*/ 377704 w 516701"/>
                    <a:gd name="connsiteY39" fmla="*/ 33973 h 547694"/>
                    <a:gd name="connsiteX40" fmla="*/ 249869 w 516701"/>
                    <a:gd name="connsiteY40" fmla="*/ 29051 h 547694"/>
                    <a:gd name="connsiteX41" fmla="*/ 299256 w 516701"/>
                    <a:gd name="connsiteY41" fmla="*/ 482904 h 547694"/>
                    <a:gd name="connsiteX42" fmla="*/ 293539 w 516701"/>
                    <a:gd name="connsiteY42" fmla="*/ 467183 h 547694"/>
                    <a:gd name="connsiteX43" fmla="*/ 282582 w 516701"/>
                    <a:gd name="connsiteY43" fmla="*/ 473852 h 547694"/>
                    <a:gd name="connsiteX44" fmla="*/ 290999 w 516701"/>
                    <a:gd name="connsiteY44" fmla="*/ 487351 h 547694"/>
                    <a:gd name="connsiteX45" fmla="*/ 299256 w 516701"/>
                    <a:gd name="connsiteY45" fmla="*/ 482904 h 547694"/>
                    <a:gd name="connsiteX46" fmla="*/ 318312 w 516701"/>
                    <a:gd name="connsiteY46" fmla="*/ 465912 h 547694"/>
                    <a:gd name="connsiteX47" fmla="*/ 308467 w 516701"/>
                    <a:gd name="connsiteY47" fmla="*/ 471470 h 547694"/>
                    <a:gd name="connsiteX48" fmla="*/ 316566 w 516701"/>
                    <a:gd name="connsiteY48" fmla="*/ 483222 h 547694"/>
                    <a:gd name="connsiteX49" fmla="*/ 325617 w 516701"/>
                    <a:gd name="connsiteY49" fmla="*/ 476076 h 547694"/>
                    <a:gd name="connsiteX50" fmla="*/ 318312 w 516701"/>
                    <a:gd name="connsiteY50" fmla="*/ 465754 h 547694"/>
                    <a:gd name="connsiteX51" fmla="*/ 370876 w 516701"/>
                    <a:gd name="connsiteY51" fmla="*/ 50806 h 547694"/>
                    <a:gd name="connsiteX52" fmla="*/ 351660 w 516701"/>
                    <a:gd name="connsiteY52" fmla="*/ 44931 h 547694"/>
                    <a:gd name="connsiteX53" fmla="*/ 370876 w 516701"/>
                    <a:gd name="connsiteY53" fmla="*/ 50806 h 547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</a:cxnLst>
                  <a:rect l="l" t="t" r="r" b="b"/>
                  <a:pathLst>
                    <a:path w="516701" h="547694">
                      <a:moveTo>
                        <a:pt x="507286" y="318704"/>
                      </a:moveTo>
                      <a:cubicBezTo>
                        <a:pt x="504427" y="344906"/>
                        <a:pt x="495376" y="378254"/>
                        <a:pt x="480289" y="409856"/>
                      </a:cubicBezTo>
                      <a:cubicBezTo>
                        <a:pt x="454881" y="463372"/>
                        <a:pt x="419151" y="506724"/>
                        <a:pt x="361983" y="528480"/>
                      </a:cubicBezTo>
                      <a:cubicBezTo>
                        <a:pt x="351978" y="532291"/>
                        <a:pt x="341656" y="534832"/>
                        <a:pt x="331175" y="536261"/>
                      </a:cubicBezTo>
                      <a:cubicBezTo>
                        <a:pt x="303861" y="539914"/>
                        <a:pt x="277183" y="547536"/>
                        <a:pt x="249234" y="547695"/>
                      </a:cubicBezTo>
                      <a:cubicBezTo>
                        <a:pt x="221602" y="547695"/>
                        <a:pt x="195559" y="543090"/>
                        <a:pt x="169357" y="534038"/>
                      </a:cubicBezTo>
                      <a:cubicBezTo>
                        <a:pt x="129815" y="520222"/>
                        <a:pt x="100596" y="494814"/>
                        <a:pt x="79317" y="459402"/>
                      </a:cubicBezTo>
                      <a:cubicBezTo>
                        <a:pt x="76617" y="454796"/>
                        <a:pt x="73282" y="450350"/>
                        <a:pt x="72012" y="445268"/>
                      </a:cubicBezTo>
                      <a:cubicBezTo>
                        <a:pt x="66613" y="424783"/>
                        <a:pt x="54544" y="408585"/>
                        <a:pt x="42316" y="391752"/>
                      </a:cubicBezTo>
                      <a:cubicBezTo>
                        <a:pt x="13732" y="352528"/>
                        <a:pt x="-1196" y="307905"/>
                        <a:pt x="75" y="258836"/>
                      </a:cubicBezTo>
                      <a:cubicBezTo>
                        <a:pt x="869" y="231204"/>
                        <a:pt x="9444" y="205161"/>
                        <a:pt x="20084" y="180070"/>
                      </a:cubicBezTo>
                      <a:cubicBezTo>
                        <a:pt x="48509" y="113850"/>
                        <a:pt x="96944" y="67639"/>
                        <a:pt x="163958" y="40802"/>
                      </a:cubicBezTo>
                      <a:cubicBezTo>
                        <a:pt x="180949" y="33973"/>
                        <a:pt x="198576" y="30639"/>
                        <a:pt x="216521" y="28892"/>
                      </a:cubicBezTo>
                      <a:cubicBezTo>
                        <a:pt x="223667" y="28257"/>
                        <a:pt x="229860" y="26192"/>
                        <a:pt x="235736" y="22381"/>
                      </a:cubicBezTo>
                      <a:cubicBezTo>
                        <a:pt x="276389" y="-3504"/>
                        <a:pt x="318948" y="-5886"/>
                        <a:pt x="364206" y="9836"/>
                      </a:cubicBezTo>
                      <a:cubicBezTo>
                        <a:pt x="421057" y="29686"/>
                        <a:pt x="464092" y="64940"/>
                        <a:pt x="492994" y="117662"/>
                      </a:cubicBezTo>
                      <a:cubicBezTo>
                        <a:pt x="507444" y="143864"/>
                        <a:pt x="513002" y="172289"/>
                        <a:pt x="515702" y="201667"/>
                      </a:cubicBezTo>
                      <a:cubicBezTo>
                        <a:pt x="519037" y="238192"/>
                        <a:pt x="513479" y="274081"/>
                        <a:pt x="507127" y="318386"/>
                      </a:cubicBezTo>
                      <a:close/>
                      <a:moveTo>
                        <a:pt x="401365" y="62875"/>
                      </a:moveTo>
                      <a:cubicBezTo>
                        <a:pt x="395013" y="60970"/>
                        <a:pt x="390249" y="54300"/>
                        <a:pt x="381198" y="56682"/>
                      </a:cubicBezTo>
                      <a:cubicBezTo>
                        <a:pt x="387867" y="61922"/>
                        <a:pt x="394060" y="64940"/>
                        <a:pt x="401842" y="62716"/>
                      </a:cubicBezTo>
                      <a:cubicBezTo>
                        <a:pt x="401524" y="64781"/>
                        <a:pt x="401365" y="66686"/>
                        <a:pt x="402636" y="68751"/>
                      </a:cubicBezTo>
                      <a:cubicBezTo>
                        <a:pt x="408194" y="77167"/>
                        <a:pt x="415340" y="83678"/>
                        <a:pt x="423121" y="90030"/>
                      </a:cubicBezTo>
                      <a:cubicBezTo>
                        <a:pt x="459645" y="119250"/>
                        <a:pt x="478384" y="159109"/>
                        <a:pt x="489024" y="203414"/>
                      </a:cubicBezTo>
                      <a:cubicBezTo>
                        <a:pt x="491088" y="211672"/>
                        <a:pt x="492835" y="220088"/>
                        <a:pt x="494740" y="228346"/>
                      </a:cubicBezTo>
                      <a:cubicBezTo>
                        <a:pt x="496646" y="209449"/>
                        <a:pt x="495534" y="191028"/>
                        <a:pt x="490135" y="173242"/>
                      </a:cubicBezTo>
                      <a:cubicBezTo>
                        <a:pt x="475208" y="124808"/>
                        <a:pt x="444242" y="89236"/>
                        <a:pt x="401365" y="63034"/>
                      </a:cubicBezTo>
                      <a:close/>
                      <a:moveTo>
                        <a:pt x="174439" y="53347"/>
                      </a:moveTo>
                      <a:cubicBezTo>
                        <a:pt x="168722" y="55570"/>
                        <a:pt x="163005" y="57476"/>
                        <a:pt x="157447" y="60017"/>
                      </a:cubicBezTo>
                      <a:cubicBezTo>
                        <a:pt x="94085" y="88601"/>
                        <a:pt x="50891" y="135765"/>
                        <a:pt x="26595" y="200873"/>
                      </a:cubicBezTo>
                      <a:cubicBezTo>
                        <a:pt x="13891" y="234698"/>
                        <a:pt x="9285" y="268840"/>
                        <a:pt x="17384" y="304253"/>
                      </a:cubicBezTo>
                      <a:cubicBezTo>
                        <a:pt x="21672" y="322991"/>
                        <a:pt x="27230" y="341412"/>
                        <a:pt x="38664" y="357769"/>
                      </a:cubicBezTo>
                      <a:cubicBezTo>
                        <a:pt x="21195" y="297424"/>
                        <a:pt x="25324" y="238509"/>
                        <a:pt x="50732" y="181658"/>
                      </a:cubicBezTo>
                      <a:cubicBezTo>
                        <a:pt x="76299" y="124172"/>
                        <a:pt x="120923" y="84790"/>
                        <a:pt x="174439" y="53506"/>
                      </a:cubicBezTo>
                      <a:close/>
                      <a:moveTo>
                        <a:pt x="79317" y="433041"/>
                      </a:moveTo>
                      <a:cubicBezTo>
                        <a:pt x="109489" y="506089"/>
                        <a:pt x="184125" y="539596"/>
                        <a:pt x="246217" y="533562"/>
                      </a:cubicBezTo>
                      <a:cubicBezTo>
                        <a:pt x="180314" y="511488"/>
                        <a:pt x="149824" y="500849"/>
                        <a:pt x="79317" y="433041"/>
                      </a:cubicBezTo>
                      <a:close/>
                      <a:moveTo>
                        <a:pt x="250028" y="29051"/>
                      </a:moveTo>
                      <a:cubicBezTo>
                        <a:pt x="274166" y="27145"/>
                        <a:pt x="294492" y="22857"/>
                        <a:pt x="315136" y="23969"/>
                      </a:cubicBezTo>
                      <a:cubicBezTo>
                        <a:pt x="336416" y="25081"/>
                        <a:pt x="357219" y="28733"/>
                        <a:pt x="377704" y="33973"/>
                      </a:cubicBezTo>
                      <a:cubicBezTo>
                        <a:pt x="342926" y="11582"/>
                        <a:pt x="284329" y="5230"/>
                        <a:pt x="249869" y="29051"/>
                      </a:cubicBezTo>
                      <a:close/>
                      <a:moveTo>
                        <a:pt x="299256" y="482904"/>
                      </a:moveTo>
                      <a:cubicBezTo>
                        <a:pt x="301797" y="473535"/>
                        <a:pt x="299256" y="467977"/>
                        <a:pt x="293539" y="467183"/>
                      </a:cubicBezTo>
                      <a:cubicBezTo>
                        <a:pt x="288299" y="466389"/>
                        <a:pt x="284011" y="468294"/>
                        <a:pt x="282582" y="473852"/>
                      </a:cubicBezTo>
                      <a:cubicBezTo>
                        <a:pt x="281312" y="478775"/>
                        <a:pt x="285917" y="486080"/>
                        <a:pt x="290999" y="487351"/>
                      </a:cubicBezTo>
                      <a:cubicBezTo>
                        <a:pt x="296557" y="488780"/>
                        <a:pt x="298621" y="485445"/>
                        <a:pt x="299256" y="482904"/>
                      </a:cubicBezTo>
                      <a:close/>
                      <a:moveTo>
                        <a:pt x="318312" y="465912"/>
                      </a:moveTo>
                      <a:cubicBezTo>
                        <a:pt x="313231" y="464960"/>
                        <a:pt x="309578" y="467183"/>
                        <a:pt x="308467" y="471470"/>
                      </a:cubicBezTo>
                      <a:cubicBezTo>
                        <a:pt x="307355" y="475917"/>
                        <a:pt x="311960" y="483063"/>
                        <a:pt x="316566" y="483222"/>
                      </a:cubicBezTo>
                      <a:cubicBezTo>
                        <a:pt x="321330" y="483539"/>
                        <a:pt x="324664" y="480998"/>
                        <a:pt x="325617" y="476076"/>
                      </a:cubicBezTo>
                      <a:cubicBezTo>
                        <a:pt x="326570" y="470359"/>
                        <a:pt x="324029" y="466865"/>
                        <a:pt x="318312" y="465754"/>
                      </a:cubicBezTo>
                      <a:close/>
                      <a:moveTo>
                        <a:pt x="370876" y="50806"/>
                      </a:moveTo>
                      <a:cubicBezTo>
                        <a:pt x="365476" y="47789"/>
                        <a:pt x="359918" y="44137"/>
                        <a:pt x="351660" y="44931"/>
                      </a:cubicBezTo>
                      <a:cubicBezTo>
                        <a:pt x="358013" y="50012"/>
                        <a:pt x="363888" y="51759"/>
                        <a:pt x="370876" y="50806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5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b="1" dirty="0">
                      <a:solidFill>
                        <a:srgbClr val="FFFFFF"/>
                      </a:solidFill>
                    </a:rPr>
                    <a:t>6</a:t>
                  </a:r>
                  <a:endParaRPr lang="zh-CN" altLang="en-US" b="1" dirty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32" name="Bullet6" descr="b98b1edb-0d00-452d-8636-c7207e1b168c">
                <a:extLst>
                  <a:ext uri="{FF2B5EF4-FFF2-40B4-BE49-F238E27FC236}">
                    <a16:creationId id="{1A986F38-3A7B-63D0-07E2-D2026C893C58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77922" y="2278371"/>
                <a:ext cx="2335668" cy="782185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solidFill>
                      <a:srgbClr val="000000"/>
                    </a:solidFill>
                  </a:rPr>
                  <a:t>开放办公环境</a:t>
                </a:r>
                <a:endParaRPr lang="en-US" dirty="0"/>
              </a:p>
            </p:txBody>
          </p:sp>
          <p:sp>
            <p:nvSpPr>
              <p:cNvPr id="33" name="Text6" descr="92deabf3-8d2d-434c-8b8b-bb26dbf3668b">
                <a:extLst>
                  <a:ext uri="{FF2B5EF4-FFF2-40B4-BE49-F238E27FC236}">
                    <a16:creationId id="{C73B241C-4A3E-5B2C-4646-0A4B914DCA40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77923" y="3060556"/>
                <a:ext cx="2335668" cy="736889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rgbClr val="000000"/>
                    </a:solidFill>
                  </a:rPr>
                  <a:t>打造开放办公空间，鼓励面对面交流与思想碰撞。</a:t>
                </a:r>
                <a:endParaRPr lang="en-US" dirty="0"/>
              </a:p>
            </p:txBody>
          </p:sp>
        </p:grpSp>
        <p:grpSp>
          <p:nvGrpSpPr>
            <p:cNvPr id="17" name="组合 16" descr="e4c9b764-2175-4f56-aece-06db890f8ed9">
              <a:extLst>
                <a:ext uri="{FF2B5EF4-FFF2-40B4-BE49-F238E27FC236}">
                  <a16:creationId id="{EEC8CE11-197A-EB20-7F3F-221C729030B4}"/>
                </a:ext>
              </a:extLst>
            </p:cNvPr>
            <p:cNvGrpSpPr/>
            <p:nvPr/>
          </p:nvGrpSpPr>
          <p:grpSpPr>
            <a:xfrm>
              <a:off x="7549190" y="4061932"/>
              <a:ext cx="2591953" cy="2328642"/>
              <a:chOff x="660400" y="1688485"/>
              <a:chExt cx="2591953" cy="2328642"/>
            </a:xfrm>
          </p:grpSpPr>
          <p:grpSp>
            <p:nvGrpSpPr>
              <p:cNvPr id="25" name="组合 24" descr="b9589ac1-240b-44a0-a683-4ed8cabe318d">
                <a:extLst>
                  <a:ext uri="{FF2B5EF4-FFF2-40B4-BE49-F238E27FC236}">
                    <a16:creationId id="{9067F2F9-4C7D-81EF-41ED-68BBD8CEDD19}"/>
                  </a:ext>
                </a:extLst>
              </p:cNvPr>
              <p:cNvGrpSpPr/>
              <p:nvPr/>
            </p:nvGrpSpPr>
            <p:grpSpPr>
              <a:xfrm>
                <a:off x="660400" y="1688485"/>
                <a:ext cx="2591953" cy="2328642"/>
                <a:chOff x="660387" y="1445417"/>
                <a:chExt cx="2591953" cy="2328642"/>
              </a:xfrm>
            </p:grpSpPr>
            <p:sp>
              <p:nvSpPr>
                <p:cNvPr id="28" name="Shape7" descr="6405198a-51c6-4957-9dc1-37687248456e">
                  <a:extLst>
                    <a:ext uri="{FF2B5EF4-FFF2-40B4-BE49-F238E27FC236}">
                      <a16:creationId id="{CB4296BD-A299-00C5-9DA6-80119EEE966E}"/>
                    </a:ext>
                  </a:extLst>
                </p:cNvPr>
                <p:cNvSpPr/>
                <p:nvPr/>
              </p:nvSpPr>
              <p:spPr>
                <a:xfrm>
                  <a:off x="660387" y="1686639"/>
                  <a:ext cx="2591953" cy="2087420"/>
                </a:xfrm>
                <a:custGeom>
                  <a:avLst/>
                  <a:gdLst>
                    <a:gd name="connsiteX0" fmla="*/ 2191927 w 2591953"/>
                    <a:gd name="connsiteY0" fmla="*/ 2068431 h 2087420"/>
                    <a:gd name="connsiteX1" fmla="*/ 1817568 w 2591953"/>
                    <a:gd name="connsiteY1" fmla="*/ 2075278 h 2087420"/>
                    <a:gd name="connsiteX2" fmla="*/ 1101726 w 2591953"/>
                    <a:gd name="connsiteY2" fmla="*/ 2069107 h 2087420"/>
                    <a:gd name="connsiteX3" fmla="*/ 310276 w 2591953"/>
                    <a:gd name="connsiteY3" fmla="*/ 2040958 h 2087420"/>
                    <a:gd name="connsiteX4" fmla="*/ 74701 w 2591953"/>
                    <a:gd name="connsiteY4" fmla="*/ 1875186 h 2087420"/>
                    <a:gd name="connsiteX5" fmla="*/ 842 w 2591953"/>
                    <a:gd name="connsiteY5" fmla="*/ 1591321 h 2087420"/>
                    <a:gd name="connsiteX6" fmla="*/ 5447 w 2591953"/>
                    <a:gd name="connsiteY6" fmla="*/ 754518 h 2087420"/>
                    <a:gd name="connsiteX7" fmla="*/ 100303 w 2591953"/>
                    <a:gd name="connsiteY7" fmla="*/ 147901 h 2087420"/>
                    <a:gd name="connsiteX8" fmla="*/ 550271 w 2591953"/>
                    <a:gd name="connsiteY8" fmla="*/ 13323 h 2087420"/>
                    <a:gd name="connsiteX9" fmla="*/ 1112961 w 2591953"/>
                    <a:gd name="connsiteY9" fmla="*/ 85346 h 2087420"/>
                    <a:gd name="connsiteX10" fmla="*/ 2125159 w 2591953"/>
                    <a:gd name="connsiteY10" fmla="*/ 981 h 2087420"/>
                    <a:gd name="connsiteX11" fmla="*/ 2531015 w 2591953"/>
                    <a:gd name="connsiteY11" fmla="*/ 201242 h 2087420"/>
                    <a:gd name="connsiteX12" fmla="*/ 2583876 w 2591953"/>
                    <a:gd name="connsiteY12" fmla="*/ 739640 h 2087420"/>
                    <a:gd name="connsiteX13" fmla="*/ 2570431 w 2591953"/>
                    <a:gd name="connsiteY13" fmla="*/ 1387847 h 2087420"/>
                    <a:gd name="connsiteX14" fmla="*/ 2366076 w 2591953"/>
                    <a:gd name="connsiteY14" fmla="*/ 2004777 h 2087420"/>
                    <a:gd name="connsiteX15" fmla="*/ 2191835 w 2591953"/>
                    <a:gd name="connsiteY15" fmla="*/ 2068431 h 2087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591953" h="2087420">
                      <a:moveTo>
                        <a:pt x="2191927" y="2068431"/>
                      </a:moveTo>
                      <a:cubicBezTo>
                        <a:pt x="2069903" y="2089142"/>
                        <a:pt x="1936460" y="2076377"/>
                        <a:pt x="1817568" y="2075278"/>
                      </a:cubicBezTo>
                      <a:cubicBezTo>
                        <a:pt x="1578954" y="2072996"/>
                        <a:pt x="1340340" y="2063444"/>
                        <a:pt x="1101726" y="2069107"/>
                      </a:cubicBezTo>
                      <a:cubicBezTo>
                        <a:pt x="851140" y="2075109"/>
                        <a:pt x="551100" y="2120504"/>
                        <a:pt x="310276" y="2040958"/>
                      </a:cubicBezTo>
                      <a:cubicBezTo>
                        <a:pt x="215420" y="2009680"/>
                        <a:pt x="128299" y="1953549"/>
                        <a:pt x="74701" y="1875186"/>
                      </a:cubicBezTo>
                      <a:cubicBezTo>
                        <a:pt x="17603" y="1791751"/>
                        <a:pt x="2131" y="1689887"/>
                        <a:pt x="842" y="1591321"/>
                      </a:cubicBezTo>
                      <a:cubicBezTo>
                        <a:pt x="-2750" y="1312612"/>
                        <a:pt x="6368" y="1033396"/>
                        <a:pt x="5447" y="754518"/>
                      </a:cubicBezTo>
                      <a:cubicBezTo>
                        <a:pt x="4802" y="552650"/>
                        <a:pt x="-14538" y="330833"/>
                        <a:pt x="100303" y="147901"/>
                      </a:cubicBezTo>
                      <a:cubicBezTo>
                        <a:pt x="192212" y="1488"/>
                        <a:pt x="386713" y="-11361"/>
                        <a:pt x="550271" y="13323"/>
                      </a:cubicBezTo>
                      <a:cubicBezTo>
                        <a:pt x="738326" y="41726"/>
                        <a:pt x="922881" y="77146"/>
                        <a:pt x="1112961" y="85346"/>
                      </a:cubicBezTo>
                      <a:cubicBezTo>
                        <a:pt x="1453615" y="100055"/>
                        <a:pt x="1785611" y="-11530"/>
                        <a:pt x="2125159" y="981"/>
                      </a:cubicBezTo>
                      <a:cubicBezTo>
                        <a:pt x="2286691" y="6898"/>
                        <a:pt x="2449420" y="66157"/>
                        <a:pt x="2531015" y="201242"/>
                      </a:cubicBezTo>
                      <a:cubicBezTo>
                        <a:pt x="2618319" y="345880"/>
                        <a:pt x="2587192" y="579025"/>
                        <a:pt x="2583876" y="739640"/>
                      </a:cubicBezTo>
                      <a:cubicBezTo>
                        <a:pt x="2579364" y="955709"/>
                        <a:pt x="2574943" y="1171778"/>
                        <a:pt x="2570431" y="1387847"/>
                      </a:cubicBezTo>
                      <a:cubicBezTo>
                        <a:pt x="2566102" y="1597661"/>
                        <a:pt x="2575220" y="1870706"/>
                        <a:pt x="2366076" y="2004777"/>
                      </a:cubicBezTo>
                      <a:cubicBezTo>
                        <a:pt x="2313214" y="2038675"/>
                        <a:pt x="2253998" y="2057864"/>
                        <a:pt x="2191835" y="206843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1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" name="ComponentBackground7" descr="0b20e276-45e8-4e2f-aa2c-7214eb225fad">
                  <a:extLst>
                    <a:ext uri="{FF2B5EF4-FFF2-40B4-BE49-F238E27FC236}">
                      <a16:creationId id="{1325284C-FB83-679F-10FD-058705CD4680}"/>
                    </a:ext>
                  </a:extLst>
                </p:cNvPr>
                <p:cNvSpPr/>
                <p:nvPr/>
              </p:nvSpPr>
              <p:spPr>
                <a:xfrm>
                  <a:off x="704486" y="1728831"/>
                  <a:ext cx="2499650" cy="2003035"/>
                </a:xfrm>
                <a:custGeom>
                  <a:avLst/>
                  <a:gdLst>
                    <a:gd name="connsiteX0" fmla="*/ 618420 w 2499650"/>
                    <a:gd name="connsiteY0" fmla="*/ 2003035 h 2003035"/>
                    <a:gd name="connsiteX1" fmla="*/ 279792 w 2499650"/>
                    <a:gd name="connsiteY1" fmla="*/ 1959078 h 2003035"/>
                    <a:gd name="connsiteX2" fmla="*/ 67609 w 2499650"/>
                    <a:gd name="connsiteY2" fmla="*/ 1810551 h 2003035"/>
                    <a:gd name="connsiteX3" fmla="*/ 842 w 2499650"/>
                    <a:gd name="connsiteY3" fmla="*/ 1548749 h 2003035"/>
                    <a:gd name="connsiteX4" fmla="*/ 2776 w 2499650"/>
                    <a:gd name="connsiteY4" fmla="*/ 1083051 h 2003035"/>
                    <a:gd name="connsiteX5" fmla="*/ 5446 w 2499650"/>
                    <a:gd name="connsiteY5" fmla="*/ 712284 h 2003035"/>
                    <a:gd name="connsiteX6" fmla="*/ 4617 w 2499650"/>
                    <a:gd name="connsiteY6" fmla="*/ 637979 h 2003035"/>
                    <a:gd name="connsiteX7" fmla="*/ 94040 w 2499650"/>
                    <a:gd name="connsiteY7" fmla="*/ 126886 h 2003035"/>
                    <a:gd name="connsiteX8" fmla="*/ 378056 w 2499650"/>
                    <a:gd name="connsiteY8" fmla="*/ 3466 h 2003035"/>
                    <a:gd name="connsiteX9" fmla="*/ 496672 w 2499650"/>
                    <a:gd name="connsiteY9" fmla="*/ 12934 h 2003035"/>
                    <a:gd name="connsiteX10" fmla="*/ 615012 w 2499650"/>
                    <a:gd name="connsiteY10" fmla="*/ 31447 h 2003035"/>
                    <a:gd name="connsiteX11" fmla="*/ 1064612 w 2499650"/>
                    <a:gd name="connsiteY11" fmla="*/ 85379 h 2003035"/>
                    <a:gd name="connsiteX12" fmla="*/ 1129998 w 2499650"/>
                    <a:gd name="connsiteY12" fmla="*/ 86732 h 2003035"/>
                    <a:gd name="connsiteX13" fmla="*/ 1585216 w 2499650"/>
                    <a:gd name="connsiteY13" fmla="*/ 42774 h 2003035"/>
                    <a:gd name="connsiteX14" fmla="*/ 2024777 w 2499650"/>
                    <a:gd name="connsiteY14" fmla="*/ 0 h 2003035"/>
                    <a:gd name="connsiteX15" fmla="*/ 2077178 w 2499650"/>
                    <a:gd name="connsiteY15" fmla="*/ 930 h 2003035"/>
                    <a:gd name="connsiteX16" fmla="*/ 2444539 w 2499650"/>
                    <a:gd name="connsiteY16" fmla="*/ 179466 h 2003035"/>
                    <a:gd name="connsiteX17" fmla="*/ 2495190 w 2499650"/>
                    <a:gd name="connsiteY17" fmla="*/ 605011 h 2003035"/>
                    <a:gd name="connsiteX18" fmla="*/ 2491598 w 2499650"/>
                    <a:gd name="connsiteY18" fmla="*/ 696561 h 2003035"/>
                    <a:gd name="connsiteX19" fmla="*/ 2478153 w 2499650"/>
                    <a:gd name="connsiteY19" fmla="*/ 1344768 h 2003035"/>
                    <a:gd name="connsiteX20" fmla="*/ 2477416 w 2499650"/>
                    <a:gd name="connsiteY20" fmla="*/ 1384499 h 2003035"/>
                    <a:gd name="connsiteX21" fmla="*/ 2293505 w 2499650"/>
                    <a:gd name="connsiteY21" fmla="*/ 1927800 h 2003035"/>
                    <a:gd name="connsiteX22" fmla="*/ 2137315 w 2499650"/>
                    <a:gd name="connsiteY22" fmla="*/ 1984522 h 2003035"/>
                    <a:gd name="connsiteX23" fmla="*/ 1980480 w 2499650"/>
                    <a:gd name="connsiteY23" fmla="*/ 1995512 h 2003035"/>
                    <a:gd name="connsiteX24" fmla="*/ 1865364 w 2499650"/>
                    <a:gd name="connsiteY24" fmla="*/ 1992976 h 2003035"/>
                    <a:gd name="connsiteX25" fmla="*/ 1771705 w 2499650"/>
                    <a:gd name="connsiteY25" fmla="*/ 1990609 h 2003035"/>
                    <a:gd name="connsiteX26" fmla="*/ 1539906 w 2499650"/>
                    <a:gd name="connsiteY26" fmla="*/ 1986889 h 2003035"/>
                    <a:gd name="connsiteX27" fmla="*/ 1215092 w 2499650"/>
                    <a:gd name="connsiteY27" fmla="*/ 1982663 h 2003035"/>
                    <a:gd name="connsiteX28" fmla="*/ 1054205 w 2499650"/>
                    <a:gd name="connsiteY28" fmla="*/ 1984438 h 2003035"/>
                    <a:gd name="connsiteX29" fmla="*/ 871953 w 2499650"/>
                    <a:gd name="connsiteY29" fmla="*/ 1992976 h 2003035"/>
                    <a:gd name="connsiteX30" fmla="*/ 618143 w 2499650"/>
                    <a:gd name="connsiteY30" fmla="*/ 2002782 h 20030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2499650" h="2003035">
                      <a:moveTo>
                        <a:pt x="618420" y="2003035"/>
                      </a:moveTo>
                      <a:cubicBezTo>
                        <a:pt x="478253" y="2003035"/>
                        <a:pt x="370688" y="1989087"/>
                        <a:pt x="279792" y="1959078"/>
                      </a:cubicBezTo>
                      <a:cubicBezTo>
                        <a:pt x="187607" y="1928645"/>
                        <a:pt x="112275" y="1875896"/>
                        <a:pt x="67609" y="1810551"/>
                      </a:cubicBezTo>
                      <a:cubicBezTo>
                        <a:pt x="23497" y="1746052"/>
                        <a:pt x="2315" y="1662870"/>
                        <a:pt x="842" y="1548749"/>
                      </a:cubicBezTo>
                      <a:cubicBezTo>
                        <a:pt x="-1185" y="1393798"/>
                        <a:pt x="842" y="1235804"/>
                        <a:pt x="2776" y="1083051"/>
                      </a:cubicBezTo>
                      <a:cubicBezTo>
                        <a:pt x="4341" y="961575"/>
                        <a:pt x="5907" y="835958"/>
                        <a:pt x="5446" y="712284"/>
                      </a:cubicBezTo>
                      <a:cubicBezTo>
                        <a:pt x="5446" y="687769"/>
                        <a:pt x="4986" y="663001"/>
                        <a:pt x="4617" y="637979"/>
                      </a:cubicBezTo>
                      <a:cubicBezTo>
                        <a:pt x="2039" y="460880"/>
                        <a:pt x="-540" y="277695"/>
                        <a:pt x="94040" y="126886"/>
                      </a:cubicBezTo>
                      <a:cubicBezTo>
                        <a:pt x="145428" y="45057"/>
                        <a:pt x="241021" y="3466"/>
                        <a:pt x="378056" y="3466"/>
                      </a:cubicBezTo>
                      <a:cubicBezTo>
                        <a:pt x="415354" y="3466"/>
                        <a:pt x="455230" y="6678"/>
                        <a:pt x="496672" y="12934"/>
                      </a:cubicBezTo>
                      <a:cubicBezTo>
                        <a:pt x="536272" y="18936"/>
                        <a:pt x="575688" y="25191"/>
                        <a:pt x="615012" y="31447"/>
                      </a:cubicBezTo>
                      <a:cubicBezTo>
                        <a:pt x="760980" y="54694"/>
                        <a:pt x="911829" y="78786"/>
                        <a:pt x="1064612" y="85379"/>
                      </a:cubicBezTo>
                      <a:cubicBezTo>
                        <a:pt x="1085885" y="86309"/>
                        <a:pt x="1107896" y="86732"/>
                        <a:pt x="1129998" y="86732"/>
                      </a:cubicBezTo>
                      <a:cubicBezTo>
                        <a:pt x="1283978" y="86732"/>
                        <a:pt x="1437129" y="64415"/>
                        <a:pt x="1585216" y="42774"/>
                      </a:cubicBezTo>
                      <a:cubicBezTo>
                        <a:pt x="1729434" y="21725"/>
                        <a:pt x="1878625" y="0"/>
                        <a:pt x="2024777" y="0"/>
                      </a:cubicBezTo>
                      <a:cubicBezTo>
                        <a:pt x="2042459" y="0"/>
                        <a:pt x="2060049" y="338"/>
                        <a:pt x="2077178" y="930"/>
                      </a:cubicBezTo>
                      <a:cubicBezTo>
                        <a:pt x="2245893" y="7185"/>
                        <a:pt x="2379797" y="72192"/>
                        <a:pt x="2444539" y="179466"/>
                      </a:cubicBezTo>
                      <a:cubicBezTo>
                        <a:pt x="2510201" y="288261"/>
                        <a:pt x="2501913" y="463923"/>
                        <a:pt x="2495190" y="605011"/>
                      </a:cubicBezTo>
                      <a:cubicBezTo>
                        <a:pt x="2493624" y="637303"/>
                        <a:pt x="2492243" y="667819"/>
                        <a:pt x="2491598" y="696561"/>
                      </a:cubicBezTo>
                      <a:lnTo>
                        <a:pt x="2478153" y="1344768"/>
                      </a:lnTo>
                      <a:cubicBezTo>
                        <a:pt x="2477876" y="1357787"/>
                        <a:pt x="2477692" y="1371058"/>
                        <a:pt x="2477416" y="1384499"/>
                      </a:cubicBezTo>
                      <a:cubicBezTo>
                        <a:pt x="2474100" y="1586029"/>
                        <a:pt x="2470325" y="1814355"/>
                        <a:pt x="2293505" y="1927800"/>
                      </a:cubicBezTo>
                      <a:cubicBezTo>
                        <a:pt x="2250314" y="1955443"/>
                        <a:pt x="2199202" y="1974040"/>
                        <a:pt x="2137315" y="1984522"/>
                      </a:cubicBezTo>
                      <a:cubicBezTo>
                        <a:pt x="2093018" y="1992046"/>
                        <a:pt x="2043196" y="1995512"/>
                        <a:pt x="1980480" y="1995512"/>
                      </a:cubicBezTo>
                      <a:cubicBezTo>
                        <a:pt x="1942169" y="1995512"/>
                        <a:pt x="1903122" y="1994244"/>
                        <a:pt x="1865364" y="1992976"/>
                      </a:cubicBezTo>
                      <a:cubicBezTo>
                        <a:pt x="1834420" y="1991961"/>
                        <a:pt x="1802372" y="1990862"/>
                        <a:pt x="1771705" y="1990609"/>
                      </a:cubicBezTo>
                      <a:cubicBezTo>
                        <a:pt x="1694530" y="1989848"/>
                        <a:pt x="1615883" y="1988326"/>
                        <a:pt x="1539906" y="1986889"/>
                      </a:cubicBezTo>
                      <a:cubicBezTo>
                        <a:pt x="1433538" y="1984860"/>
                        <a:pt x="1323486" y="1982663"/>
                        <a:pt x="1215092" y="1982663"/>
                      </a:cubicBezTo>
                      <a:cubicBezTo>
                        <a:pt x="1157442" y="1982663"/>
                        <a:pt x="1104857" y="1983254"/>
                        <a:pt x="1054205" y="1984438"/>
                      </a:cubicBezTo>
                      <a:cubicBezTo>
                        <a:pt x="995358" y="1985875"/>
                        <a:pt x="935405" y="1989256"/>
                        <a:pt x="871953" y="1992976"/>
                      </a:cubicBezTo>
                      <a:cubicBezTo>
                        <a:pt x="788608" y="1997794"/>
                        <a:pt x="702409" y="2002697"/>
                        <a:pt x="618143" y="2002782"/>
                      </a:cubicBez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91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" name="Number7" descr="814f26a2-a290-4dd3-a8e3-c3621702386b">
                  <a:extLst>
                    <a:ext uri="{FF2B5EF4-FFF2-40B4-BE49-F238E27FC236}">
                      <a16:creationId id="{2014DACB-91B6-323F-EDAF-C52351FBE7DE}"/>
                    </a:ext>
                  </a:extLst>
                </p:cNvPr>
                <p:cNvSpPr/>
                <p:nvPr/>
              </p:nvSpPr>
              <p:spPr>
                <a:xfrm>
                  <a:off x="1695961" y="1445417"/>
                  <a:ext cx="516701" cy="547694"/>
                </a:xfrm>
                <a:custGeom>
                  <a:avLst/>
                  <a:gdLst>
                    <a:gd name="connsiteX0" fmla="*/ 507286 w 516701"/>
                    <a:gd name="connsiteY0" fmla="*/ 318704 h 547694"/>
                    <a:gd name="connsiteX1" fmla="*/ 480289 w 516701"/>
                    <a:gd name="connsiteY1" fmla="*/ 409856 h 547694"/>
                    <a:gd name="connsiteX2" fmla="*/ 361983 w 516701"/>
                    <a:gd name="connsiteY2" fmla="*/ 528480 h 547694"/>
                    <a:gd name="connsiteX3" fmla="*/ 331175 w 516701"/>
                    <a:gd name="connsiteY3" fmla="*/ 536261 h 547694"/>
                    <a:gd name="connsiteX4" fmla="*/ 249234 w 516701"/>
                    <a:gd name="connsiteY4" fmla="*/ 547695 h 547694"/>
                    <a:gd name="connsiteX5" fmla="*/ 169357 w 516701"/>
                    <a:gd name="connsiteY5" fmla="*/ 534038 h 547694"/>
                    <a:gd name="connsiteX6" fmla="*/ 79317 w 516701"/>
                    <a:gd name="connsiteY6" fmla="*/ 459402 h 547694"/>
                    <a:gd name="connsiteX7" fmla="*/ 72012 w 516701"/>
                    <a:gd name="connsiteY7" fmla="*/ 445268 h 547694"/>
                    <a:gd name="connsiteX8" fmla="*/ 42316 w 516701"/>
                    <a:gd name="connsiteY8" fmla="*/ 391752 h 547694"/>
                    <a:gd name="connsiteX9" fmla="*/ 75 w 516701"/>
                    <a:gd name="connsiteY9" fmla="*/ 258836 h 547694"/>
                    <a:gd name="connsiteX10" fmla="*/ 20084 w 516701"/>
                    <a:gd name="connsiteY10" fmla="*/ 180070 h 547694"/>
                    <a:gd name="connsiteX11" fmla="*/ 163958 w 516701"/>
                    <a:gd name="connsiteY11" fmla="*/ 40802 h 547694"/>
                    <a:gd name="connsiteX12" fmla="*/ 216521 w 516701"/>
                    <a:gd name="connsiteY12" fmla="*/ 28892 h 547694"/>
                    <a:gd name="connsiteX13" fmla="*/ 235736 w 516701"/>
                    <a:gd name="connsiteY13" fmla="*/ 22381 h 547694"/>
                    <a:gd name="connsiteX14" fmla="*/ 364206 w 516701"/>
                    <a:gd name="connsiteY14" fmla="*/ 9836 h 547694"/>
                    <a:gd name="connsiteX15" fmla="*/ 492994 w 516701"/>
                    <a:gd name="connsiteY15" fmla="*/ 117662 h 547694"/>
                    <a:gd name="connsiteX16" fmla="*/ 515702 w 516701"/>
                    <a:gd name="connsiteY16" fmla="*/ 201667 h 547694"/>
                    <a:gd name="connsiteX17" fmla="*/ 507127 w 516701"/>
                    <a:gd name="connsiteY17" fmla="*/ 318386 h 547694"/>
                    <a:gd name="connsiteX18" fmla="*/ 401365 w 516701"/>
                    <a:gd name="connsiteY18" fmla="*/ 62875 h 547694"/>
                    <a:gd name="connsiteX19" fmla="*/ 381198 w 516701"/>
                    <a:gd name="connsiteY19" fmla="*/ 56682 h 547694"/>
                    <a:gd name="connsiteX20" fmla="*/ 401842 w 516701"/>
                    <a:gd name="connsiteY20" fmla="*/ 62716 h 547694"/>
                    <a:gd name="connsiteX21" fmla="*/ 402636 w 516701"/>
                    <a:gd name="connsiteY21" fmla="*/ 68751 h 547694"/>
                    <a:gd name="connsiteX22" fmla="*/ 423121 w 516701"/>
                    <a:gd name="connsiteY22" fmla="*/ 90030 h 547694"/>
                    <a:gd name="connsiteX23" fmla="*/ 489024 w 516701"/>
                    <a:gd name="connsiteY23" fmla="*/ 203414 h 547694"/>
                    <a:gd name="connsiteX24" fmla="*/ 494740 w 516701"/>
                    <a:gd name="connsiteY24" fmla="*/ 228346 h 547694"/>
                    <a:gd name="connsiteX25" fmla="*/ 490135 w 516701"/>
                    <a:gd name="connsiteY25" fmla="*/ 173242 h 547694"/>
                    <a:gd name="connsiteX26" fmla="*/ 401365 w 516701"/>
                    <a:gd name="connsiteY26" fmla="*/ 63034 h 547694"/>
                    <a:gd name="connsiteX27" fmla="*/ 174439 w 516701"/>
                    <a:gd name="connsiteY27" fmla="*/ 53347 h 547694"/>
                    <a:gd name="connsiteX28" fmla="*/ 157447 w 516701"/>
                    <a:gd name="connsiteY28" fmla="*/ 60017 h 547694"/>
                    <a:gd name="connsiteX29" fmla="*/ 26595 w 516701"/>
                    <a:gd name="connsiteY29" fmla="*/ 200873 h 547694"/>
                    <a:gd name="connsiteX30" fmla="*/ 17384 w 516701"/>
                    <a:gd name="connsiteY30" fmla="*/ 304253 h 547694"/>
                    <a:gd name="connsiteX31" fmla="*/ 38664 w 516701"/>
                    <a:gd name="connsiteY31" fmla="*/ 357769 h 547694"/>
                    <a:gd name="connsiteX32" fmla="*/ 50732 w 516701"/>
                    <a:gd name="connsiteY32" fmla="*/ 181658 h 547694"/>
                    <a:gd name="connsiteX33" fmla="*/ 174439 w 516701"/>
                    <a:gd name="connsiteY33" fmla="*/ 53506 h 547694"/>
                    <a:gd name="connsiteX34" fmla="*/ 79317 w 516701"/>
                    <a:gd name="connsiteY34" fmla="*/ 433041 h 547694"/>
                    <a:gd name="connsiteX35" fmla="*/ 246217 w 516701"/>
                    <a:gd name="connsiteY35" fmla="*/ 533562 h 547694"/>
                    <a:gd name="connsiteX36" fmla="*/ 79317 w 516701"/>
                    <a:gd name="connsiteY36" fmla="*/ 433041 h 547694"/>
                    <a:gd name="connsiteX37" fmla="*/ 250028 w 516701"/>
                    <a:gd name="connsiteY37" fmla="*/ 29051 h 547694"/>
                    <a:gd name="connsiteX38" fmla="*/ 315136 w 516701"/>
                    <a:gd name="connsiteY38" fmla="*/ 23969 h 547694"/>
                    <a:gd name="connsiteX39" fmla="*/ 377704 w 516701"/>
                    <a:gd name="connsiteY39" fmla="*/ 33973 h 547694"/>
                    <a:gd name="connsiteX40" fmla="*/ 249869 w 516701"/>
                    <a:gd name="connsiteY40" fmla="*/ 29051 h 547694"/>
                    <a:gd name="connsiteX41" fmla="*/ 299256 w 516701"/>
                    <a:gd name="connsiteY41" fmla="*/ 482904 h 547694"/>
                    <a:gd name="connsiteX42" fmla="*/ 293539 w 516701"/>
                    <a:gd name="connsiteY42" fmla="*/ 467183 h 547694"/>
                    <a:gd name="connsiteX43" fmla="*/ 282582 w 516701"/>
                    <a:gd name="connsiteY43" fmla="*/ 473852 h 547694"/>
                    <a:gd name="connsiteX44" fmla="*/ 290999 w 516701"/>
                    <a:gd name="connsiteY44" fmla="*/ 487351 h 547694"/>
                    <a:gd name="connsiteX45" fmla="*/ 299256 w 516701"/>
                    <a:gd name="connsiteY45" fmla="*/ 482904 h 547694"/>
                    <a:gd name="connsiteX46" fmla="*/ 318312 w 516701"/>
                    <a:gd name="connsiteY46" fmla="*/ 465912 h 547694"/>
                    <a:gd name="connsiteX47" fmla="*/ 308467 w 516701"/>
                    <a:gd name="connsiteY47" fmla="*/ 471470 h 547694"/>
                    <a:gd name="connsiteX48" fmla="*/ 316566 w 516701"/>
                    <a:gd name="connsiteY48" fmla="*/ 483222 h 547694"/>
                    <a:gd name="connsiteX49" fmla="*/ 325617 w 516701"/>
                    <a:gd name="connsiteY49" fmla="*/ 476076 h 547694"/>
                    <a:gd name="connsiteX50" fmla="*/ 318312 w 516701"/>
                    <a:gd name="connsiteY50" fmla="*/ 465754 h 547694"/>
                    <a:gd name="connsiteX51" fmla="*/ 370876 w 516701"/>
                    <a:gd name="connsiteY51" fmla="*/ 50806 h 547694"/>
                    <a:gd name="connsiteX52" fmla="*/ 351660 w 516701"/>
                    <a:gd name="connsiteY52" fmla="*/ 44931 h 547694"/>
                    <a:gd name="connsiteX53" fmla="*/ 370876 w 516701"/>
                    <a:gd name="connsiteY53" fmla="*/ 50806 h 547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</a:cxnLst>
                  <a:rect l="l" t="t" r="r" b="b"/>
                  <a:pathLst>
                    <a:path w="516701" h="547694">
                      <a:moveTo>
                        <a:pt x="507286" y="318704"/>
                      </a:moveTo>
                      <a:cubicBezTo>
                        <a:pt x="504427" y="344906"/>
                        <a:pt x="495376" y="378254"/>
                        <a:pt x="480289" y="409856"/>
                      </a:cubicBezTo>
                      <a:cubicBezTo>
                        <a:pt x="454881" y="463372"/>
                        <a:pt x="419151" y="506724"/>
                        <a:pt x="361983" y="528480"/>
                      </a:cubicBezTo>
                      <a:cubicBezTo>
                        <a:pt x="351978" y="532291"/>
                        <a:pt x="341656" y="534832"/>
                        <a:pt x="331175" y="536261"/>
                      </a:cubicBezTo>
                      <a:cubicBezTo>
                        <a:pt x="303861" y="539914"/>
                        <a:pt x="277183" y="547536"/>
                        <a:pt x="249234" y="547695"/>
                      </a:cubicBezTo>
                      <a:cubicBezTo>
                        <a:pt x="221602" y="547695"/>
                        <a:pt x="195559" y="543090"/>
                        <a:pt x="169357" y="534038"/>
                      </a:cubicBezTo>
                      <a:cubicBezTo>
                        <a:pt x="129815" y="520222"/>
                        <a:pt x="100596" y="494814"/>
                        <a:pt x="79317" y="459402"/>
                      </a:cubicBezTo>
                      <a:cubicBezTo>
                        <a:pt x="76617" y="454796"/>
                        <a:pt x="73282" y="450350"/>
                        <a:pt x="72012" y="445268"/>
                      </a:cubicBezTo>
                      <a:cubicBezTo>
                        <a:pt x="66613" y="424783"/>
                        <a:pt x="54544" y="408585"/>
                        <a:pt x="42316" y="391752"/>
                      </a:cubicBezTo>
                      <a:cubicBezTo>
                        <a:pt x="13732" y="352528"/>
                        <a:pt x="-1196" y="307905"/>
                        <a:pt x="75" y="258836"/>
                      </a:cubicBezTo>
                      <a:cubicBezTo>
                        <a:pt x="869" y="231204"/>
                        <a:pt x="9444" y="205161"/>
                        <a:pt x="20084" y="180070"/>
                      </a:cubicBezTo>
                      <a:cubicBezTo>
                        <a:pt x="48509" y="113850"/>
                        <a:pt x="96944" y="67639"/>
                        <a:pt x="163958" y="40802"/>
                      </a:cubicBezTo>
                      <a:cubicBezTo>
                        <a:pt x="180949" y="33973"/>
                        <a:pt x="198576" y="30639"/>
                        <a:pt x="216521" y="28892"/>
                      </a:cubicBezTo>
                      <a:cubicBezTo>
                        <a:pt x="223667" y="28257"/>
                        <a:pt x="229860" y="26192"/>
                        <a:pt x="235736" y="22381"/>
                      </a:cubicBezTo>
                      <a:cubicBezTo>
                        <a:pt x="276389" y="-3504"/>
                        <a:pt x="318948" y="-5886"/>
                        <a:pt x="364206" y="9836"/>
                      </a:cubicBezTo>
                      <a:cubicBezTo>
                        <a:pt x="421057" y="29686"/>
                        <a:pt x="464092" y="64940"/>
                        <a:pt x="492994" y="117662"/>
                      </a:cubicBezTo>
                      <a:cubicBezTo>
                        <a:pt x="507444" y="143864"/>
                        <a:pt x="513002" y="172289"/>
                        <a:pt x="515702" y="201667"/>
                      </a:cubicBezTo>
                      <a:cubicBezTo>
                        <a:pt x="519037" y="238192"/>
                        <a:pt x="513479" y="274081"/>
                        <a:pt x="507127" y="318386"/>
                      </a:cubicBezTo>
                      <a:close/>
                      <a:moveTo>
                        <a:pt x="401365" y="62875"/>
                      </a:moveTo>
                      <a:cubicBezTo>
                        <a:pt x="395013" y="60970"/>
                        <a:pt x="390249" y="54300"/>
                        <a:pt x="381198" y="56682"/>
                      </a:cubicBezTo>
                      <a:cubicBezTo>
                        <a:pt x="387867" y="61922"/>
                        <a:pt x="394060" y="64940"/>
                        <a:pt x="401842" y="62716"/>
                      </a:cubicBezTo>
                      <a:cubicBezTo>
                        <a:pt x="401524" y="64781"/>
                        <a:pt x="401365" y="66686"/>
                        <a:pt x="402636" y="68751"/>
                      </a:cubicBezTo>
                      <a:cubicBezTo>
                        <a:pt x="408194" y="77167"/>
                        <a:pt x="415340" y="83678"/>
                        <a:pt x="423121" y="90030"/>
                      </a:cubicBezTo>
                      <a:cubicBezTo>
                        <a:pt x="459645" y="119250"/>
                        <a:pt x="478384" y="159109"/>
                        <a:pt x="489024" y="203414"/>
                      </a:cubicBezTo>
                      <a:cubicBezTo>
                        <a:pt x="491088" y="211672"/>
                        <a:pt x="492835" y="220088"/>
                        <a:pt x="494740" y="228346"/>
                      </a:cubicBezTo>
                      <a:cubicBezTo>
                        <a:pt x="496646" y="209449"/>
                        <a:pt x="495534" y="191028"/>
                        <a:pt x="490135" y="173242"/>
                      </a:cubicBezTo>
                      <a:cubicBezTo>
                        <a:pt x="475208" y="124808"/>
                        <a:pt x="444242" y="89236"/>
                        <a:pt x="401365" y="63034"/>
                      </a:cubicBezTo>
                      <a:close/>
                      <a:moveTo>
                        <a:pt x="174439" y="53347"/>
                      </a:moveTo>
                      <a:cubicBezTo>
                        <a:pt x="168722" y="55570"/>
                        <a:pt x="163005" y="57476"/>
                        <a:pt x="157447" y="60017"/>
                      </a:cubicBezTo>
                      <a:cubicBezTo>
                        <a:pt x="94085" y="88601"/>
                        <a:pt x="50891" y="135765"/>
                        <a:pt x="26595" y="200873"/>
                      </a:cubicBezTo>
                      <a:cubicBezTo>
                        <a:pt x="13891" y="234698"/>
                        <a:pt x="9285" y="268840"/>
                        <a:pt x="17384" y="304253"/>
                      </a:cubicBezTo>
                      <a:cubicBezTo>
                        <a:pt x="21672" y="322991"/>
                        <a:pt x="27230" y="341412"/>
                        <a:pt x="38664" y="357769"/>
                      </a:cubicBezTo>
                      <a:cubicBezTo>
                        <a:pt x="21195" y="297424"/>
                        <a:pt x="25324" y="238509"/>
                        <a:pt x="50732" y="181658"/>
                      </a:cubicBezTo>
                      <a:cubicBezTo>
                        <a:pt x="76299" y="124172"/>
                        <a:pt x="120923" y="84790"/>
                        <a:pt x="174439" y="53506"/>
                      </a:cubicBezTo>
                      <a:close/>
                      <a:moveTo>
                        <a:pt x="79317" y="433041"/>
                      </a:moveTo>
                      <a:cubicBezTo>
                        <a:pt x="109489" y="506089"/>
                        <a:pt x="184125" y="539596"/>
                        <a:pt x="246217" y="533562"/>
                      </a:cubicBezTo>
                      <a:cubicBezTo>
                        <a:pt x="180314" y="511488"/>
                        <a:pt x="149824" y="500849"/>
                        <a:pt x="79317" y="433041"/>
                      </a:cubicBezTo>
                      <a:close/>
                      <a:moveTo>
                        <a:pt x="250028" y="29051"/>
                      </a:moveTo>
                      <a:cubicBezTo>
                        <a:pt x="274166" y="27145"/>
                        <a:pt x="294492" y="22857"/>
                        <a:pt x="315136" y="23969"/>
                      </a:cubicBezTo>
                      <a:cubicBezTo>
                        <a:pt x="336416" y="25081"/>
                        <a:pt x="357219" y="28733"/>
                        <a:pt x="377704" y="33973"/>
                      </a:cubicBezTo>
                      <a:cubicBezTo>
                        <a:pt x="342926" y="11582"/>
                        <a:pt x="284329" y="5230"/>
                        <a:pt x="249869" y="29051"/>
                      </a:cubicBezTo>
                      <a:close/>
                      <a:moveTo>
                        <a:pt x="299256" y="482904"/>
                      </a:moveTo>
                      <a:cubicBezTo>
                        <a:pt x="301797" y="473535"/>
                        <a:pt x="299256" y="467977"/>
                        <a:pt x="293539" y="467183"/>
                      </a:cubicBezTo>
                      <a:cubicBezTo>
                        <a:pt x="288299" y="466389"/>
                        <a:pt x="284011" y="468294"/>
                        <a:pt x="282582" y="473852"/>
                      </a:cubicBezTo>
                      <a:cubicBezTo>
                        <a:pt x="281312" y="478775"/>
                        <a:pt x="285917" y="486080"/>
                        <a:pt x="290999" y="487351"/>
                      </a:cubicBezTo>
                      <a:cubicBezTo>
                        <a:pt x="296557" y="488780"/>
                        <a:pt x="298621" y="485445"/>
                        <a:pt x="299256" y="482904"/>
                      </a:cubicBezTo>
                      <a:close/>
                      <a:moveTo>
                        <a:pt x="318312" y="465912"/>
                      </a:moveTo>
                      <a:cubicBezTo>
                        <a:pt x="313231" y="464960"/>
                        <a:pt x="309578" y="467183"/>
                        <a:pt x="308467" y="471470"/>
                      </a:cubicBezTo>
                      <a:cubicBezTo>
                        <a:pt x="307355" y="475917"/>
                        <a:pt x="311960" y="483063"/>
                        <a:pt x="316566" y="483222"/>
                      </a:cubicBezTo>
                      <a:cubicBezTo>
                        <a:pt x="321330" y="483539"/>
                        <a:pt x="324664" y="480998"/>
                        <a:pt x="325617" y="476076"/>
                      </a:cubicBezTo>
                      <a:cubicBezTo>
                        <a:pt x="326570" y="470359"/>
                        <a:pt x="324029" y="466865"/>
                        <a:pt x="318312" y="465754"/>
                      </a:cubicBezTo>
                      <a:close/>
                      <a:moveTo>
                        <a:pt x="370876" y="50806"/>
                      </a:moveTo>
                      <a:cubicBezTo>
                        <a:pt x="365476" y="47789"/>
                        <a:pt x="359918" y="44137"/>
                        <a:pt x="351660" y="44931"/>
                      </a:cubicBezTo>
                      <a:cubicBezTo>
                        <a:pt x="358013" y="50012"/>
                        <a:pt x="363888" y="51759"/>
                        <a:pt x="370876" y="5080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5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b="1" dirty="0">
                      <a:solidFill>
                        <a:srgbClr val="FFFFFF"/>
                      </a:solidFill>
                    </a:rPr>
                    <a:t>7</a:t>
                  </a:r>
                  <a:endParaRPr lang="zh-CN" altLang="en-US" b="1" dirty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26" name="Bullet7" descr="ac35b260-0f7e-4efb-82aa-4f5239ade7ea">
                <a:extLst>
                  <a:ext uri="{FF2B5EF4-FFF2-40B4-BE49-F238E27FC236}">
                    <a16:creationId id="{7B4CF9DE-C980-A87E-8FC3-611AF9C2C8F8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77922" y="2278371"/>
                <a:ext cx="2335668" cy="782185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solidFill>
                      <a:srgbClr val="000000"/>
                    </a:solidFill>
                  </a:rPr>
                  <a:t>定期满意度调查</a:t>
                </a:r>
                <a:endParaRPr lang="en-US" dirty="0"/>
              </a:p>
            </p:txBody>
          </p:sp>
          <p:sp>
            <p:nvSpPr>
              <p:cNvPr id="27" name="Text7" descr="5b3eb0a8-4a5f-4e7d-a02b-eb090604c147">
                <a:extLst>
                  <a:ext uri="{FF2B5EF4-FFF2-40B4-BE49-F238E27FC236}">
                    <a16:creationId id="{181543C4-8792-2979-6723-E91D102122EB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77923" y="3060556"/>
                <a:ext cx="2335668" cy="736889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rgbClr val="000000"/>
                    </a:solidFill>
                  </a:rPr>
                  <a:t>定期开展满意度调查，了解团队需求与改进方向。</a:t>
                </a:r>
                <a:endParaRPr lang="en-US" dirty="0"/>
              </a:p>
            </p:txBody>
          </p:sp>
        </p:grpSp>
      </p:grpSp>
      <p:sp>
        <p:nvSpPr>
          <p:cNvPr id="2" name="" descr="35a15f7c-9d27-4f27-bcb9-d0ad115e013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沟通与协调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a16="http://schemas.microsoft.com/office/drawing/2014/main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" name="d52ba928-21d6-47f8-be26-c8063610ec42.source.6.zh-Hans.pptx" descr="b255a61e-7f0b-4d34-958a-b3534802c116">
            <a:extLst>
              <a:ext uri="{FF2B5EF4-FFF2-40B4-BE49-F238E27FC236}">
                <a16:creationId id="{8E280E66-0E3E-F623-0503-EEF033965DF0}"/>
              </a:ext>
            </a:extLst>
          </p:cNvPr>
          <p:cNvGrpSpPr/>
          <p:nvPr/>
        </p:nvGrpSpPr>
        <p:grpSpPr>
          <a:xfrm>
            <a:off x="669924" y="1135649"/>
            <a:ext cx="10850564" cy="5007976"/>
            <a:chOff x="669924" y="1135649"/>
            <a:chExt cx="10850564" cy="5007976"/>
          </a:xfrm>
        </p:grpSpPr>
        <p:grpSp>
          <p:nvGrpSpPr>
            <p:cNvPr id="63" name="组合 62" descr="cc1b07da-540f-4df9-9670-ee6dc5ed271b">
              <a:extLst>
                <a:ext uri="{FF2B5EF4-FFF2-40B4-BE49-F238E27FC236}">
                  <a16:creationId id="{5E108936-E9A3-CA9E-B20B-1F43044933DF}"/>
                </a:ext>
              </a:extLst>
            </p:cNvPr>
            <p:cNvGrpSpPr/>
            <p:nvPr/>
          </p:nvGrpSpPr>
          <p:grpSpPr>
            <a:xfrm>
              <a:off x="2403606" y="2205296"/>
              <a:ext cx="7372021" cy="3938329"/>
              <a:chOff x="2403606" y="1135650"/>
              <a:chExt cx="7372021" cy="5007975"/>
            </a:xfrm>
          </p:grpSpPr>
          <p:cxnSp>
            <p:nvCxnSpPr>
              <p:cNvPr id="4" name="直接连接符 3" descr="0dcd764a-b595-4857-9299-004971b9b298">
                <a:extLst>
                  <a:ext uri="{FF2B5EF4-FFF2-40B4-BE49-F238E27FC236}">
                    <a16:creationId id="{BDF64682-4360-4B89-8526-F8D525F21326}"/>
                  </a:ext>
                </a:extLst>
              </p:cNvPr>
              <p:cNvCxnSpPr/>
              <p:nvPr/>
            </p:nvCxnSpPr>
            <p:spPr>
              <a:xfrm>
                <a:off x="2403606" y="1135650"/>
                <a:ext cx="0" cy="5007975"/>
              </a:xfrm>
              <a:prstGeom prst="line">
                <a:avLst/>
              </a:prstGeom>
              <a:ln w="12700" cap="rnd">
                <a:solidFill>
                  <a:schemeClr val="tx2">
                    <a:alpha val="50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直接连接符 4" descr="04a483e1-d264-4ec5-9895-23131d3241e6">
                <a:extLst>
                  <a:ext uri="{FF2B5EF4-FFF2-40B4-BE49-F238E27FC236}">
                    <a16:creationId id="{E7651412-98C9-43B0-9C99-769BC6CB0BD0}"/>
                  </a:ext>
                </a:extLst>
              </p:cNvPr>
              <p:cNvCxnSpPr/>
              <p:nvPr/>
            </p:nvCxnSpPr>
            <p:spPr>
              <a:xfrm>
                <a:off x="4249951" y="1135650"/>
                <a:ext cx="0" cy="5007975"/>
              </a:xfrm>
              <a:prstGeom prst="line">
                <a:avLst/>
              </a:prstGeom>
              <a:ln w="12700" cap="rnd">
                <a:solidFill>
                  <a:schemeClr val="tx2">
                    <a:alpha val="50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 descr="75c4478e-2ec4-40a4-b481-1517b11f695c">
                <a:extLst>
                  <a:ext uri="{FF2B5EF4-FFF2-40B4-BE49-F238E27FC236}">
                    <a16:creationId id="{5D10DA44-3E5E-4585-8185-D4217871E18B}"/>
                  </a:ext>
                </a:extLst>
              </p:cNvPr>
              <p:cNvCxnSpPr/>
              <p:nvPr/>
            </p:nvCxnSpPr>
            <p:spPr>
              <a:xfrm>
                <a:off x="7942319" y="1135650"/>
                <a:ext cx="0" cy="5007975"/>
              </a:xfrm>
              <a:prstGeom prst="line">
                <a:avLst/>
              </a:prstGeom>
              <a:ln w="12700" cap="rnd">
                <a:solidFill>
                  <a:schemeClr val="tx2">
                    <a:alpha val="50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 descr="a275e3c4-1405-497b-b997-97b3cbc3dd21">
                <a:extLst>
                  <a:ext uri="{FF2B5EF4-FFF2-40B4-BE49-F238E27FC236}">
                    <a16:creationId id="{15F2D339-C63C-43D1-9F10-50AD5FA4CE2B}"/>
                  </a:ext>
                </a:extLst>
              </p:cNvPr>
              <p:cNvCxnSpPr/>
              <p:nvPr/>
            </p:nvCxnSpPr>
            <p:spPr>
              <a:xfrm>
                <a:off x="6100526" y="1135650"/>
                <a:ext cx="0" cy="5007975"/>
              </a:xfrm>
              <a:prstGeom prst="line">
                <a:avLst/>
              </a:prstGeom>
              <a:ln w="12700" cap="rnd">
                <a:solidFill>
                  <a:schemeClr val="tx2">
                    <a:alpha val="50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 descr="cc3ea8d8-3ad3-4eed-8706-7fe1eab747e3">
                <a:extLst>
                  <a:ext uri="{FF2B5EF4-FFF2-40B4-BE49-F238E27FC236}">
                    <a16:creationId id="{A06D71E0-9D28-4023-A82D-A932E33AB75C}"/>
                  </a:ext>
                </a:extLst>
              </p:cNvPr>
              <p:cNvCxnSpPr/>
              <p:nvPr/>
            </p:nvCxnSpPr>
            <p:spPr>
              <a:xfrm>
                <a:off x="9775627" y="1135650"/>
                <a:ext cx="0" cy="5007975"/>
              </a:xfrm>
              <a:prstGeom prst="line">
                <a:avLst/>
              </a:prstGeom>
              <a:ln w="12700" cap="rnd">
                <a:solidFill>
                  <a:schemeClr val="tx2">
                    <a:alpha val="50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" name="直接连接符 2" descr="abef269d-2ad8-4c3e-880b-030badd29fb4">
              <a:extLst>
                <a:ext uri="{FF2B5EF4-FFF2-40B4-BE49-F238E27FC236}">
                  <a16:creationId id="{E481AF72-0995-4439-87F3-35D695F5623A}"/>
                </a:ext>
              </a:extLst>
            </p:cNvPr>
            <p:cNvCxnSpPr/>
            <p:nvPr/>
          </p:nvCxnSpPr>
          <p:spPr>
            <a:xfrm>
              <a:off x="669924" y="2195280"/>
              <a:ext cx="10850564" cy="0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itle" descr="88e4dcf2-7cc2-4c8a-b6f7-5b40ed12a861">
              <a:extLst>
                <a:ext uri="{FF2B5EF4-FFF2-40B4-BE49-F238E27FC236}">
                  <a16:creationId id="{BADF5BC4-2B17-4C20-BBBF-837B177E82B7}"/>
                </a:ext>
              </a:extLst>
            </p:cNvPr>
            <p:cNvSpPr/>
            <p:nvPr/>
          </p:nvSpPr>
          <p:spPr bwMode="auto">
            <a:xfrm>
              <a:off x="669924" y="1135649"/>
              <a:ext cx="10835127" cy="68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>
                  <a:solidFill>
                    <a:srgbClr val="FFFFFF"/>
                  </a:solidFill>
                </a14:hiddenFill>
              </a:ex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b" anchorCtr="1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800" b="1" dirty="0"/>
                <a:t>处理团队内部冲突的策略</a:t>
              </a:r>
              <a:endParaRPr lang="en-US" dirty="0"/>
            </a:p>
          </p:txBody>
        </p:sp>
        <p:grpSp>
          <p:nvGrpSpPr>
            <p:cNvPr id="64" name="组合 63" descr="03ad2b48-c604-4c70-a952-1a11a11bb884">
              <a:extLst>
                <a:ext uri="{FF2B5EF4-FFF2-40B4-BE49-F238E27FC236}">
                  <a16:creationId id="{958B6320-7ED5-1466-019E-5AB81622A92B}"/>
                </a:ext>
              </a:extLst>
            </p:cNvPr>
            <p:cNvGrpSpPr/>
            <p:nvPr/>
          </p:nvGrpSpPr>
          <p:grpSpPr>
            <a:xfrm>
              <a:off x="669926" y="2425059"/>
              <a:ext cx="1699508" cy="3718566"/>
              <a:chOff x="669926" y="2425059"/>
              <a:chExt cx="1699508" cy="3718566"/>
            </a:xfrm>
          </p:grpSpPr>
          <p:sp>
            <p:nvSpPr>
              <p:cNvPr id="61" name="Bullet1" descr="fbce381e-c92c-4ce4-94bb-797ceb69d07c">
                <a:extLst>
                  <a:ext uri="{FF2B5EF4-FFF2-40B4-BE49-F238E27FC236}">
                    <a16:creationId id="{55706B28-B34C-4613-BB59-DD5514D49712}"/>
                  </a:ext>
                </a:extLst>
              </p:cNvPr>
              <p:cNvSpPr txBox="1"/>
              <p:nvPr/>
            </p:nvSpPr>
            <p:spPr bwMode="auto">
              <a:xfrm>
                <a:off x="684899" y="2425059"/>
                <a:ext cx="1684535" cy="9126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2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dirty="0">
                    <a:solidFill>
                      <a:schemeClr val="tx1"/>
                    </a:solidFill>
                  </a:rPr>
                  <a:t>识别冲突根源</a:t>
                </a:r>
                <a:endParaRPr lang="en-US" dirty="0"/>
              </a:p>
            </p:txBody>
          </p:sp>
          <p:sp>
            <p:nvSpPr>
              <p:cNvPr id="57" name="Text1" descr="7782ac79-049a-4e5b-b0a7-3fb62217920f">
                <a:extLst>
                  <a:ext uri="{FF2B5EF4-FFF2-40B4-BE49-F238E27FC236}">
                    <a16:creationId id="{27CD7F35-251C-485B-85CC-FEF4C57F7016}"/>
                  </a:ext>
                </a:extLst>
              </p:cNvPr>
              <p:cNvSpPr/>
              <p:nvPr/>
            </p:nvSpPr>
            <p:spPr bwMode="auto">
              <a:xfrm>
                <a:off x="669926" y="3609648"/>
                <a:ext cx="1625542" cy="14754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通过深入沟通和细致分析，找到导致冲突的根本原因，以便采取针对性的解决措施。</a:t>
                </a:r>
                <a:endParaRPr lang="en-US" dirty="0"/>
              </a:p>
            </p:txBody>
          </p:sp>
          <p:sp>
            <p:nvSpPr>
              <p:cNvPr id="59" name="Number1" descr="84f1dcae-6a1c-45b8-9a39-236be1345c08">
                <a:extLst>
                  <a:ext uri="{FF2B5EF4-FFF2-40B4-BE49-F238E27FC236}">
                    <a16:creationId id="{83CD49E6-490C-4BC7-8991-1B8EB23545ED}"/>
                  </a:ext>
                </a:extLst>
              </p:cNvPr>
              <p:cNvSpPr/>
              <p:nvPr/>
            </p:nvSpPr>
            <p:spPr bwMode="auto">
              <a:xfrm>
                <a:off x="766287" y="5749963"/>
                <a:ext cx="1432820" cy="393662"/>
              </a:xfrm>
              <a:prstGeom prst="roundRect">
                <a:avLst/>
              </a:prstGeom>
              <a:solidFill>
                <a:schemeClr val="accent1"/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00" b="1" dirty="0"/>
                  <a:t>01</a:t>
                </a:r>
              </a:p>
            </p:txBody>
          </p:sp>
          <p:sp>
            <p:nvSpPr>
              <p:cNvPr id="60" name="等腰三角形 59" descr="8c5c25c1-e54b-45d6-a1e5-30a918ecbf81">
                <a:extLst>
                  <a:ext uri="{FF2B5EF4-FFF2-40B4-BE49-F238E27FC236}">
                    <a16:creationId id="{BD013263-5510-400E-86D8-E0C61DE5B40C}"/>
                  </a:ext>
                </a:extLst>
              </p:cNvPr>
              <p:cNvSpPr/>
              <p:nvPr/>
            </p:nvSpPr>
            <p:spPr>
              <a:xfrm>
                <a:off x="1406098" y="5694126"/>
                <a:ext cx="139700" cy="60216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5" name="组合 64" descr="fbed801f-c16b-4395-93ed-d902b15cdb17">
              <a:extLst>
                <a:ext uri="{FF2B5EF4-FFF2-40B4-BE49-F238E27FC236}">
                  <a16:creationId id="{3114E3DA-2C10-0601-AD4F-7B3249599601}"/>
                </a:ext>
              </a:extLst>
            </p:cNvPr>
            <p:cNvGrpSpPr/>
            <p:nvPr/>
          </p:nvGrpSpPr>
          <p:grpSpPr>
            <a:xfrm>
              <a:off x="2511744" y="2425059"/>
              <a:ext cx="1721810" cy="3718566"/>
              <a:chOff x="2511744" y="2425059"/>
              <a:chExt cx="1721810" cy="3718566"/>
            </a:xfrm>
          </p:grpSpPr>
          <p:sp>
            <p:nvSpPr>
              <p:cNvPr id="53" name="Bullet2" descr="bd96a54c-8c9d-4e27-923b-e1b59dce9166">
                <a:extLst>
                  <a:ext uri="{FF2B5EF4-FFF2-40B4-BE49-F238E27FC236}">
                    <a16:creationId id="{7BA70BFD-84DE-4EC1-9C03-37E359A18BDB}"/>
                  </a:ext>
                </a:extLst>
              </p:cNvPr>
              <p:cNvSpPr txBox="1"/>
              <p:nvPr/>
            </p:nvSpPr>
            <p:spPr bwMode="auto">
              <a:xfrm>
                <a:off x="2549019" y="2425059"/>
                <a:ext cx="1684535" cy="9126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2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dirty="0">
                    <a:solidFill>
                      <a:schemeClr val="tx1"/>
                    </a:solidFill>
                  </a:rPr>
                  <a:t>公正对待</a:t>
                </a:r>
                <a:endParaRPr lang="en-US" dirty="0"/>
              </a:p>
            </p:txBody>
          </p:sp>
          <p:sp>
            <p:nvSpPr>
              <p:cNvPr id="49" name="Text2" descr="0016c429-02ea-4d92-a01e-f59c286e64f0">
                <a:extLst>
                  <a:ext uri="{FF2B5EF4-FFF2-40B4-BE49-F238E27FC236}">
                    <a16:creationId id="{4F7BE7D5-5D53-49AF-8BD7-C9421CF6B1C7}"/>
                  </a:ext>
                </a:extLst>
              </p:cNvPr>
              <p:cNvSpPr/>
              <p:nvPr/>
            </p:nvSpPr>
            <p:spPr bwMode="auto">
              <a:xfrm>
                <a:off x="2511744" y="3609648"/>
                <a:ext cx="1625542" cy="14754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作为管理者，确保在处理冲突时保持中立，不偏袒任何一方，维护团队的公正。</a:t>
                </a:r>
                <a:endParaRPr lang="en-US" dirty="0"/>
              </a:p>
            </p:txBody>
          </p:sp>
          <p:sp>
            <p:nvSpPr>
              <p:cNvPr id="51" name="Number2" descr="750448af-746b-4728-b3da-99bd59121df5">
                <a:extLst>
                  <a:ext uri="{FF2B5EF4-FFF2-40B4-BE49-F238E27FC236}">
                    <a16:creationId id="{9CB6BCD8-5E5D-4E9D-AA52-CE82E0FA6FB0}"/>
                  </a:ext>
                </a:extLst>
              </p:cNvPr>
              <p:cNvSpPr/>
              <p:nvPr/>
            </p:nvSpPr>
            <p:spPr bwMode="auto">
              <a:xfrm>
                <a:off x="2608105" y="5749963"/>
                <a:ext cx="1432820" cy="393662"/>
              </a:xfrm>
              <a:prstGeom prst="roundRect">
                <a:avLst/>
              </a:prstGeom>
              <a:solidFill>
                <a:schemeClr val="accent1"/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00" b="1" dirty="0"/>
                  <a:t>02</a:t>
                </a:r>
              </a:p>
            </p:txBody>
          </p:sp>
          <p:sp>
            <p:nvSpPr>
              <p:cNvPr id="52" name="等腰三角形 51" descr="09f47073-f736-437e-9600-e067880a82c6">
                <a:extLst>
                  <a:ext uri="{FF2B5EF4-FFF2-40B4-BE49-F238E27FC236}">
                    <a16:creationId id="{6ACB3DF9-AEBD-45F7-87AC-43E6BC93EAFD}"/>
                  </a:ext>
                </a:extLst>
              </p:cNvPr>
              <p:cNvSpPr/>
              <p:nvPr/>
            </p:nvSpPr>
            <p:spPr>
              <a:xfrm>
                <a:off x="3247916" y="5694126"/>
                <a:ext cx="139700" cy="60216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" name="组合 65" descr="f7b265ed-2dde-4d00-932c-fd975a4dbc8d">
              <a:extLst>
                <a:ext uri="{FF2B5EF4-FFF2-40B4-BE49-F238E27FC236}">
                  <a16:creationId id="{FF5A820A-BEF4-6BFF-16D1-C7AB6D25FA7C}"/>
                </a:ext>
              </a:extLst>
            </p:cNvPr>
            <p:cNvGrpSpPr/>
            <p:nvPr/>
          </p:nvGrpSpPr>
          <p:grpSpPr>
            <a:xfrm>
              <a:off x="4362616" y="2425059"/>
              <a:ext cx="1721810" cy="3718566"/>
              <a:chOff x="4362616" y="2425059"/>
              <a:chExt cx="1721810" cy="3718566"/>
            </a:xfrm>
          </p:grpSpPr>
          <p:sp>
            <p:nvSpPr>
              <p:cNvPr id="45" name="Bullet3" descr="60c53c75-ae3c-4baf-aaec-33d731de0114">
                <a:extLst>
                  <a:ext uri="{FF2B5EF4-FFF2-40B4-BE49-F238E27FC236}">
                    <a16:creationId id="{2E29BEA1-81F0-496C-8691-0DCA3C1BFA6D}"/>
                  </a:ext>
                </a:extLst>
              </p:cNvPr>
              <p:cNvSpPr txBox="1"/>
              <p:nvPr/>
            </p:nvSpPr>
            <p:spPr bwMode="auto">
              <a:xfrm>
                <a:off x="4399891" y="2425059"/>
                <a:ext cx="1684535" cy="9126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2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dirty="0">
                    <a:solidFill>
                      <a:schemeClr val="tx1"/>
                    </a:solidFill>
                  </a:rPr>
                  <a:t>促进沟通</a:t>
                </a:r>
                <a:endParaRPr lang="en-US" dirty="0"/>
              </a:p>
            </p:txBody>
          </p:sp>
          <p:sp>
            <p:nvSpPr>
              <p:cNvPr id="41" name="Text3" descr="3002dcd8-8e5a-48cc-b516-5e7e251c1dfd">
                <a:extLst>
                  <a:ext uri="{FF2B5EF4-FFF2-40B4-BE49-F238E27FC236}">
                    <a16:creationId id="{4353C29C-D922-42A2-AFFC-F479BEB5B114}"/>
                  </a:ext>
                </a:extLst>
              </p:cNvPr>
              <p:cNvSpPr/>
              <p:nvPr/>
            </p:nvSpPr>
            <p:spPr bwMode="auto">
              <a:xfrm>
                <a:off x="4362616" y="3609648"/>
                <a:ext cx="1625542" cy="14754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组织冲突双方进行面对面交流，引导他们开放地表达观点，增进彼此的理解。</a:t>
                </a:r>
                <a:endParaRPr lang="en-US" dirty="0"/>
              </a:p>
            </p:txBody>
          </p:sp>
          <p:sp>
            <p:nvSpPr>
              <p:cNvPr id="43" name="Number3" descr="e87c09ac-2aa4-481f-9e21-c19b5eac2820">
                <a:extLst>
                  <a:ext uri="{FF2B5EF4-FFF2-40B4-BE49-F238E27FC236}">
                    <a16:creationId id="{04A047E0-B7C5-4AB8-9381-F66F968CA4F4}"/>
                  </a:ext>
                </a:extLst>
              </p:cNvPr>
              <p:cNvSpPr/>
              <p:nvPr/>
            </p:nvSpPr>
            <p:spPr bwMode="auto">
              <a:xfrm>
                <a:off x="4458977" y="5749963"/>
                <a:ext cx="1432820" cy="393662"/>
              </a:xfrm>
              <a:prstGeom prst="roundRect">
                <a:avLst/>
              </a:prstGeom>
              <a:solidFill>
                <a:schemeClr val="accent1"/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00" b="1" dirty="0"/>
                  <a:t>03</a:t>
                </a:r>
              </a:p>
            </p:txBody>
          </p:sp>
          <p:sp>
            <p:nvSpPr>
              <p:cNvPr id="44" name="等腰三角形 43" descr="69887ca7-0ea8-44e7-bd35-e1778ce4ce41">
                <a:extLst>
                  <a:ext uri="{FF2B5EF4-FFF2-40B4-BE49-F238E27FC236}">
                    <a16:creationId id="{F9790D4C-EAAE-42FA-94A3-96C5822EF96A}"/>
                  </a:ext>
                </a:extLst>
              </p:cNvPr>
              <p:cNvSpPr/>
              <p:nvPr/>
            </p:nvSpPr>
            <p:spPr>
              <a:xfrm>
                <a:off x="5098788" y="5694126"/>
                <a:ext cx="139700" cy="60216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7" name="组合 66" descr="dcfad8a5-fb00-4334-956c-12459ce7cc60">
              <a:extLst>
                <a:ext uri="{FF2B5EF4-FFF2-40B4-BE49-F238E27FC236}">
                  <a16:creationId id="{BEFD2F53-94F8-9768-5EF6-883D1BD90A06}"/>
                </a:ext>
              </a:extLst>
            </p:cNvPr>
            <p:cNvGrpSpPr/>
            <p:nvPr/>
          </p:nvGrpSpPr>
          <p:grpSpPr>
            <a:xfrm>
              <a:off x="6187069" y="2425059"/>
              <a:ext cx="1684535" cy="3718566"/>
              <a:chOff x="6187069" y="2425059"/>
              <a:chExt cx="1684535" cy="3718566"/>
            </a:xfrm>
          </p:grpSpPr>
          <p:sp>
            <p:nvSpPr>
              <p:cNvPr id="37" name="Bullet4" descr="88c88a7c-ef00-408f-979a-0b4605a10e9b">
                <a:extLst>
                  <a:ext uri="{FF2B5EF4-FFF2-40B4-BE49-F238E27FC236}">
                    <a16:creationId id="{C5EBD0A5-3D55-451E-8212-0BC8F7D76573}"/>
                  </a:ext>
                </a:extLst>
              </p:cNvPr>
              <p:cNvSpPr txBox="1"/>
              <p:nvPr/>
            </p:nvSpPr>
            <p:spPr bwMode="auto">
              <a:xfrm>
                <a:off x="6187069" y="2425059"/>
                <a:ext cx="1684535" cy="9126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2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dirty="0">
                    <a:solidFill>
                      <a:schemeClr val="tx1"/>
                    </a:solidFill>
                  </a:rPr>
                  <a:t>寻求共赢方案</a:t>
                </a:r>
                <a:endParaRPr lang="en-US" dirty="0"/>
              </a:p>
            </p:txBody>
          </p:sp>
          <p:sp>
            <p:nvSpPr>
              <p:cNvPr id="33" name="Text4" descr="1a318f25-1ee1-4319-9764-4cafa0a04b1b">
                <a:extLst>
                  <a:ext uri="{FF2B5EF4-FFF2-40B4-BE49-F238E27FC236}">
                    <a16:creationId id="{1E81EFC3-8161-4B01-B4F1-9B8ED86A25C6}"/>
                  </a:ext>
                </a:extLst>
              </p:cNvPr>
              <p:cNvSpPr/>
              <p:nvPr/>
            </p:nvSpPr>
            <p:spPr bwMode="auto">
              <a:xfrm>
                <a:off x="6212895" y="3609648"/>
                <a:ext cx="1625542" cy="14754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鼓励冲突双方共同探讨解决方案，通过协商达成满足各方需求的双赢结果。</a:t>
                </a:r>
                <a:endParaRPr lang="en-US" dirty="0"/>
              </a:p>
            </p:txBody>
          </p:sp>
          <p:sp>
            <p:nvSpPr>
              <p:cNvPr id="35" name="Number4" descr="6f8be340-0f51-4131-a693-680c9ace9e68">
                <a:extLst>
                  <a:ext uri="{FF2B5EF4-FFF2-40B4-BE49-F238E27FC236}">
                    <a16:creationId id="{BC7AACE3-687B-437A-9513-C4DB08457DAE}"/>
                  </a:ext>
                </a:extLst>
              </p:cNvPr>
              <p:cNvSpPr/>
              <p:nvPr/>
            </p:nvSpPr>
            <p:spPr bwMode="auto">
              <a:xfrm>
                <a:off x="6309256" y="5749963"/>
                <a:ext cx="1432820" cy="393662"/>
              </a:xfrm>
              <a:prstGeom prst="roundRect">
                <a:avLst/>
              </a:prstGeom>
              <a:solidFill>
                <a:schemeClr val="accent1"/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00" b="1" dirty="0"/>
                  <a:t>04</a:t>
                </a:r>
              </a:p>
            </p:txBody>
          </p:sp>
          <p:sp>
            <p:nvSpPr>
              <p:cNvPr id="36" name="等腰三角形 35" descr="e247cd61-0f35-46f4-ae7e-0a4e80c66e18">
                <a:extLst>
                  <a:ext uri="{FF2B5EF4-FFF2-40B4-BE49-F238E27FC236}">
                    <a16:creationId id="{51AC27A1-EA93-4FC8-AC32-E363E89EEEEC}"/>
                  </a:ext>
                </a:extLst>
              </p:cNvPr>
              <p:cNvSpPr/>
              <p:nvPr/>
            </p:nvSpPr>
            <p:spPr>
              <a:xfrm>
                <a:off x="6949067" y="5694126"/>
                <a:ext cx="139700" cy="60216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8" name="组合 67" descr="aae2e72f-fd44-4366-8a5c-732c43679745">
              <a:extLst>
                <a:ext uri="{FF2B5EF4-FFF2-40B4-BE49-F238E27FC236}">
                  <a16:creationId id="{E863E562-772B-D2C4-CD94-F81C20DA5662}"/>
                </a:ext>
              </a:extLst>
            </p:cNvPr>
            <p:cNvGrpSpPr/>
            <p:nvPr/>
          </p:nvGrpSpPr>
          <p:grpSpPr>
            <a:xfrm>
              <a:off x="8020376" y="2425059"/>
              <a:ext cx="1684535" cy="3718566"/>
              <a:chOff x="8020376" y="2425059"/>
              <a:chExt cx="1684535" cy="3718566"/>
            </a:xfrm>
          </p:grpSpPr>
          <p:sp>
            <p:nvSpPr>
              <p:cNvPr id="21" name="Bullet5" descr="388917f9-99ac-4d19-a991-bf51cb7b2db3">
                <a:extLst>
                  <a:ext uri="{FF2B5EF4-FFF2-40B4-BE49-F238E27FC236}">
                    <a16:creationId id="{E4F9ED77-0A8C-4380-96FD-1E42C1C8EDE9}"/>
                  </a:ext>
                </a:extLst>
              </p:cNvPr>
              <p:cNvSpPr txBox="1"/>
              <p:nvPr/>
            </p:nvSpPr>
            <p:spPr bwMode="auto">
              <a:xfrm>
                <a:off x="8020376" y="2425059"/>
                <a:ext cx="1684535" cy="9126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2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dirty="0">
                    <a:solidFill>
                      <a:schemeClr val="tx1"/>
                    </a:solidFill>
                  </a:rPr>
                  <a:t>学习冲突管理技巧</a:t>
                </a:r>
                <a:endParaRPr lang="en-US" dirty="0"/>
              </a:p>
            </p:txBody>
          </p:sp>
          <p:sp>
            <p:nvSpPr>
              <p:cNvPr id="17" name="Text5" descr="28d8800e-dffe-463e-a505-141567d4b299">
                <a:extLst>
                  <a:ext uri="{FF2B5EF4-FFF2-40B4-BE49-F238E27FC236}">
                    <a16:creationId id="{59ADBE16-85ED-471C-A571-CD5CDA9C1EDE}"/>
                  </a:ext>
                </a:extLst>
              </p:cNvPr>
              <p:cNvSpPr/>
              <p:nvPr/>
            </p:nvSpPr>
            <p:spPr bwMode="auto">
              <a:xfrm>
                <a:off x="8046202" y="3609648"/>
                <a:ext cx="1625542" cy="14754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主动学习专业的冲突管理技巧和策略，提升自身处理复杂冲突的能力和信心。</a:t>
                </a:r>
                <a:endParaRPr lang="en-US" dirty="0"/>
              </a:p>
            </p:txBody>
          </p:sp>
          <p:sp>
            <p:nvSpPr>
              <p:cNvPr id="19" name="Number5" descr="24cc148f-4e85-4ec5-9e8e-ddcb0fb77ce2">
                <a:extLst>
                  <a:ext uri="{FF2B5EF4-FFF2-40B4-BE49-F238E27FC236}">
                    <a16:creationId id="{46B0D761-7D13-4B1C-9A92-23C33E83713C}"/>
                  </a:ext>
                </a:extLst>
              </p:cNvPr>
              <p:cNvSpPr/>
              <p:nvPr/>
            </p:nvSpPr>
            <p:spPr bwMode="auto">
              <a:xfrm>
                <a:off x="8142563" y="5749963"/>
                <a:ext cx="1432820" cy="393662"/>
              </a:xfrm>
              <a:prstGeom prst="roundRect">
                <a:avLst/>
              </a:prstGeom>
              <a:solidFill>
                <a:schemeClr val="accent1"/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00" b="1" dirty="0"/>
                  <a:t>05</a:t>
                </a:r>
              </a:p>
            </p:txBody>
          </p:sp>
          <p:sp>
            <p:nvSpPr>
              <p:cNvPr id="20" name="等腰三角形 19" descr="4ce6fed4-2e19-4453-bb39-611a4901f583">
                <a:extLst>
                  <a:ext uri="{FF2B5EF4-FFF2-40B4-BE49-F238E27FC236}">
                    <a16:creationId id="{07D506AF-FAE7-4F26-BA3C-DFAC196D9A15}"/>
                  </a:ext>
                </a:extLst>
              </p:cNvPr>
              <p:cNvSpPr/>
              <p:nvPr/>
            </p:nvSpPr>
            <p:spPr>
              <a:xfrm>
                <a:off x="8782374" y="5694126"/>
                <a:ext cx="139700" cy="60216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9" name="组合 68" descr="6db50268-1632-4d98-9176-1afca49dcdc9">
              <a:extLst>
                <a:ext uri="{FF2B5EF4-FFF2-40B4-BE49-F238E27FC236}">
                  <a16:creationId id="{3E7BEEB3-9097-102E-E2D3-12214DA6722C}"/>
                </a:ext>
              </a:extLst>
            </p:cNvPr>
            <p:cNvGrpSpPr/>
            <p:nvPr/>
          </p:nvGrpSpPr>
          <p:grpSpPr>
            <a:xfrm>
              <a:off x="9831382" y="2425059"/>
              <a:ext cx="1684535" cy="3718566"/>
              <a:chOff x="9831382" y="2425059"/>
              <a:chExt cx="1684535" cy="3718566"/>
            </a:xfrm>
          </p:grpSpPr>
          <p:sp>
            <p:nvSpPr>
              <p:cNvPr id="29" name="Bullet6" descr="637997f4-5852-4396-8843-ad81f3ff3123">
                <a:extLst>
                  <a:ext uri="{FF2B5EF4-FFF2-40B4-BE49-F238E27FC236}">
                    <a16:creationId id="{A29A28C7-F48E-4161-B3D4-C2502F50B4FA}"/>
                  </a:ext>
                </a:extLst>
              </p:cNvPr>
              <p:cNvSpPr txBox="1"/>
              <p:nvPr/>
            </p:nvSpPr>
            <p:spPr bwMode="auto">
              <a:xfrm>
                <a:off x="9831382" y="2425059"/>
                <a:ext cx="1684535" cy="9126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2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dirty="0">
                    <a:solidFill>
                      <a:schemeClr val="tx1"/>
                    </a:solidFill>
                  </a:rPr>
                  <a:t>建立反馈机制</a:t>
                </a:r>
                <a:endParaRPr lang="en-US" dirty="0"/>
              </a:p>
            </p:txBody>
          </p:sp>
          <p:sp>
            <p:nvSpPr>
              <p:cNvPr id="25" name="Text6" descr="34e7519a-2460-47ee-8db1-afda75112793">
                <a:extLst>
                  <a:ext uri="{FF2B5EF4-FFF2-40B4-BE49-F238E27FC236}">
                    <a16:creationId id="{F9BCC056-7AC6-4465-B544-CF3A5D655564}"/>
                  </a:ext>
                </a:extLst>
              </p:cNvPr>
              <p:cNvSpPr/>
              <p:nvPr/>
            </p:nvSpPr>
            <p:spPr bwMode="auto">
              <a:xfrm>
                <a:off x="9879510" y="3609648"/>
                <a:ext cx="1625542" cy="14754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设立团队反馈渠道，定期收集成员意见，及时发现并解决潜在的冲突隐患。</a:t>
                </a:r>
                <a:endParaRPr lang="en-US" dirty="0"/>
              </a:p>
            </p:txBody>
          </p:sp>
          <p:sp>
            <p:nvSpPr>
              <p:cNvPr id="27" name="Number6" descr="353ccaa7-20e7-45a2-839a-e1fefc4c2f0f">
                <a:extLst>
                  <a:ext uri="{FF2B5EF4-FFF2-40B4-BE49-F238E27FC236}">
                    <a16:creationId id="{95F8FB83-B52D-4D24-8329-33A572E1A76E}"/>
                  </a:ext>
                </a:extLst>
              </p:cNvPr>
              <p:cNvSpPr/>
              <p:nvPr/>
            </p:nvSpPr>
            <p:spPr bwMode="auto">
              <a:xfrm>
                <a:off x="9975871" y="5749963"/>
                <a:ext cx="1432820" cy="393662"/>
              </a:xfrm>
              <a:prstGeom prst="roundRect">
                <a:avLst/>
              </a:prstGeom>
              <a:solidFill>
                <a:schemeClr val="accent1"/>
              </a:solidFill>
              <a:ln w="952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00" b="1" dirty="0"/>
                  <a:t>06</a:t>
                </a:r>
              </a:p>
            </p:txBody>
          </p:sp>
          <p:sp>
            <p:nvSpPr>
              <p:cNvPr id="28" name="等腰三角形 27" descr="5979999c-aa09-47e6-8215-f42ab66c5f71">
                <a:extLst>
                  <a:ext uri="{FF2B5EF4-FFF2-40B4-BE49-F238E27FC236}">
                    <a16:creationId id="{4FC80DE8-D4E5-4D8E-8640-4EDFB4761F70}"/>
                  </a:ext>
                </a:extLst>
              </p:cNvPr>
              <p:cNvSpPr/>
              <p:nvPr/>
            </p:nvSpPr>
            <p:spPr>
              <a:xfrm>
                <a:off x="10615682" y="5694126"/>
                <a:ext cx="139700" cy="60216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" descr="35a15f7c-9d27-4f27-bcb9-d0ad115e013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冲突管理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a16="http://schemas.microsoft.com/office/drawing/2014/main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" name="26120ec1-eea0-4a1d-956a-d867188a0a9e.source.6.zh-Hans.pptx" descr="ea43112f-a702-4a4e-823f-fdf12ddb823d">
            <a:extLst>
              <a:ext uri="{FF2B5EF4-FFF2-40B4-BE49-F238E27FC236}">
                <a16:creationId id="{46908547-13A7-4D41-7A18-585A8B152B03}"/>
              </a:ext>
            </a:extLst>
          </p:cNvPr>
          <p:cNvGrpSpPr/>
          <p:nvPr/>
        </p:nvGrpSpPr>
        <p:grpSpPr>
          <a:xfrm>
            <a:off x="660400" y="1130300"/>
            <a:ext cx="10860088" cy="4776515"/>
            <a:chOff x="660400" y="1130300"/>
            <a:chExt cx="10860088" cy="4776515"/>
          </a:xfrm>
        </p:grpSpPr>
        <p:sp>
          <p:nvSpPr>
            <p:cNvPr id="60" name="Title" descr="77bdfb52-ed1f-45f6-89d4-10f40b84d5b7">
              <a:extLst>
                <a:ext uri="{FF2B5EF4-FFF2-40B4-BE49-F238E27FC236}">
                  <a16:creationId id="{46A4C586-32A4-A59F-9B68-E44AC9C46CD1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 dirty="0"/>
                <a:t>实施公平有效的绩效评估体系</a:t>
              </a:r>
              <a:endParaRPr lang="en-US" dirty="0"/>
            </a:p>
          </p:txBody>
        </p:sp>
        <p:grpSp>
          <p:nvGrpSpPr>
            <p:cNvPr id="69" name="组合 68" descr="7a8bd8ca-ed2b-4b6f-8ba6-d413d5440319">
              <a:extLst>
                <a:ext uri="{FF2B5EF4-FFF2-40B4-BE49-F238E27FC236}">
                  <a16:creationId id="{63E67819-CC56-CC16-2FAF-8BE7CA03E0B8}"/>
                </a:ext>
              </a:extLst>
            </p:cNvPr>
            <p:cNvGrpSpPr/>
            <p:nvPr/>
          </p:nvGrpSpPr>
          <p:grpSpPr>
            <a:xfrm>
              <a:off x="671512" y="2229497"/>
              <a:ext cx="1547314" cy="3677318"/>
              <a:chOff x="671512" y="2229497"/>
              <a:chExt cx="1547314" cy="3677318"/>
            </a:xfrm>
          </p:grpSpPr>
          <p:sp>
            <p:nvSpPr>
              <p:cNvPr id="17" name="ComponentBackground1" descr="9ea373ef-a281-4997-a535-a08e035a3024">
                <a:extLst>
                  <a:ext uri="{FF2B5EF4-FFF2-40B4-BE49-F238E27FC236}">
                    <a16:creationId id="{717F883C-175D-4C17-9B89-FFC738521204}"/>
                  </a:ext>
                </a:extLst>
              </p:cNvPr>
              <p:cNvSpPr/>
              <p:nvPr/>
            </p:nvSpPr>
            <p:spPr>
              <a:xfrm>
                <a:off x="673925" y="2491999"/>
                <a:ext cx="1544900" cy="3414815"/>
              </a:xfrm>
              <a:prstGeom prst="roundRect">
                <a:avLst>
                  <a:gd name="adj" fmla="val 5694"/>
                </a:avLst>
              </a:prstGeom>
              <a:noFill/>
              <a:ln w="1270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" name="Text1" descr="8981e9bd-d369-48fb-b58b-ba433109e134">
                <a:extLst>
                  <a:ext uri="{FF2B5EF4-FFF2-40B4-BE49-F238E27FC236}">
                    <a16:creationId id="{A9D2FD1A-9522-4046-9F6D-BF57907E92DF}"/>
                  </a:ext>
                </a:extLst>
              </p:cNvPr>
              <p:cNvSpPr/>
              <p:nvPr/>
            </p:nvSpPr>
            <p:spPr bwMode="auto">
              <a:xfrm>
                <a:off x="673925" y="3709131"/>
                <a:ext cx="1544901" cy="21976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制定可量化的绩效指标，确保团队成员的工作目标明确，易于衡量和评估。</a:t>
                </a:r>
                <a:endParaRPr lang="en-US" dirty="0"/>
              </a:p>
            </p:txBody>
          </p:sp>
          <p:sp>
            <p:nvSpPr>
              <p:cNvPr id="8" name="Bullet1" descr="014b5c86-726d-4661-9012-cf9e730e96b0">
                <a:extLst>
                  <a:ext uri="{FF2B5EF4-FFF2-40B4-BE49-F238E27FC236}">
                    <a16:creationId id="{190FF359-88E9-415C-8A69-21856DF51CC9}"/>
                  </a:ext>
                </a:extLst>
              </p:cNvPr>
              <p:cNvSpPr txBox="1"/>
              <p:nvPr/>
            </p:nvSpPr>
            <p:spPr bwMode="auto">
              <a:xfrm>
                <a:off x="671512" y="2908301"/>
                <a:ext cx="1544901" cy="8008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36000" anchor="b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 dirty="0"/>
                  <a:t>设定明确的绩效指标</a:t>
                </a:r>
                <a:endParaRPr lang="en-US" dirty="0"/>
              </a:p>
            </p:txBody>
          </p:sp>
          <p:sp>
            <p:nvSpPr>
              <p:cNvPr id="25" name="Number1" descr="13f3b3f6-064f-42db-a6b9-36f724781ef2">
                <a:extLst>
                  <a:ext uri="{FF2B5EF4-FFF2-40B4-BE49-F238E27FC236}">
                    <a16:creationId id="{6AE09F84-4AC1-44E9-8451-0204D777FF0E}"/>
                  </a:ext>
                </a:extLst>
              </p:cNvPr>
              <p:cNvSpPr/>
              <p:nvPr/>
            </p:nvSpPr>
            <p:spPr>
              <a:xfrm>
                <a:off x="1168354" y="2229497"/>
                <a:ext cx="556042" cy="556042"/>
              </a:xfrm>
              <a:prstGeom prst="roundRect">
                <a:avLst/>
              </a:pr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</a:rPr>
                  <a:t>01</a:t>
                </a:r>
                <a:endParaRPr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70" name="组合 69" descr="392c38cf-fb17-41ff-b98a-fe9c1dfeb95f">
              <a:extLst>
                <a:ext uri="{FF2B5EF4-FFF2-40B4-BE49-F238E27FC236}">
                  <a16:creationId id="{BC26CF84-9D3D-F3B0-3E2A-9CE964A06861}"/>
                </a:ext>
              </a:extLst>
            </p:cNvPr>
            <p:cNvGrpSpPr/>
            <p:nvPr/>
          </p:nvGrpSpPr>
          <p:grpSpPr>
            <a:xfrm>
              <a:off x="2528982" y="2229497"/>
              <a:ext cx="1550175" cy="3677318"/>
              <a:chOff x="2528982" y="2229497"/>
              <a:chExt cx="1550175" cy="3677318"/>
            </a:xfrm>
          </p:grpSpPr>
          <p:sp>
            <p:nvSpPr>
              <p:cNvPr id="18" name="ComponentBackground2" descr="7f630763-2721-40e0-9819-713958d79d01">
                <a:extLst>
                  <a:ext uri="{FF2B5EF4-FFF2-40B4-BE49-F238E27FC236}">
                    <a16:creationId id="{34048133-4992-419F-BA3D-4E486252CCA4}"/>
                  </a:ext>
                </a:extLst>
              </p:cNvPr>
              <p:cNvSpPr/>
              <p:nvPr/>
            </p:nvSpPr>
            <p:spPr>
              <a:xfrm>
                <a:off x="2534257" y="2491999"/>
                <a:ext cx="1544900" cy="3414815"/>
              </a:xfrm>
              <a:prstGeom prst="roundRect">
                <a:avLst>
                  <a:gd name="adj" fmla="val 5694"/>
                </a:avLst>
              </a:prstGeom>
              <a:noFill/>
              <a:ln w="1270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" name="Text2" descr="cae3e506-04bd-4fe8-9bc3-863e9f79541c">
                <a:extLst>
                  <a:ext uri="{FF2B5EF4-FFF2-40B4-BE49-F238E27FC236}">
                    <a16:creationId id="{867249D8-2F25-489A-AA9C-5DFF162DEF1C}"/>
                  </a:ext>
                </a:extLst>
              </p:cNvPr>
              <p:cNvSpPr/>
              <p:nvPr/>
            </p:nvSpPr>
            <p:spPr bwMode="auto">
              <a:xfrm>
                <a:off x="2531395" y="3709131"/>
                <a:ext cx="1544901" cy="21976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每季度进行系统评估，提供建设性反馈，帮助员工了解自身表现和改进方向。</a:t>
                </a:r>
                <a:endParaRPr lang="en-US" dirty="0"/>
              </a:p>
            </p:txBody>
          </p:sp>
          <p:sp>
            <p:nvSpPr>
              <p:cNvPr id="10" name="Bullet2" descr="b2ab6d36-b562-48b2-8573-e11ec24f38f1">
                <a:extLst>
                  <a:ext uri="{FF2B5EF4-FFF2-40B4-BE49-F238E27FC236}">
                    <a16:creationId id="{135DE1AA-CD6D-4E80-B463-54DCCE5757B6}"/>
                  </a:ext>
                </a:extLst>
              </p:cNvPr>
              <p:cNvSpPr txBox="1"/>
              <p:nvPr/>
            </p:nvSpPr>
            <p:spPr bwMode="auto">
              <a:xfrm>
                <a:off x="2528982" y="2908301"/>
                <a:ext cx="1544901" cy="8008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36000" anchor="b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 dirty="0"/>
                  <a:t>定期评估与反馈</a:t>
                </a:r>
                <a:endParaRPr lang="en-US" dirty="0"/>
              </a:p>
            </p:txBody>
          </p:sp>
          <p:sp>
            <p:nvSpPr>
              <p:cNvPr id="26" name="Number2" descr="6427db16-1494-4d69-89f1-a2807ee00916">
                <a:extLst>
                  <a:ext uri="{FF2B5EF4-FFF2-40B4-BE49-F238E27FC236}">
                    <a16:creationId id="{CD37BFF5-1366-401A-8DD8-41D58A281818}"/>
                  </a:ext>
                </a:extLst>
              </p:cNvPr>
              <p:cNvSpPr/>
              <p:nvPr/>
            </p:nvSpPr>
            <p:spPr>
              <a:xfrm>
                <a:off x="3028686" y="2229497"/>
                <a:ext cx="556042" cy="556042"/>
              </a:xfrm>
              <a:prstGeom prst="roundRect">
                <a:avLst/>
              </a:pr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zh-CN" b="1">
                    <a:solidFill>
                      <a:srgbClr val="FFFFFF"/>
                    </a:solidFill>
                  </a:rPr>
                  <a:t>02</a:t>
                </a:r>
                <a:endParaRPr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71" name="组合 70" descr="e6950e13-6604-4ef6-9f7f-5897f1753718">
              <a:extLst>
                <a:ext uri="{FF2B5EF4-FFF2-40B4-BE49-F238E27FC236}">
                  <a16:creationId id="{AA20EA3F-9326-35E2-2827-A02E74CD4470}"/>
                </a:ext>
              </a:extLst>
            </p:cNvPr>
            <p:cNvGrpSpPr/>
            <p:nvPr/>
          </p:nvGrpSpPr>
          <p:grpSpPr>
            <a:xfrm>
              <a:off x="4386452" y="2229497"/>
              <a:ext cx="1553037" cy="3677318"/>
              <a:chOff x="4386452" y="2229497"/>
              <a:chExt cx="1553037" cy="3677318"/>
            </a:xfrm>
          </p:grpSpPr>
          <p:sp>
            <p:nvSpPr>
              <p:cNvPr id="19" name="ComponentBackground3" descr="a5c8d9a6-5223-461a-9ea6-300119897d87">
                <a:extLst>
                  <a:ext uri="{FF2B5EF4-FFF2-40B4-BE49-F238E27FC236}">
                    <a16:creationId id="{18203415-98E7-4000-9237-88D43AC78518}"/>
                  </a:ext>
                </a:extLst>
              </p:cNvPr>
              <p:cNvSpPr/>
              <p:nvPr/>
            </p:nvSpPr>
            <p:spPr>
              <a:xfrm>
                <a:off x="4394589" y="2491999"/>
                <a:ext cx="1544900" cy="3414815"/>
              </a:xfrm>
              <a:prstGeom prst="roundRect">
                <a:avLst>
                  <a:gd name="adj" fmla="val 5694"/>
                </a:avLst>
              </a:prstGeom>
              <a:noFill/>
              <a:ln w="1270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" name="Text3" descr="3a7ef774-74cc-4564-a936-b874ff3898d4">
                <a:extLst>
                  <a:ext uri="{FF2B5EF4-FFF2-40B4-BE49-F238E27FC236}">
                    <a16:creationId id="{009480B6-2417-43A8-9BC3-3000CC762E23}"/>
                  </a:ext>
                </a:extLst>
              </p:cNvPr>
              <p:cNvSpPr/>
              <p:nvPr/>
            </p:nvSpPr>
            <p:spPr bwMode="auto">
              <a:xfrm>
                <a:off x="4388865" y="3709131"/>
                <a:ext cx="1544901" cy="21976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设立明确的奖励制度，鼓励员工积极表现，提升工作动力和团队士气。</a:t>
                </a:r>
                <a:endParaRPr lang="en-US" dirty="0"/>
              </a:p>
            </p:txBody>
          </p:sp>
          <p:sp>
            <p:nvSpPr>
              <p:cNvPr id="12" name="Bullet3" descr="d32741ab-64bd-4575-95d3-69ab576fc66b">
                <a:extLst>
                  <a:ext uri="{FF2B5EF4-FFF2-40B4-BE49-F238E27FC236}">
                    <a16:creationId id="{37C704E3-F7C3-49CC-AFB2-77F72B44EC24}"/>
                  </a:ext>
                </a:extLst>
              </p:cNvPr>
              <p:cNvSpPr txBox="1"/>
              <p:nvPr/>
            </p:nvSpPr>
            <p:spPr bwMode="auto">
              <a:xfrm>
                <a:off x="4386452" y="2908301"/>
                <a:ext cx="1544901" cy="8008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36000" anchor="b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 dirty="0"/>
                  <a:t>激励与奖励机制</a:t>
                </a:r>
                <a:endParaRPr lang="en-US" dirty="0"/>
              </a:p>
            </p:txBody>
          </p:sp>
          <p:sp>
            <p:nvSpPr>
              <p:cNvPr id="27" name="Number3" descr="6ee98b6d-4d49-4e7f-8b8a-635695a4b1fe">
                <a:extLst>
                  <a:ext uri="{FF2B5EF4-FFF2-40B4-BE49-F238E27FC236}">
                    <a16:creationId id="{18723B14-1AF0-400E-A31E-4F9329D95FA1}"/>
                  </a:ext>
                </a:extLst>
              </p:cNvPr>
              <p:cNvSpPr/>
              <p:nvPr/>
            </p:nvSpPr>
            <p:spPr>
              <a:xfrm>
                <a:off x="4889018" y="2229497"/>
                <a:ext cx="556042" cy="556042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</a:rPr>
                  <a:t>03</a:t>
                </a:r>
                <a:endParaRPr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72" name="组合 71" descr="5229e97a-6707-4387-8c3b-ac1d6dd80f01">
              <a:extLst>
                <a:ext uri="{FF2B5EF4-FFF2-40B4-BE49-F238E27FC236}">
                  <a16:creationId id="{CE1058DC-F96E-1CB2-CC65-405F301B6D99}"/>
                </a:ext>
              </a:extLst>
            </p:cNvPr>
            <p:cNvGrpSpPr/>
            <p:nvPr/>
          </p:nvGrpSpPr>
          <p:grpSpPr>
            <a:xfrm>
              <a:off x="6254921" y="2229497"/>
              <a:ext cx="1550627" cy="3677318"/>
              <a:chOff x="6254921" y="2229497"/>
              <a:chExt cx="1550627" cy="3677318"/>
            </a:xfrm>
          </p:grpSpPr>
          <p:sp>
            <p:nvSpPr>
              <p:cNvPr id="20" name="ComponentBackground4" descr="5c97ea57-73d2-46af-831a-24c880352175">
                <a:extLst>
                  <a:ext uri="{FF2B5EF4-FFF2-40B4-BE49-F238E27FC236}">
                    <a16:creationId id="{179A794B-6746-422E-AED6-08F8D09D1ABF}"/>
                  </a:ext>
                </a:extLst>
              </p:cNvPr>
              <p:cNvSpPr/>
              <p:nvPr/>
            </p:nvSpPr>
            <p:spPr>
              <a:xfrm>
                <a:off x="6254921" y="2491999"/>
                <a:ext cx="1544900" cy="3414815"/>
              </a:xfrm>
              <a:prstGeom prst="roundRect">
                <a:avLst>
                  <a:gd name="adj" fmla="val 5694"/>
                </a:avLst>
              </a:prstGeom>
              <a:noFill/>
              <a:ln w="1270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" name="Text4" descr="8570a4da-7c3e-46db-b2f6-b50f6370a89b">
                <a:extLst>
                  <a:ext uri="{FF2B5EF4-FFF2-40B4-BE49-F238E27FC236}">
                    <a16:creationId id="{4DB7D75C-B10E-42D8-8349-A95D3550EEF6}"/>
                  </a:ext>
                </a:extLst>
              </p:cNvPr>
              <p:cNvSpPr/>
              <p:nvPr/>
            </p:nvSpPr>
            <p:spPr bwMode="auto">
              <a:xfrm>
                <a:off x="6260647" y="3709131"/>
                <a:ext cx="1544901" cy="21976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根据评估结果为员工制定个性化发展计划，支持其职业成长和能力提升。</a:t>
                </a:r>
                <a:endParaRPr lang="en-US" dirty="0"/>
              </a:p>
            </p:txBody>
          </p:sp>
          <p:sp>
            <p:nvSpPr>
              <p:cNvPr id="14" name="Bullet4" descr="6f227f92-5d10-4dff-bb27-f26022ce939f">
                <a:extLst>
                  <a:ext uri="{FF2B5EF4-FFF2-40B4-BE49-F238E27FC236}">
                    <a16:creationId id="{7FC520A1-6FC9-4EC9-BE0E-59B148AF0C1A}"/>
                  </a:ext>
                </a:extLst>
              </p:cNvPr>
              <p:cNvSpPr txBox="1"/>
              <p:nvPr/>
            </p:nvSpPr>
            <p:spPr bwMode="auto">
              <a:xfrm>
                <a:off x="6258234" y="2908301"/>
                <a:ext cx="1544901" cy="8008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36000" anchor="b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 dirty="0"/>
                  <a:t>个人发展计划</a:t>
                </a:r>
                <a:endParaRPr lang="en-US" dirty="0"/>
              </a:p>
            </p:txBody>
          </p:sp>
          <p:sp>
            <p:nvSpPr>
              <p:cNvPr id="28" name="Number4" descr="d2aa54d9-726a-4af9-8d2c-f09bb6883b57">
                <a:extLst>
                  <a:ext uri="{FF2B5EF4-FFF2-40B4-BE49-F238E27FC236}">
                    <a16:creationId id="{D9A92B1D-1599-46E0-8E35-FFAD00B7C699}"/>
                  </a:ext>
                </a:extLst>
              </p:cNvPr>
              <p:cNvSpPr/>
              <p:nvPr/>
            </p:nvSpPr>
            <p:spPr>
              <a:xfrm>
                <a:off x="6749350" y="2229497"/>
                <a:ext cx="556042" cy="556042"/>
              </a:xfrm>
              <a:prstGeom prst="roundRect">
                <a:avLst/>
              </a:pr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zh-CN" b="1">
                    <a:solidFill>
                      <a:srgbClr val="FFFFFF"/>
                    </a:solidFill>
                  </a:rPr>
                  <a:t>04</a:t>
                </a:r>
                <a:endParaRPr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73" name="组合 72" descr="3bd2edb9-924e-4ad1-b711-4cee2ab47846">
              <a:extLst>
                <a:ext uri="{FF2B5EF4-FFF2-40B4-BE49-F238E27FC236}">
                  <a16:creationId id="{C9B1585D-ECFD-E7D4-F6F2-A36183F85B83}"/>
                </a:ext>
              </a:extLst>
            </p:cNvPr>
            <p:cNvGrpSpPr/>
            <p:nvPr/>
          </p:nvGrpSpPr>
          <p:grpSpPr>
            <a:xfrm>
              <a:off x="8115253" y="2229497"/>
              <a:ext cx="1547765" cy="3677318"/>
              <a:chOff x="8115253" y="2229497"/>
              <a:chExt cx="1547765" cy="3677318"/>
            </a:xfrm>
          </p:grpSpPr>
          <p:sp>
            <p:nvSpPr>
              <p:cNvPr id="21" name="ComponentBackground5" descr="29c29071-66aa-466d-8991-c9bc94c2ee92">
                <a:extLst>
                  <a:ext uri="{FF2B5EF4-FFF2-40B4-BE49-F238E27FC236}">
                    <a16:creationId id="{C2F56239-48F1-47D2-BEDC-D15ED053994A}"/>
                  </a:ext>
                </a:extLst>
              </p:cNvPr>
              <p:cNvSpPr/>
              <p:nvPr/>
            </p:nvSpPr>
            <p:spPr>
              <a:xfrm>
                <a:off x="8115253" y="2491999"/>
                <a:ext cx="1544900" cy="3414815"/>
              </a:xfrm>
              <a:prstGeom prst="roundRect">
                <a:avLst>
                  <a:gd name="adj" fmla="val 5694"/>
                </a:avLst>
              </a:prstGeom>
              <a:noFill/>
              <a:ln w="1270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" name="Text5" descr="c1d715f1-bcb1-4f7f-81cd-dc4b47e5bc30">
                <a:extLst>
                  <a:ext uri="{FF2B5EF4-FFF2-40B4-BE49-F238E27FC236}">
                    <a16:creationId id="{BAEDFECB-B543-4124-A052-00BCDF2D0A67}"/>
                  </a:ext>
                </a:extLst>
              </p:cNvPr>
              <p:cNvSpPr/>
              <p:nvPr/>
            </p:nvSpPr>
            <p:spPr bwMode="auto">
              <a:xfrm>
                <a:off x="8118117" y="3709131"/>
                <a:ext cx="1544901" cy="21976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在评估过程中保持全程透明，确保员工清晰了解评估标准和流程。</a:t>
                </a:r>
                <a:endParaRPr lang="en-US" dirty="0"/>
              </a:p>
            </p:txBody>
          </p:sp>
          <p:sp>
            <p:nvSpPr>
              <p:cNvPr id="16" name="Bullet5" descr="1642f3d7-163b-416d-9bb8-93ef5a6352b0">
                <a:extLst>
                  <a:ext uri="{FF2B5EF4-FFF2-40B4-BE49-F238E27FC236}">
                    <a16:creationId id="{7787713B-4F3D-4FBD-AA50-AAB64806B311}"/>
                  </a:ext>
                </a:extLst>
              </p:cNvPr>
              <p:cNvSpPr txBox="1"/>
              <p:nvPr/>
            </p:nvSpPr>
            <p:spPr bwMode="auto">
              <a:xfrm>
                <a:off x="8115704" y="2908301"/>
                <a:ext cx="1544901" cy="8008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36000" anchor="b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 dirty="0"/>
                  <a:t>透明沟通</a:t>
                </a:r>
                <a:endParaRPr lang="en-US" dirty="0"/>
              </a:p>
            </p:txBody>
          </p:sp>
          <p:sp>
            <p:nvSpPr>
              <p:cNvPr id="29" name="Number5" descr="8f6817f7-863b-4020-a7bf-f9d5b4753462">
                <a:extLst>
                  <a:ext uri="{FF2B5EF4-FFF2-40B4-BE49-F238E27FC236}">
                    <a16:creationId id="{DE8E6A90-3857-4D40-8E07-509C952C63B5}"/>
                  </a:ext>
                </a:extLst>
              </p:cNvPr>
              <p:cNvSpPr/>
              <p:nvPr/>
            </p:nvSpPr>
            <p:spPr>
              <a:xfrm>
                <a:off x="8609682" y="2229497"/>
                <a:ext cx="556042" cy="556042"/>
              </a:xfrm>
              <a:prstGeom prst="roundRect">
                <a:avLst/>
              </a:pr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zh-CN" b="1">
                    <a:solidFill>
                      <a:srgbClr val="FFFFFF"/>
                    </a:solidFill>
                  </a:rPr>
                  <a:t>05</a:t>
                </a:r>
                <a:endParaRPr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74" name="组合 73" descr="676fc117-0a88-426a-b7ca-64f1cb28121a">
              <a:extLst>
                <a:ext uri="{FF2B5EF4-FFF2-40B4-BE49-F238E27FC236}">
                  <a16:creationId id="{9FFA9918-949A-306D-6171-258638872457}"/>
                </a:ext>
              </a:extLst>
            </p:cNvPr>
            <p:cNvGrpSpPr/>
            <p:nvPr/>
          </p:nvGrpSpPr>
          <p:grpSpPr>
            <a:xfrm>
              <a:off x="9975587" y="2229497"/>
              <a:ext cx="1544901" cy="3677318"/>
              <a:chOff x="9975587" y="2229497"/>
              <a:chExt cx="1544901" cy="3677318"/>
            </a:xfrm>
          </p:grpSpPr>
          <p:sp>
            <p:nvSpPr>
              <p:cNvPr id="22" name="ComponentBackground6" descr="227de14f-23b3-47b7-a841-3856406429f6">
                <a:extLst>
                  <a:ext uri="{FF2B5EF4-FFF2-40B4-BE49-F238E27FC236}">
                    <a16:creationId id="{5E4BEEF8-7B05-47B6-AE61-A419217900EE}"/>
                  </a:ext>
                </a:extLst>
              </p:cNvPr>
              <p:cNvSpPr/>
              <p:nvPr/>
            </p:nvSpPr>
            <p:spPr>
              <a:xfrm>
                <a:off x="9975587" y="2491999"/>
                <a:ext cx="1544900" cy="3414815"/>
              </a:xfrm>
              <a:prstGeom prst="roundRect">
                <a:avLst>
                  <a:gd name="adj" fmla="val 5694"/>
                </a:avLst>
              </a:prstGeom>
              <a:noFill/>
              <a:ln w="1270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Text6" descr="83c3b658-9643-48f4-9f2f-1dd539b9d29e">
                <a:extLst>
                  <a:ext uri="{FF2B5EF4-FFF2-40B4-BE49-F238E27FC236}">
                    <a16:creationId id="{5ED57384-8BF7-4605-ACE8-95EA927EAB31}"/>
                  </a:ext>
                </a:extLst>
              </p:cNvPr>
              <p:cNvSpPr/>
              <p:nvPr/>
            </p:nvSpPr>
            <p:spPr bwMode="auto">
              <a:xfrm>
                <a:off x="9975587" y="3709131"/>
                <a:ext cx="1544901" cy="21976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定期监测绩效评估体系的效果，并根据反馈及时进行调整和优化。</a:t>
                </a:r>
                <a:endParaRPr lang="en-US" dirty="0"/>
              </a:p>
            </p:txBody>
          </p:sp>
          <p:sp>
            <p:nvSpPr>
              <p:cNvPr id="24" name="Bullet6" descr="588c4733-591b-437e-b475-90dc911c91d8">
                <a:extLst>
                  <a:ext uri="{FF2B5EF4-FFF2-40B4-BE49-F238E27FC236}">
                    <a16:creationId id="{D2A04946-1C1F-4F09-8383-7C9EF3F91258}"/>
                  </a:ext>
                </a:extLst>
              </p:cNvPr>
              <p:cNvSpPr txBox="1"/>
              <p:nvPr/>
            </p:nvSpPr>
            <p:spPr bwMode="auto">
              <a:xfrm>
                <a:off x="9975587" y="2908301"/>
                <a:ext cx="1544901" cy="8008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36000" anchor="b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 dirty="0"/>
                  <a:t>持续监测与调整</a:t>
                </a:r>
                <a:endParaRPr lang="en-US" dirty="0"/>
              </a:p>
            </p:txBody>
          </p:sp>
          <p:sp>
            <p:nvSpPr>
              <p:cNvPr id="30" name="Number6" descr="8c1abd3c-d2d8-4f07-ae68-229b43f11a6d">
                <a:extLst>
                  <a:ext uri="{FF2B5EF4-FFF2-40B4-BE49-F238E27FC236}">
                    <a16:creationId id="{ABEF1F93-367F-4157-9B54-882844602ACD}"/>
                  </a:ext>
                </a:extLst>
              </p:cNvPr>
              <p:cNvSpPr/>
              <p:nvPr/>
            </p:nvSpPr>
            <p:spPr>
              <a:xfrm>
                <a:off x="10470016" y="2229497"/>
                <a:ext cx="556042" cy="556042"/>
              </a:xfrm>
              <a:prstGeom prst="roundRect">
                <a:avLst/>
              </a:pr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zh-CN" b="1">
                    <a:solidFill>
                      <a:srgbClr val="FFFFFF"/>
                    </a:solidFill>
                  </a:rPr>
                  <a:t>06</a:t>
                </a:r>
                <a:endParaRPr b="1" dirty="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" name="" descr="35a15f7c-9d27-4f27-bcb9-d0ad115e013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绩效评估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" descr="21d3db50-999a-474a-b867-366ce47f38e8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未来展望与规划</a:t>
            </a:r>
            <a:endParaRPr lang="en-US" dirty="0"/>
          </a:p>
        </p:txBody>
      </p:sp>
      <p:sp>
        <p:nvSpPr>
          <p:cNvPr id="3" name="" descr="c37bd84a-5aa3-45b7-b163-5703a19789e5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展望个人与团队的未来发展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" name="e29f8391-7660-40a7-a3cb-2d355b2f7324.source.6.zh-Hans.pptx" descr="d01504d3-8c44-4637-939f-c7538a746985">
            <a:extLst>
              <a:ext uri="{FF2B5EF4-FFF2-40B4-BE49-F238E27FC236}">
                <a16:creationId id="{21B3CE45-40A6-646B-B0BD-1EA0C70D6DDC}"/>
              </a:ext>
            </a:extLst>
          </p:cNvPr>
          <p:cNvGrpSpPr/>
          <p:nvPr/>
        </p:nvGrpSpPr>
        <p:grpSpPr>
          <a:xfrm>
            <a:off x="660400" y="1130300"/>
            <a:ext cx="10858500" cy="5016501"/>
            <a:chOff x="660400" y="1130300"/>
            <a:chExt cx="10858500" cy="5016501"/>
          </a:xfrm>
        </p:grpSpPr>
        <p:sp>
          <p:nvSpPr>
            <p:cNvPr id="52" name="Title" descr="10988267-7061-4bc8-875e-84343b8106ce">
              <a:extLst>
                <a:ext uri="{FF2B5EF4-FFF2-40B4-BE49-F238E27FC236}">
                  <a16:creationId id="{5E922492-A2B8-4EA8-F573-155EFF66BAB3}"/>
                </a:ext>
              </a:extLst>
            </p:cNvPr>
            <p:cNvSpPr txBox="1"/>
            <p:nvPr/>
          </p:nvSpPr>
          <p:spPr>
            <a:xfrm>
              <a:off x="673100" y="1130300"/>
              <a:ext cx="10845800" cy="671317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 dirty="0">
                  <a:cs typeface="+mn-ea"/>
                  <a:sym typeface="+mn-lt"/>
                </a:rPr>
                <a:t>设定个人未来发展的方向与目标</a:t>
              </a:r>
              <a:endParaRPr lang="en-US" dirty="0"/>
            </a:p>
          </p:txBody>
        </p:sp>
        <p:grpSp>
          <p:nvGrpSpPr>
            <p:cNvPr id="60" name="组合 59" descr="36612e60-053f-48ea-9df5-50a6a4f30bc8">
              <a:extLst>
                <a:ext uri="{FF2B5EF4-FFF2-40B4-BE49-F238E27FC236}">
                  <a16:creationId id="{A2E3CC45-13C9-3F05-EF6F-C3C7A1C56CCC}"/>
                </a:ext>
              </a:extLst>
            </p:cNvPr>
            <p:cNvGrpSpPr/>
            <p:nvPr/>
          </p:nvGrpSpPr>
          <p:grpSpPr>
            <a:xfrm>
              <a:off x="660400" y="2151466"/>
              <a:ext cx="1693730" cy="3995335"/>
              <a:chOff x="625205" y="2151466"/>
              <a:chExt cx="1693730" cy="3995335"/>
            </a:xfrm>
          </p:grpSpPr>
          <p:sp>
            <p:nvSpPr>
              <p:cNvPr id="37" name="IconBackground1" descr="e86a3fd7-e8b4-4107-ad5f-2f746f43beee">
                <a:extLst>
                  <a:ext uri="{FF2B5EF4-FFF2-40B4-BE49-F238E27FC236}">
                    <a16:creationId id="{AB5DE59F-0822-313E-47C4-FCCAED298A75}"/>
                  </a:ext>
                </a:extLst>
              </p:cNvPr>
              <p:cNvSpPr/>
              <p:nvPr/>
            </p:nvSpPr>
            <p:spPr>
              <a:xfrm>
                <a:off x="917694" y="2757846"/>
                <a:ext cx="1108750" cy="1108750"/>
              </a:xfrm>
              <a:prstGeom prst="roundRect">
                <a:avLst/>
              </a:prstGeom>
              <a:solidFill>
                <a:schemeClr val="accent1"/>
              </a:solidFill>
              <a:ln w="6350">
                <a:solidFill>
                  <a:srgbClr val="FFFFFF">
                    <a:alpha val="50000"/>
                  </a:srgb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" name="Icon1" descr="bed8f571-4595-4a07-8b3c-8ce1ef37cbba">
                <a:extLst>
                  <a:ext uri="{FF2B5EF4-FFF2-40B4-BE49-F238E27FC236}">
                    <a16:creationId id="{7FEED12C-1002-6670-A5B4-6367F6C301EC}"/>
                  </a:ext>
                </a:extLst>
              </p:cNvPr>
              <p:cNvSpPr/>
              <p:nvPr/>
            </p:nvSpPr>
            <p:spPr bwMode="auto">
              <a:xfrm>
                <a:off x="1282666" y="3034365"/>
                <a:ext cx="378806" cy="555713"/>
              </a:xfrm>
              <a:custGeom>
                <a:avLst/>
                <a:gdLst>
                  <a:gd name="connsiteX0" fmla="*/ 264933 w 587568"/>
                  <a:gd name="connsiteY0" fmla="*/ 574916 h 861969"/>
                  <a:gd name="connsiteX1" fmla="*/ 255005 w 587568"/>
                  <a:gd name="connsiteY1" fmla="*/ 584814 h 861969"/>
                  <a:gd name="connsiteX2" fmla="*/ 255005 w 587568"/>
                  <a:gd name="connsiteY2" fmla="*/ 614510 h 861969"/>
                  <a:gd name="connsiteX3" fmla="*/ 255005 w 587568"/>
                  <a:gd name="connsiteY3" fmla="*/ 624408 h 861969"/>
                  <a:gd name="connsiteX4" fmla="*/ 225224 w 587568"/>
                  <a:gd name="connsiteY4" fmla="*/ 748138 h 861969"/>
                  <a:gd name="connsiteX5" fmla="*/ 235151 w 587568"/>
                  <a:gd name="connsiteY5" fmla="*/ 767935 h 861969"/>
                  <a:gd name="connsiteX6" fmla="*/ 284787 w 587568"/>
                  <a:gd name="connsiteY6" fmla="*/ 817426 h 861969"/>
                  <a:gd name="connsiteX7" fmla="*/ 304642 w 587568"/>
                  <a:gd name="connsiteY7" fmla="*/ 817426 h 861969"/>
                  <a:gd name="connsiteX8" fmla="*/ 354278 w 587568"/>
                  <a:gd name="connsiteY8" fmla="*/ 767935 h 861969"/>
                  <a:gd name="connsiteX9" fmla="*/ 359241 w 587568"/>
                  <a:gd name="connsiteY9" fmla="*/ 748138 h 861969"/>
                  <a:gd name="connsiteX10" fmla="*/ 334423 w 587568"/>
                  <a:gd name="connsiteY10" fmla="*/ 624408 h 861969"/>
                  <a:gd name="connsiteX11" fmla="*/ 329460 w 587568"/>
                  <a:gd name="connsiteY11" fmla="*/ 614510 h 861969"/>
                  <a:gd name="connsiteX12" fmla="*/ 334423 w 587568"/>
                  <a:gd name="connsiteY12" fmla="*/ 584814 h 861969"/>
                  <a:gd name="connsiteX13" fmla="*/ 324496 w 587568"/>
                  <a:gd name="connsiteY13" fmla="*/ 574916 h 861969"/>
                  <a:gd name="connsiteX14" fmla="*/ 264933 w 587568"/>
                  <a:gd name="connsiteY14" fmla="*/ 574916 h 861969"/>
                  <a:gd name="connsiteX15" fmla="*/ 165660 w 587568"/>
                  <a:gd name="connsiteY15" fmla="*/ 525424 h 861969"/>
                  <a:gd name="connsiteX16" fmla="*/ 175587 w 587568"/>
                  <a:gd name="connsiteY16" fmla="*/ 525424 h 861969"/>
                  <a:gd name="connsiteX17" fmla="*/ 418805 w 587568"/>
                  <a:gd name="connsiteY17" fmla="*/ 525424 h 861969"/>
                  <a:gd name="connsiteX18" fmla="*/ 483332 w 587568"/>
                  <a:gd name="connsiteY18" fmla="*/ 579865 h 861969"/>
                  <a:gd name="connsiteX19" fmla="*/ 587568 w 587568"/>
                  <a:gd name="connsiteY19" fmla="*/ 847122 h 861969"/>
                  <a:gd name="connsiteX20" fmla="*/ 572677 w 587568"/>
                  <a:gd name="connsiteY20" fmla="*/ 861969 h 861969"/>
                  <a:gd name="connsiteX21" fmla="*/ 508150 w 587568"/>
                  <a:gd name="connsiteY21" fmla="*/ 861969 h 861969"/>
                  <a:gd name="connsiteX22" fmla="*/ 488296 w 587568"/>
                  <a:gd name="connsiteY22" fmla="*/ 847122 h 861969"/>
                  <a:gd name="connsiteX23" fmla="*/ 443623 w 587568"/>
                  <a:gd name="connsiteY23" fmla="*/ 718443 h 861969"/>
                  <a:gd name="connsiteX24" fmla="*/ 438659 w 587568"/>
                  <a:gd name="connsiteY24" fmla="*/ 718443 h 861969"/>
                  <a:gd name="connsiteX25" fmla="*/ 438659 w 587568"/>
                  <a:gd name="connsiteY25" fmla="*/ 837223 h 861969"/>
                  <a:gd name="connsiteX26" fmla="*/ 423769 w 587568"/>
                  <a:gd name="connsiteY26" fmla="*/ 861969 h 861969"/>
                  <a:gd name="connsiteX27" fmla="*/ 175587 w 587568"/>
                  <a:gd name="connsiteY27" fmla="*/ 861969 h 861969"/>
                  <a:gd name="connsiteX28" fmla="*/ 160697 w 587568"/>
                  <a:gd name="connsiteY28" fmla="*/ 842172 h 861969"/>
                  <a:gd name="connsiteX29" fmla="*/ 160697 w 587568"/>
                  <a:gd name="connsiteY29" fmla="*/ 723392 h 861969"/>
                  <a:gd name="connsiteX30" fmla="*/ 155733 w 587568"/>
                  <a:gd name="connsiteY30" fmla="*/ 718443 h 861969"/>
                  <a:gd name="connsiteX31" fmla="*/ 106097 w 587568"/>
                  <a:gd name="connsiteY31" fmla="*/ 847122 h 861969"/>
                  <a:gd name="connsiteX32" fmla="*/ 91206 w 587568"/>
                  <a:gd name="connsiteY32" fmla="*/ 861969 h 861969"/>
                  <a:gd name="connsiteX33" fmla="*/ 16751 w 587568"/>
                  <a:gd name="connsiteY33" fmla="*/ 861969 h 861969"/>
                  <a:gd name="connsiteX34" fmla="*/ 1861 w 587568"/>
                  <a:gd name="connsiteY34" fmla="*/ 847122 h 861969"/>
                  <a:gd name="connsiteX35" fmla="*/ 101133 w 587568"/>
                  <a:gd name="connsiteY35" fmla="*/ 579865 h 861969"/>
                  <a:gd name="connsiteX36" fmla="*/ 165660 w 587568"/>
                  <a:gd name="connsiteY36" fmla="*/ 525424 h 861969"/>
                  <a:gd name="connsiteX37" fmla="*/ 293949 w 587568"/>
                  <a:gd name="connsiteY37" fmla="*/ 346849 h 861969"/>
                  <a:gd name="connsiteX38" fmla="*/ 309402 w 587568"/>
                  <a:gd name="connsiteY38" fmla="*/ 364020 h 861969"/>
                  <a:gd name="connsiteX39" fmla="*/ 293949 w 587568"/>
                  <a:gd name="connsiteY39" fmla="*/ 381191 h 861969"/>
                  <a:gd name="connsiteX40" fmla="*/ 278496 w 587568"/>
                  <a:gd name="connsiteY40" fmla="*/ 364020 h 861969"/>
                  <a:gd name="connsiteX41" fmla="*/ 293949 w 587568"/>
                  <a:gd name="connsiteY41" fmla="*/ 346849 h 861969"/>
                  <a:gd name="connsiteX42" fmla="*/ 293948 w 587568"/>
                  <a:gd name="connsiteY42" fmla="*/ 212916 h 861969"/>
                  <a:gd name="connsiteX43" fmla="*/ 312835 w 587568"/>
                  <a:gd name="connsiteY43" fmla="*/ 227698 h 861969"/>
                  <a:gd name="connsiteX44" fmla="*/ 303392 w 587568"/>
                  <a:gd name="connsiteY44" fmla="*/ 316390 h 861969"/>
                  <a:gd name="connsiteX45" fmla="*/ 293948 w 587568"/>
                  <a:gd name="connsiteY45" fmla="*/ 326244 h 861969"/>
                  <a:gd name="connsiteX46" fmla="*/ 279783 w 587568"/>
                  <a:gd name="connsiteY46" fmla="*/ 316390 h 861969"/>
                  <a:gd name="connsiteX47" fmla="*/ 275061 w 587568"/>
                  <a:gd name="connsiteY47" fmla="*/ 227698 h 861969"/>
                  <a:gd name="connsiteX48" fmla="*/ 293948 w 587568"/>
                  <a:gd name="connsiteY48" fmla="*/ 212916 h 861969"/>
                  <a:gd name="connsiteX49" fmla="*/ 294702 w 587568"/>
                  <a:gd name="connsiteY49" fmla="*/ 170529 h 861969"/>
                  <a:gd name="connsiteX50" fmla="*/ 186014 w 587568"/>
                  <a:gd name="connsiteY50" fmla="*/ 265606 h 861969"/>
                  <a:gd name="connsiteX51" fmla="*/ 220597 w 587568"/>
                  <a:gd name="connsiteY51" fmla="*/ 340666 h 861969"/>
                  <a:gd name="connsiteX52" fmla="*/ 255179 w 587568"/>
                  <a:gd name="connsiteY52" fmla="*/ 410723 h 861969"/>
                  <a:gd name="connsiteX53" fmla="*/ 260119 w 587568"/>
                  <a:gd name="connsiteY53" fmla="*/ 415727 h 861969"/>
                  <a:gd name="connsiteX54" fmla="*/ 294702 w 587568"/>
                  <a:gd name="connsiteY54" fmla="*/ 420731 h 861969"/>
                  <a:gd name="connsiteX55" fmla="*/ 324344 w 587568"/>
                  <a:gd name="connsiteY55" fmla="*/ 415727 h 861969"/>
                  <a:gd name="connsiteX56" fmla="*/ 329284 w 587568"/>
                  <a:gd name="connsiteY56" fmla="*/ 410723 h 861969"/>
                  <a:gd name="connsiteX57" fmla="*/ 363866 w 587568"/>
                  <a:gd name="connsiteY57" fmla="*/ 340666 h 861969"/>
                  <a:gd name="connsiteX58" fmla="*/ 398449 w 587568"/>
                  <a:gd name="connsiteY58" fmla="*/ 265606 h 861969"/>
                  <a:gd name="connsiteX59" fmla="*/ 294702 w 587568"/>
                  <a:gd name="connsiteY59" fmla="*/ 170529 h 861969"/>
                  <a:gd name="connsiteX60" fmla="*/ 294702 w 587568"/>
                  <a:gd name="connsiteY60" fmla="*/ 130497 h 861969"/>
                  <a:gd name="connsiteX61" fmla="*/ 393508 w 587568"/>
                  <a:gd name="connsiteY61" fmla="*/ 170529 h 861969"/>
                  <a:gd name="connsiteX62" fmla="*/ 433031 w 587568"/>
                  <a:gd name="connsiteY62" fmla="*/ 265606 h 861969"/>
                  <a:gd name="connsiteX63" fmla="*/ 388568 w 587568"/>
                  <a:gd name="connsiteY63" fmla="*/ 370691 h 861969"/>
                  <a:gd name="connsiteX64" fmla="*/ 363866 w 587568"/>
                  <a:gd name="connsiteY64" fmla="*/ 405719 h 861969"/>
                  <a:gd name="connsiteX65" fmla="*/ 373747 w 587568"/>
                  <a:gd name="connsiteY65" fmla="*/ 420731 h 861969"/>
                  <a:gd name="connsiteX66" fmla="*/ 344105 w 587568"/>
                  <a:gd name="connsiteY66" fmla="*/ 455759 h 861969"/>
                  <a:gd name="connsiteX67" fmla="*/ 339165 w 587568"/>
                  <a:gd name="connsiteY67" fmla="*/ 460763 h 861969"/>
                  <a:gd name="connsiteX68" fmla="*/ 294702 w 587568"/>
                  <a:gd name="connsiteY68" fmla="*/ 480779 h 861969"/>
                  <a:gd name="connsiteX69" fmla="*/ 245298 w 587568"/>
                  <a:gd name="connsiteY69" fmla="*/ 460763 h 861969"/>
                  <a:gd name="connsiteX70" fmla="*/ 245298 w 587568"/>
                  <a:gd name="connsiteY70" fmla="*/ 455759 h 861969"/>
                  <a:gd name="connsiteX71" fmla="*/ 215656 w 587568"/>
                  <a:gd name="connsiteY71" fmla="*/ 420731 h 861969"/>
                  <a:gd name="connsiteX72" fmla="*/ 220597 w 587568"/>
                  <a:gd name="connsiteY72" fmla="*/ 405719 h 861969"/>
                  <a:gd name="connsiteX73" fmla="*/ 200835 w 587568"/>
                  <a:gd name="connsiteY73" fmla="*/ 370691 h 861969"/>
                  <a:gd name="connsiteX74" fmla="*/ 195895 w 587568"/>
                  <a:gd name="connsiteY74" fmla="*/ 370691 h 861969"/>
                  <a:gd name="connsiteX75" fmla="*/ 151432 w 587568"/>
                  <a:gd name="connsiteY75" fmla="*/ 265606 h 861969"/>
                  <a:gd name="connsiteX76" fmla="*/ 195895 w 587568"/>
                  <a:gd name="connsiteY76" fmla="*/ 170529 h 861969"/>
                  <a:gd name="connsiteX77" fmla="*/ 294702 w 587568"/>
                  <a:gd name="connsiteY77" fmla="*/ 130497 h 861969"/>
                  <a:gd name="connsiteX78" fmla="*/ 81664 w 587568"/>
                  <a:gd name="connsiteY78" fmla="*/ 91128 h 861969"/>
                  <a:gd name="connsiteX79" fmla="*/ 96304 w 587568"/>
                  <a:gd name="connsiteY79" fmla="*/ 94194 h 861969"/>
                  <a:gd name="connsiteX80" fmla="*/ 140225 w 587568"/>
                  <a:gd name="connsiteY80" fmla="*/ 118724 h 861969"/>
                  <a:gd name="connsiteX81" fmla="*/ 145105 w 587568"/>
                  <a:gd name="connsiteY81" fmla="*/ 148159 h 861969"/>
                  <a:gd name="connsiteX82" fmla="*/ 130465 w 587568"/>
                  <a:gd name="connsiteY82" fmla="*/ 157971 h 861969"/>
                  <a:gd name="connsiteX83" fmla="*/ 120705 w 587568"/>
                  <a:gd name="connsiteY83" fmla="*/ 153065 h 861969"/>
                  <a:gd name="connsiteX84" fmla="*/ 76784 w 587568"/>
                  <a:gd name="connsiteY84" fmla="*/ 128536 h 861969"/>
                  <a:gd name="connsiteX85" fmla="*/ 67024 w 587568"/>
                  <a:gd name="connsiteY85" fmla="*/ 99100 h 861969"/>
                  <a:gd name="connsiteX86" fmla="*/ 81664 w 587568"/>
                  <a:gd name="connsiteY86" fmla="*/ 91128 h 861969"/>
                  <a:gd name="connsiteX87" fmla="*/ 504337 w 587568"/>
                  <a:gd name="connsiteY87" fmla="*/ 91128 h 861969"/>
                  <a:gd name="connsiteX88" fmla="*/ 517358 w 587568"/>
                  <a:gd name="connsiteY88" fmla="*/ 99100 h 861969"/>
                  <a:gd name="connsiteX89" fmla="*/ 507437 w 587568"/>
                  <a:gd name="connsiteY89" fmla="*/ 128536 h 861969"/>
                  <a:gd name="connsiteX90" fmla="*/ 462793 w 587568"/>
                  <a:gd name="connsiteY90" fmla="*/ 153065 h 861969"/>
                  <a:gd name="connsiteX91" fmla="*/ 452873 w 587568"/>
                  <a:gd name="connsiteY91" fmla="*/ 157971 h 861969"/>
                  <a:gd name="connsiteX92" fmla="*/ 437991 w 587568"/>
                  <a:gd name="connsiteY92" fmla="*/ 148159 h 861969"/>
                  <a:gd name="connsiteX93" fmla="*/ 442952 w 587568"/>
                  <a:gd name="connsiteY93" fmla="*/ 118724 h 861969"/>
                  <a:gd name="connsiteX94" fmla="*/ 487595 w 587568"/>
                  <a:gd name="connsiteY94" fmla="*/ 94194 h 861969"/>
                  <a:gd name="connsiteX95" fmla="*/ 504337 w 587568"/>
                  <a:gd name="connsiteY95" fmla="*/ 91128 h 861969"/>
                  <a:gd name="connsiteX96" fmla="*/ 293948 w 587568"/>
                  <a:gd name="connsiteY96" fmla="*/ 0 h 861969"/>
                  <a:gd name="connsiteX97" fmla="*/ 312835 w 587568"/>
                  <a:gd name="connsiteY97" fmla="*/ 19842 h 861969"/>
                  <a:gd name="connsiteX98" fmla="*/ 312835 w 587568"/>
                  <a:gd name="connsiteY98" fmla="*/ 69446 h 861969"/>
                  <a:gd name="connsiteX99" fmla="*/ 293948 w 587568"/>
                  <a:gd name="connsiteY99" fmla="*/ 89288 h 861969"/>
                  <a:gd name="connsiteX100" fmla="*/ 275061 w 587568"/>
                  <a:gd name="connsiteY100" fmla="*/ 69446 h 861969"/>
                  <a:gd name="connsiteX101" fmla="*/ 275061 w 587568"/>
                  <a:gd name="connsiteY101" fmla="*/ 19842 h 861969"/>
                  <a:gd name="connsiteX102" fmla="*/ 293948 w 587568"/>
                  <a:gd name="connsiteY102" fmla="*/ 0 h 861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587568" h="861969">
                    <a:moveTo>
                      <a:pt x="264933" y="574916"/>
                    </a:moveTo>
                    <a:cubicBezTo>
                      <a:pt x="259969" y="574916"/>
                      <a:pt x="255005" y="579865"/>
                      <a:pt x="255005" y="584814"/>
                    </a:cubicBezTo>
                    <a:cubicBezTo>
                      <a:pt x="255005" y="584814"/>
                      <a:pt x="255005" y="604611"/>
                      <a:pt x="255005" y="614510"/>
                    </a:cubicBezTo>
                    <a:cubicBezTo>
                      <a:pt x="255005" y="614510"/>
                      <a:pt x="255005" y="619459"/>
                      <a:pt x="255005" y="624408"/>
                    </a:cubicBezTo>
                    <a:cubicBezTo>
                      <a:pt x="255005" y="624408"/>
                      <a:pt x="255005" y="624408"/>
                      <a:pt x="225224" y="748138"/>
                    </a:cubicBezTo>
                    <a:cubicBezTo>
                      <a:pt x="225224" y="758036"/>
                      <a:pt x="230187" y="762985"/>
                      <a:pt x="235151" y="767935"/>
                    </a:cubicBezTo>
                    <a:cubicBezTo>
                      <a:pt x="235151" y="767935"/>
                      <a:pt x="235151" y="767935"/>
                      <a:pt x="284787" y="817426"/>
                    </a:cubicBezTo>
                    <a:cubicBezTo>
                      <a:pt x="289751" y="822376"/>
                      <a:pt x="299678" y="822376"/>
                      <a:pt x="304642" y="817426"/>
                    </a:cubicBezTo>
                    <a:cubicBezTo>
                      <a:pt x="304642" y="817426"/>
                      <a:pt x="304642" y="817426"/>
                      <a:pt x="354278" y="767935"/>
                    </a:cubicBezTo>
                    <a:cubicBezTo>
                      <a:pt x="359241" y="762985"/>
                      <a:pt x="359241" y="758036"/>
                      <a:pt x="359241" y="748138"/>
                    </a:cubicBezTo>
                    <a:cubicBezTo>
                      <a:pt x="359241" y="748138"/>
                      <a:pt x="359241" y="748138"/>
                      <a:pt x="334423" y="624408"/>
                    </a:cubicBezTo>
                    <a:cubicBezTo>
                      <a:pt x="334423" y="619459"/>
                      <a:pt x="329460" y="614510"/>
                      <a:pt x="329460" y="614510"/>
                    </a:cubicBezTo>
                    <a:cubicBezTo>
                      <a:pt x="334423" y="604611"/>
                      <a:pt x="334423" y="584814"/>
                      <a:pt x="334423" y="584814"/>
                    </a:cubicBezTo>
                    <a:cubicBezTo>
                      <a:pt x="334423" y="579865"/>
                      <a:pt x="329460" y="574916"/>
                      <a:pt x="324496" y="574916"/>
                    </a:cubicBezTo>
                    <a:cubicBezTo>
                      <a:pt x="324496" y="574916"/>
                      <a:pt x="324496" y="574916"/>
                      <a:pt x="264933" y="574916"/>
                    </a:cubicBezTo>
                    <a:close/>
                    <a:moveTo>
                      <a:pt x="165660" y="525424"/>
                    </a:moveTo>
                    <a:cubicBezTo>
                      <a:pt x="165660" y="525424"/>
                      <a:pt x="165660" y="525424"/>
                      <a:pt x="175587" y="525424"/>
                    </a:cubicBezTo>
                    <a:cubicBezTo>
                      <a:pt x="185515" y="525424"/>
                      <a:pt x="408878" y="525424"/>
                      <a:pt x="418805" y="525424"/>
                    </a:cubicBezTo>
                    <a:cubicBezTo>
                      <a:pt x="458514" y="525424"/>
                      <a:pt x="483332" y="569967"/>
                      <a:pt x="483332" y="579865"/>
                    </a:cubicBezTo>
                    <a:cubicBezTo>
                      <a:pt x="483332" y="579865"/>
                      <a:pt x="483332" y="579865"/>
                      <a:pt x="587568" y="847122"/>
                    </a:cubicBezTo>
                    <a:cubicBezTo>
                      <a:pt x="587568" y="852071"/>
                      <a:pt x="587568" y="861969"/>
                      <a:pt x="572677" y="861969"/>
                    </a:cubicBezTo>
                    <a:cubicBezTo>
                      <a:pt x="572677" y="861969"/>
                      <a:pt x="572677" y="861969"/>
                      <a:pt x="508150" y="861969"/>
                    </a:cubicBezTo>
                    <a:cubicBezTo>
                      <a:pt x="493259" y="861969"/>
                      <a:pt x="488296" y="847122"/>
                      <a:pt x="488296" y="847122"/>
                    </a:cubicBezTo>
                    <a:cubicBezTo>
                      <a:pt x="488296" y="847122"/>
                      <a:pt x="488296" y="847122"/>
                      <a:pt x="443623" y="718443"/>
                    </a:cubicBezTo>
                    <a:cubicBezTo>
                      <a:pt x="443623" y="718443"/>
                      <a:pt x="438659" y="708544"/>
                      <a:pt x="438659" y="718443"/>
                    </a:cubicBezTo>
                    <a:cubicBezTo>
                      <a:pt x="438659" y="743189"/>
                      <a:pt x="438659" y="802579"/>
                      <a:pt x="438659" y="837223"/>
                    </a:cubicBezTo>
                    <a:cubicBezTo>
                      <a:pt x="438659" y="852071"/>
                      <a:pt x="443623" y="861969"/>
                      <a:pt x="423769" y="861969"/>
                    </a:cubicBezTo>
                    <a:cubicBezTo>
                      <a:pt x="423769" y="861969"/>
                      <a:pt x="423769" y="861969"/>
                      <a:pt x="175587" y="861969"/>
                    </a:cubicBezTo>
                    <a:cubicBezTo>
                      <a:pt x="165660" y="861969"/>
                      <a:pt x="160697" y="852071"/>
                      <a:pt x="160697" y="842172"/>
                    </a:cubicBezTo>
                    <a:cubicBezTo>
                      <a:pt x="160697" y="812477"/>
                      <a:pt x="160697" y="748138"/>
                      <a:pt x="160697" y="723392"/>
                    </a:cubicBezTo>
                    <a:cubicBezTo>
                      <a:pt x="160697" y="703595"/>
                      <a:pt x="155733" y="718443"/>
                      <a:pt x="155733" y="718443"/>
                    </a:cubicBezTo>
                    <a:cubicBezTo>
                      <a:pt x="155733" y="718443"/>
                      <a:pt x="155733" y="718443"/>
                      <a:pt x="106097" y="847122"/>
                    </a:cubicBezTo>
                    <a:cubicBezTo>
                      <a:pt x="106097" y="847122"/>
                      <a:pt x="101133" y="861969"/>
                      <a:pt x="91206" y="861969"/>
                    </a:cubicBezTo>
                    <a:cubicBezTo>
                      <a:pt x="91206" y="861969"/>
                      <a:pt x="91206" y="861969"/>
                      <a:pt x="16751" y="861969"/>
                    </a:cubicBezTo>
                    <a:cubicBezTo>
                      <a:pt x="1861" y="861969"/>
                      <a:pt x="-3103" y="852071"/>
                      <a:pt x="1861" y="847122"/>
                    </a:cubicBezTo>
                    <a:cubicBezTo>
                      <a:pt x="1861" y="847122"/>
                      <a:pt x="1861" y="847122"/>
                      <a:pt x="101133" y="579865"/>
                    </a:cubicBezTo>
                    <a:cubicBezTo>
                      <a:pt x="106097" y="569967"/>
                      <a:pt x="120988" y="525424"/>
                      <a:pt x="165660" y="525424"/>
                    </a:cubicBezTo>
                    <a:close/>
                    <a:moveTo>
                      <a:pt x="293949" y="346849"/>
                    </a:moveTo>
                    <a:cubicBezTo>
                      <a:pt x="302483" y="346849"/>
                      <a:pt x="309402" y="354537"/>
                      <a:pt x="309402" y="364020"/>
                    </a:cubicBezTo>
                    <a:cubicBezTo>
                      <a:pt x="309402" y="373503"/>
                      <a:pt x="302483" y="381191"/>
                      <a:pt x="293949" y="381191"/>
                    </a:cubicBezTo>
                    <a:cubicBezTo>
                      <a:pt x="285415" y="381191"/>
                      <a:pt x="278496" y="373503"/>
                      <a:pt x="278496" y="364020"/>
                    </a:cubicBezTo>
                    <a:cubicBezTo>
                      <a:pt x="278496" y="354537"/>
                      <a:pt x="285415" y="346849"/>
                      <a:pt x="293949" y="346849"/>
                    </a:cubicBezTo>
                    <a:close/>
                    <a:moveTo>
                      <a:pt x="293948" y="212916"/>
                    </a:moveTo>
                    <a:cubicBezTo>
                      <a:pt x="303392" y="212916"/>
                      <a:pt x="312835" y="217843"/>
                      <a:pt x="312835" y="227698"/>
                    </a:cubicBezTo>
                    <a:lnTo>
                      <a:pt x="303392" y="316390"/>
                    </a:lnTo>
                    <a:cubicBezTo>
                      <a:pt x="303392" y="321317"/>
                      <a:pt x="298670" y="326244"/>
                      <a:pt x="293948" y="326244"/>
                    </a:cubicBezTo>
                    <a:cubicBezTo>
                      <a:pt x="284505" y="326244"/>
                      <a:pt x="279783" y="321317"/>
                      <a:pt x="279783" y="316390"/>
                    </a:cubicBezTo>
                    <a:cubicBezTo>
                      <a:pt x="275061" y="227698"/>
                      <a:pt x="275061" y="227698"/>
                      <a:pt x="275061" y="227698"/>
                    </a:cubicBezTo>
                    <a:cubicBezTo>
                      <a:pt x="275061" y="217843"/>
                      <a:pt x="279783" y="212916"/>
                      <a:pt x="293948" y="212916"/>
                    </a:cubicBezTo>
                    <a:close/>
                    <a:moveTo>
                      <a:pt x="294702" y="170529"/>
                    </a:moveTo>
                    <a:cubicBezTo>
                      <a:pt x="230477" y="170529"/>
                      <a:pt x="186014" y="210562"/>
                      <a:pt x="186014" y="265606"/>
                    </a:cubicBezTo>
                    <a:cubicBezTo>
                      <a:pt x="186014" y="310642"/>
                      <a:pt x="205776" y="325654"/>
                      <a:pt x="220597" y="340666"/>
                    </a:cubicBezTo>
                    <a:cubicBezTo>
                      <a:pt x="235418" y="355678"/>
                      <a:pt x="255179" y="375695"/>
                      <a:pt x="255179" y="410723"/>
                    </a:cubicBezTo>
                    <a:cubicBezTo>
                      <a:pt x="255179" y="410723"/>
                      <a:pt x="255179" y="415727"/>
                      <a:pt x="260119" y="415727"/>
                    </a:cubicBezTo>
                    <a:cubicBezTo>
                      <a:pt x="265060" y="415727"/>
                      <a:pt x="270000" y="420731"/>
                      <a:pt x="294702" y="420731"/>
                    </a:cubicBezTo>
                    <a:cubicBezTo>
                      <a:pt x="314463" y="420731"/>
                      <a:pt x="324344" y="415727"/>
                      <a:pt x="324344" y="415727"/>
                    </a:cubicBezTo>
                    <a:cubicBezTo>
                      <a:pt x="329284" y="415727"/>
                      <a:pt x="329284" y="410723"/>
                      <a:pt x="329284" y="410723"/>
                    </a:cubicBezTo>
                    <a:cubicBezTo>
                      <a:pt x="329284" y="380699"/>
                      <a:pt x="349045" y="360682"/>
                      <a:pt x="363866" y="340666"/>
                    </a:cubicBezTo>
                    <a:cubicBezTo>
                      <a:pt x="383628" y="325654"/>
                      <a:pt x="398449" y="310642"/>
                      <a:pt x="398449" y="265606"/>
                    </a:cubicBezTo>
                    <a:cubicBezTo>
                      <a:pt x="398449" y="210562"/>
                      <a:pt x="353986" y="170529"/>
                      <a:pt x="294702" y="170529"/>
                    </a:cubicBezTo>
                    <a:close/>
                    <a:moveTo>
                      <a:pt x="294702" y="130497"/>
                    </a:moveTo>
                    <a:cubicBezTo>
                      <a:pt x="329284" y="130497"/>
                      <a:pt x="363866" y="145509"/>
                      <a:pt x="393508" y="170529"/>
                    </a:cubicBezTo>
                    <a:cubicBezTo>
                      <a:pt x="418210" y="195549"/>
                      <a:pt x="433031" y="230578"/>
                      <a:pt x="433031" y="265606"/>
                    </a:cubicBezTo>
                    <a:cubicBezTo>
                      <a:pt x="433031" y="325654"/>
                      <a:pt x="408329" y="350674"/>
                      <a:pt x="388568" y="370691"/>
                    </a:cubicBezTo>
                    <a:cubicBezTo>
                      <a:pt x="373747" y="380699"/>
                      <a:pt x="358926" y="390707"/>
                      <a:pt x="363866" y="405719"/>
                    </a:cubicBezTo>
                    <a:cubicBezTo>
                      <a:pt x="368807" y="410723"/>
                      <a:pt x="373747" y="415727"/>
                      <a:pt x="373747" y="420731"/>
                    </a:cubicBezTo>
                    <a:cubicBezTo>
                      <a:pt x="373747" y="430739"/>
                      <a:pt x="368807" y="450755"/>
                      <a:pt x="344105" y="455759"/>
                    </a:cubicBezTo>
                    <a:cubicBezTo>
                      <a:pt x="339165" y="460763"/>
                      <a:pt x="339165" y="460763"/>
                      <a:pt x="339165" y="460763"/>
                    </a:cubicBezTo>
                    <a:cubicBezTo>
                      <a:pt x="334224" y="470771"/>
                      <a:pt x="319403" y="480779"/>
                      <a:pt x="294702" y="480779"/>
                    </a:cubicBezTo>
                    <a:cubicBezTo>
                      <a:pt x="265060" y="480779"/>
                      <a:pt x="255179" y="470771"/>
                      <a:pt x="245298" y="460763"/>
                    </a:cubicBezTo>
                    <a:cubicBezTo>
                      <a:pt x="245298" y="460763"/>
                      <a:pt x="245298" y="460763"/>
                      <a:pt x="245298" y="455759"/>
                    </a:cubicBezTo>
                    <a:cubicBezTo>
                      <a:pt x="215656" y="450755"/>
                      <a:pt x="215656" y="435743"/>
                      <a:pt x="215656" y="420731"/>
                    </a:cubicBezTo>
                    <a:cubicBezTo>
                      <a:pt x="215656" y="415727"/>
                      <a:pt x="220597" y="410723"/>
                      <a:pt x="220597" y="405719"/>
                    </a:cubicBezTo>
                    <a:cubicBezTo>
                      <a:pt x="225537" y="390707"/>
                      <a:pt x="210716" y="380699"/>
                      <a:pt x="200835" y="370691"/>
                    </a:cubicBezTo>
                    <a:cubicBezTo>
                      <a:pt x="200835" y="370691"/>
                      <a:pt x="200835" y="370691"/>
                      <a:pt x="195895" y="370691"/>
                    </a:cubicBezTo>
                    <a:cubicBezTo>
                      <a:pt x="176134" y="350674"/>
                      <a:pt x="151432" y="325654"/>
                      <a:pt x="151432" y="265606"/>
                    </a:cubicBezTo>
                    <a:cubicBezTo>
                      <a:pt x="151432" y="230578"/>
                      <a:pt x="166253" y="195549"/>
                      <a:pt x="195895" y="170529"/>
                    </a:cubicBezTo>
                    <a:cubicBezTo>
                      <a:pt x="220597" y="145509"/>
                      <a:pt x="255179" y="130497"/>
                      <a:pt x="294702" y="130497"/>
                    </a:cubicBezTo>
                    <a:close/>
                    <a:moveTo>
                      <a:pt x="81664" y="91128"/>
                    </a:moveTo>
                    <a:cubicBezTo>
                      <a:pt x="86544" y="90515"/>
                      <a:pt x="91424" y="91741"/>
                      <a:pt x="96304" y="94194"/>
                    </a:cubicBezTo>
                    <a:cubicBezTo>
                      <a:pt x="140225" y="118724"/>
                      <a:pt x="140225" y="118724"/>
                      <a:pt x="140225" y="118724"/>
                    </a:cubicBezTo>
                    <a:cubicBezTo>
                      <a:pt x="149985" y="128536"/>
                      <a:pt x="154865" y="138347"/>
                      <a:pt x="145105" y="148159"/>
                    </a:cubicBezTo>
                    <a:cubicBezTo>
                      <a:pt x="145105" y="153065"/>
                      <a:pt x="135345" y="157971"/>
                      <a:pt x="130465" y="157971"/>
                    </a:cubicBezTo>
                    <a:cubicBezTo>
                      <a:pt x="125585" y="157971"/>
                      <a:pt x="120705" y="157971"/>
                      <a:pt x="120705" y="153065"/>
                    </a:cubicBezTo>
                    <a:cubicBezTo>
                      <a:pt x="76784" y="128536"/>
                      <a:pt x="76784" y="128536"/>
                      <a:pt x="76784" y="128536"/>
                    </a:cubicBezTo>
                    <a:cubicBezTo>
                      <a:pt x="67024" y="123630"/>
                      <a:pt x="62144" y="108912"/>
                      <a:pt x="67024" y="99100"/>
                    </a:cubicBezTo>
                    <a:cubicBezTo>
                      <a:pt x="71904" y="94194"/>
                      <a:pt x="76784" y="91741"/>
                      <a:pt x="81664" y="91128"/>
                    </a:cubicBezTo>
                    <a:close/>
                    <a:moveTo>
                      <a:pt x="504337" y="91128"/>
                    </a:moveTo>
                    <a:cubicBezTo>
                      <a:pt x="509917" y="91741"/>
                      <a:pt x="514878" y="94194"/>
                      <a:pt x="517358" y="99100"/>
                    </a:cubicBezTo>
                    <a:cubicBezTo>
                      <a:pt x="522318" y="108912"/>
                      <a:pt x="517358" y="123630"/>
                      <a:pt x="507437" y="128536"/>
                    </a:cubicBezTo>
                    <a:cubicBezTo>
                      <a:pt x="462793" y="153065"/>
                      <a:pt x="462793" y="153065"/>
                      <a:pt x="462793" y="153065"/>
                    </a:cubicBezTo>
                    <a:cubicBezTo>
                      <a:pt x="462793" y="157971"/>
                      <a:pt x="457833" y="157971"/>
                      <a:pt x="452873" y="157971"/>
                    </a:cubicBezTo>
                    <a:cubicBezTo>
                      <a:pt x="447912" y="157971"/>
                      <a:pt x="442952" y="153065"/>
                      <a:pt x="437991" y="148159"/>
                    </a:cubicBezTo>
                    <a:cubicBezTo>
                      <a:pt x="433031" y="138347"/>
                      <a:pt x="433031" y="128536"/>
                      <a:pt x="442952" y="118724"/>
                    </a:cubicBezTo>
                    <a:cubicBezTo>
                      <a:pt x="487595" y="94194"/>
                      <a:pt x="487595" y="94194"/>
                      <a:pt x="487595" y="94194"/>
                    </a:cubicBezTo>
                    <a:cubicBezTo>
                      <a:pt x="492556" y="91741"/>
                      <a:pt x="498756" y="90515"/>
                      <a:pt x="504337" y="91128"/>
                    </a:cubicBezTo>
                    <a:close/>
                    <a:moveTo>
                      <a:pt x="293948" y="0"/>
                    </a:moveTo>
                    <a:cubicBezTo>
                      <a:pt x="303392" y="0"/>
                      <a:pt x="312835" y="9921"/>
                      <a:pt x="312835" y="19842"/>
                    </a:cubicBezTo>
                    <a:cubicBezTo>
                      <a:pt x="312835" y="69446"/>
                      <a:pt x="312835" y="69446"/>
                      <a:pt x="312835" y="69446"/>
                    </a:cubicBezTo>
                    <a:cubicBezTo>
                      <a:pt x="312835" y="84327"/>
                      <a:pt x="303392" y="89288"/>
                      <a:pt x="293948" y="89288"/>
                    </a:cubicBezTo>
                    <a:cubicBezTo>
                      <a:pt x="279783" y="89288"/>
                      <a:pt x="275061" y="84327"/>
                      <a:pt x="275061" y="69446"/>
                    </a:cubicBezTo>
                    <a:cubicBezTo>
                      <a:pt x="275061" y="19842"/>
                      <a:pt x="275061" y="19842"/>
                      <a:pt x="275061" y="19842"/>
                    </a:cubicBezTo>
                    <a:cubicBezTo>
                      <a:pt x="275061" y="9921"/>
                      <a:pt x="279783" y="0"/>
                      <a:pt x="2939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" name="Text1" descr="66130feb-b78a-4ede-a333-e526822e3dc6">
                <a:extLst>
                  <a:ext uri="{FF2B5EF4-FFF2-40B4-BE49-F238E27FC236}">
                    <a16:creationId id="{2667AA60-30A5-D189-3342-55B4EB4D9099}"/>
                  </a:ext>
                </a:extLst>
              </p:cNvPr>
              <p:cNvSpPr txBox="1"/>
              <p:nvPr/>
            </p:nvSpPr>
            <p:spPr>
              <a:xfrm>
                <a:off x="625205" y="4656027"/>
                <a:ext cx="1693730" cy="1490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200" dirty="0" err="1">
                    <a:cs typeface="+mn-ea"/>
                    <a:sym typeface="+mn-lt"/>
                  </a:rPr>
                  <a:t>计划参加高级管理课程，深入研究行业前沿动态，不断提升综合管理能力。</a:t>
                </a:r>
                <a:endParaRPr lang="en-US" dirty="0"/>
              </a:p>
            </p:txBody>
          </p:sp>
          <p:sp>
            <p:nvSpPr>
              <p:cNvPr id="31" name="Bullet1" descr="b915b201-bd44-4dbb-9868-351d367d31b6">
                <a:extLst>
                  <a:ext uri="{FF2B5EF4-FFF2-40B4-BE49-F238E27FC236}">
                    <a16:creationId id="{8CFE91A8-9240-565B-7398-39B121FCC1B1}"/>
                  </a:ext>
                </a:extLst>
              </p:cNvPr>
              <p:cNvSpPr/>
              <p:nvPr/>
            </p:nvSpPr>
            <p:spPr>
              <a:xfrm>
                <a:off x="625205" y="3959106"/>
                <a:ext cx="1693730" cy="696920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/>
                <a:r>
                  <a:rPr lang="zh-CN" altLang="en-US" sz="1600" b="1" dirty="0">
                    <a:cs typeface="+mn-ea"/>
                    <a:sym typeface="+mn-lt"/>
                  </a:rPr>
                  <a:t>持续学习提升</a:t>
                </a:r>
                <a:endParaRPr lang="en-US" dirty="0"/>
              </a:p>
            </p:txBody>
          </p:sp>
          <p:sp>
            <p:nvSpPr>
              <p:cNvPr id="32" name="Number1" descr="7ce20678-9366-4a24-b1e9-ca3fef7fe099">
                <a:extLst>
                  <a:ext uri="{FF2B5EF4-FFF2-40B4-BE49-F238E27FC236}">
                    <a16:creationId id="{B5B28364-8CBE-D8AF-0026-F30F27FEF07E}"/>
                  </a:ext>
                </a:extLst>
              </p:cNvPr>
              <p:cNvSpPr/>
              <p:nvPr/>
            </p:nvSpPr>
            <p:spPr>
              <a:xfrm>
                <a:off x="673099" y="2151466"/>
                <a:ext cx="1597941" cy="446763"/>
              </a:xfrm>
              <a:prstGeom prst="rect">
                <a:avLst/>
              </a:prstGeom>
            </p:spPr>
            <p:txBody>
              <a:bodyPr wrap="non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/>
                <a:r>
                  <a:rPr lang="en-US" altLang="zh-CN" b="1" dirty="0">
                    <a:cs typeface="+mn-ea"/>
                    <a:sym typeface="+mn-lt"/>
                  </a:rPr>
                  <a:t>01</a:t>
                </a:r>
                <a:endParaRPr lang="zh-CN" altLang="en-US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61" name="组合 60" descr="d10fda74-6cca-4c2f-9dec-5e80fe3e6c29">
              <a:extLst>
                <a:ext uri="{FF2B5EF4-FFF2-40B4-BE49-F238E27FC236}">
                  <a16:creationId id="{F7A96917-9009-D3A2-1B30-258FF76AB27B}"/>
                </a:ext>
              </a:extLst>
            </p:cNvPr>
            <p:cNvGrpSpPr/>
            <p:nvPr/>
          </p:nvGrpSpPr>
          <p:grpSpPr>
            <a:xfrm>
              <a:off x="2493354" y="2151466"/>
              <a:ext cx="1693730" cy="3995335"/>
              <a:chOff x="2474777" y="2151466"/>
              <a:chExt cx="1693730" cy="3995335"/>
            </a:xfrm>
          </p:grpSpPr>
          <p:sp>
            <p:nvSpPr>
              <p:cNvPr id="39" name="IconBackground2" descr="8f737ebe-9f23-46b0-b2ff-97376039963b">
                <a:extLst>
                  <a:ext uri="{FF2B5EF4-FFF2-40B4-BE49-F238E27FC236}">
                    <a16:creationId id="{593FC207-12AC-FB2E-69DC-8604ABB88FD6}"/>
                  </a:ext>
                </a:extLst>
              </p:cNvPr>
              <p:cNvSpPr/>
              <p:nvPr/>
            </p:nvSpPr>
            <p:spPr>
              <a:xfrm rot="10800000" flipV="1">
                <a:off x="2767266" y="2757846"/>
                <a:ext cx="1108750" cy="1108750"/>
              </a:xfrm>
              <a:prstGeom prst="roundRect">
                <a:avLst/>
              </a:prstGeom>
              <a:solidFill>
                <a:schemeClr val="accent2"/>
              </a:solidFill>
              <a:ln w="6350">
                <a:solidFill>
                  <a:srgbClr val="FFFFFF">
                    <a:alpha val="50000"/>
                  </a:srgb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" name="Icon2" descr="ffddd552-6dea-49c1-be31-70cdd3d8db8e">
                <a:extLst>
                  <a:ext uri="{FF2B5EF4-FFF2-40B4-BE49-F238E27FC236}">
                    <a16:creationId id="{1BEEEEFE-E6ED-CEC4-EBD3-90FD7F9E983D}"/>
                  </a:ext>
                </a:extLst>
              </p:cNvPr>
              <p:cNvSpPr/>
              <p:nvPr/>
            </p:nvSpPr>
            <p:spPr bwMode="auto">
              <a:xfrm>
                <a:off x="3081933" y="3054289"/>
                <a:ext cx="479418" cy="515864"/>
              </a:xfrm>
              <a:custGeom>
                <a:avLst/>
                <a:gdLst>
                  <a:gd name="connsiteX0" fmla="*/ 624897 w 743627"/>
                  <a:gd name="connsiteY0" fmla="*/ 517493 h 800159"/>
                  <a:gd name="connsiteX1" fmla="*/ 656142 w 743627"/>
                  <a:gd name="connsiteY1" fmla="*/ 530056 h 800159"/>
                  <a:gd name="connsiteX2" fmla="*/ 693635 w 743627"/>
                  <a:gd name="connsiteY2" fmla="*/ 574026 h 800159"/>
                  <a:gd name="connsiteX3" fmla="*/ 699884 w 743627"/>
                  <a:gd name="connsiteY3" fmla="*/ 574026 h 800159"/>
                  <a:gd name="connsiteX4" fmla="*/ 706133 w 743627"/>
                  <a:gd name="connsiteY4" fmla="*/ 574026 h 800159"/>
                  <a:gd name="connsiteX5" fmla="*/ 743627 w 743627"/>
                  <a:gd name="connsiteY5" fmla="*/ 611715 h 800159"/>
                  <a:gd name="connsiteX6" fmla="*/ 706133 w 743627"/>
                  <a:gd name="connsiteY6" fmla="*/ 643123 h 800159"/>
                  <a:gd name="connsiteX7" fmla="*/ 674889 w 743627"/>
                  <a:gd name="connsiteY7" fmla="*/ 611715 h 800159"/>
                  <a:gd name="connsiteX8" fmla="*/ 668640 w 743627"/>
                  <a:gd name="connsiteY8" fmla="*/ 599152 h 800159"/>
                  <a:gd name="connsiteX9" fmla="*/ 643644 w 743627"/>
                  <a:gd name="connsiteY9" fmla="*/ 574026 h 800159"/>
                  <a:gd name="connsiteX10" fmla="*/ 631146 w 743627"/>
                  <a:gd name="connsiteY10" fmla="*/ 574026 h 800159"/>
                  <a:gd name="connsiteX11" fmla="*/ 393685 w 743627"/>
                  <a:gd name="connsiteY11" fmla="*/ 680811 h 800159"/>
                  <a:gd name="connsiteX12" fmla="*/ 387436 w 743627"/>
                  <a:gd name="connsiteY12" fmla="*/ 687093 h 800159"/>
                  <a:gd name="connsiteX13" fmla="*/ 387436 w 743627"/>
                  <a:gd name="connsiteY13" fmla="*/ 731063 h 800159"/>
                  <a:gd name="connsiteX14" fmla="*/ 387436 w 743627"/>
                  <a:gd name="connsiteY14" fmla="*/ 737345 h 800159"/>
                  <a:gd name="connsiteX15" fmla="*/ 399934 w 743627"/>
                  <a:gd name="connsiteY15" fmla="*/ 762470 h 800159"/>
                  <a:gd name="connsiteX16" fmla="*/ 368689 w 743627"/>
                  <a:gd name="connsiteY16" fmla="*/ 800159 h 800159"/>
                  <a:gd name="connsiteX17" fmla="*/ 331195 w 743627"/>
                  <a:gd name="connsiteY17" fmla="*/ 762470 h 800159"/>
                  <a:gd name="connsiteX18" fmla="*/ 343693 w 743627"/>
                  <a:gd name="connsiteY18" fmla="*/ 737345 h 800159"/>
                  <a:gd name="connsiteX19" fmla="*/ 349942 w 743627"/>
                  <a:gd name="connsiteY19" fmla="*/ 731063 h 800159"/>
                  <a:gd name="connsiteX20" fmla="*/ 349942 w 743627"/>
                  <a:gd name="connsiteY20" fmla="*/ 687093 h 800159"/>
                  <a:gd name="connsiteX21" fmla="*/ 337444 w 743627"/>
                  <a:gd name="connsiteY21" fmla="*/ 680811 h 800159"/>
                  <a:gd name="connsiteX22" fmla="*/ 99984 w 743627"/>
                  <a:gd name="connsiteY22" fmla="*/ 580308 h 800159"/>
                  <a:gd name="connsiteX23" fmla="*/ 87486 w 743627"/>
                  <a:gd name="connsiteY23" fmla="*/ 580308 h 800159"/>
                  <a:gd name="connsiteX24" fmla="*/ 68739 w 743627"/>
                  <a:gd name="connsiteY24" fmla="*/ 599152 h 800159"/>
                  <a:gd name="connsiteX25" fmla="*/ 68739 w 743627"/>
                  <a:gd name="connsiteY25" fmla="*/ 611715 h 800159"/>
                  <a:gd name="connsiteX26" fmla="*/ 31245 w 743627"/>
                  <a:gd name="connsiteY26" fmla="*/ 643123 h 800159"/>
                  <a:gd name="connsiteX27" fmla="*/ 0 w 743627"/>
                  <a:gd name="connsiteY27" fmla="*/ 611715 h 800159"/>
                  <a:gd name="connsiteX28" fmla="*/ 31245 w 743627"/>
                  <a:gd name="connsiteY28" fmla="*/ 574026 h 800159"/>
                  <a:gd name="connsiteX29" fmla="*/ 37494 w 743627"/>
                  <a:gd name="connsiteY29" fmla="*/ 574026 h 800159"/>
                  <a:gd name="connsiteX30" fmla="*/ 43743 w 743627"/>
                  <a:gd name="connsiteY30" fmla="*/ 574026 h 800159"/>
                  <a:gd name="connsiteX31" fmla="*/ 87486 w 743627"/>
                  <a:gd name="connsiteY31" fmla="*/ 530056 h 800159"/>
                  <a:gd name="connsiteX32" fmla="*/ 112482 w 743627"/>
                  <a:gd name="connsiteY32" fmla="*/ 530056 h 800159"/>
                  <a:gd name="connsiteX33" fmla="*/ 118730 w 743627"/>
                  <a:gd name="connsiteY33" fmla="*/ 542619 h 800159"/>
                  <a:gd name="connsiteX34" fmla="*/ 362440 w 743627"/>
                  <a:gd name="connsiteY34" fmla="*/ 643123 h 800159"/>
                  <a:gd name="connsiteX35" fmla="*/ 612399 w 743627"/>
                  <a:gd name="connsiteY35" fmla="*/ 536338 h 800159"/>
                  <a:gd name="connsiteX36" fmla="*/ 624897 w 743627"/>
                  <a:gd name="connsiteY36" fmla="*/ 517493 h 800159"/>
                  <a:gd name="connsiteX37" fmla="*/ 335818 w 743627"/>
                  <a:gd name="connsiteY37" fmla="*/ 339470 h 800159"/>
                  <a:gd name="connsiteX38" fmla="*/ 329536 w 743627"/>
                  <a:gd name="connsiteY38" fmla="*/ 351972 h 800159"/>
                  <a:gd name="connsiteX39" fmla="*/ 329536 w 743627"/>
                  <a:gd name="connsiteY39" fmla="*/ 370726 h 800159"/>
                  <a:gd name="connsiteX40" fmla="*/ 329536 w 743627"/>
                  <a:gd name="connsiteY40" fmla="*/ 383229 h 800159"/>
                  <a:gd name="connsiteX41" fmla="*/ 304411 w 743627"/>
                  <a:gd name="connsiteY41" fmla="*/ 489500 h 800159"/>
                  <a:gd name="connsiteX42" fmla="*/ 310692 w 743627"/>
                  <a:gd name="connsiteY42" fmla="*/ 502003 h 800159"/>
                  <a:gd name="connsiteX43" fmla="*/ 354662 w 743627"/>
                  <a:gd name="connsiteY43" fmla="*/ 545762 h 800159"/>
                  <a:gd name="connsiteX44" fmla="*/ 360944 w 743627"/>
                  <a:gd name="connsiteY44" fmla="*/ 545762 h 800159"/>
                  <a:gd name="connsiteX45" fmla="*/ 367225 w 743627"/>
                  <a:gd name="connsiteY45" fmla="*/ 545762 h 800159"/>
                  <a:gd name="connsiteX46" fmla="*/ 411195 w 743627"/>
                  <a:gd name="connsiteY46" fmla="*/ 502003 h 800159"/>
                  <a:gd name="connsiteX47" fmla="*/ 417477 w 743627"/>
                  <a:gd name="connsiteY47" fmla="*/ 489500 h 800159"/>
                  <a:gd name="connsiteX48" fmla="*/ 398632 w 743627"/>
                  <a:gd name="connsiteY48" fmla="*/ 383229 h 800159"/>
                  <a:gd name="connsiteX49" fmla="*/ 392351 w 743627"/>
                  <a:gd name="connsiteY49" fmla="*/ 370726 h 800159"/>
                  <a:gd name="connsiteX50" fmla="*/ 398632 w 743627"/>
                  <a:gd name="connsiteY50" fmla="*/ 351972 h 800159"/>
                  <a:gd name="connsiteX51" fmla="*/ 386069 w 743627"/>
                  <a:gd name="connsiteY51" fmla="*/ 339470 h 800159"/>
                  <a:gd name="connsiteX52" fmla="*/ 335818 w 743627"/>
                  <a:gd name="connsiteY52" fmla="*/ 339470 h 800159"/>
                  <a:gd name="connsiteX53" fmla="*/ 254159 w 743627"/>
                  <a:gd name="connsiteY53" fmla="*/ 295711 h 800159"/>
                  <a:gd name="connsiteX54" fmla="*/ 260440 w 743627"/>
                  <a:gd name="connsiteY54" fmla="*/ 295711 h 800159"/>
                  <a:gd name="connsiteX55" fmla="*/ 360944 w 743627"/>
                  <a:gd name="connsiteY55" fmla="*/ 295711 h 800159"/>
                  <a:gd name="connsiteX56" fmla="*/ 461447 w 743627"/>
                  <a:gd name="connsiteY56" fmla="*/ 295711 h 800159"/>
                  <a:gd name="connsiteX57" fmla="*/ 467728 w 743627"/>
                  <a:gd name="connsiteY57" fmla="*/ 295711 h 800159"/>
                  <a:gd name="connsiteX58" fmla="*/ 524262 w 743627"/>
                  <a:gd name="connsiteY58" fmla="*/ 339470 h 800159"/>
                  <a:gd name="connsiteX59" fmla="*/ 587076 w 743627"/>
                  <a:gd name="connsiteY59" fmla="*/ 502003 h 800159"/>
                  <a:gd name="connsiteX60" fmla="*/ 574513 w 743627"/>
                  <a:gd name="connsiteY60" fmla="*/ 527008 h 800159"/>
                  <a:gd name="connsiteX61" fmla="*/ 524262 w 743627"/>
                  <a:gd name="connsiteY61" fmla="*/ 552013 h 800159"/>
                  <a:gd name="connsiteX62" fmla="*/ 511699 w 743627"/>
                  <a:gd name="connsiteY62" fmla="*/ 545762 h 800159"/>
                  <a:gd name="connsiteX63" fmla="*/ 480291 w 743627"/>
                  <a:gd name="connsiteY63" fmla="*/ 464495 h 800159"/>
                  <a:gd name="connsiteX64" fmla="*/ 474010 w 743627"/>
                  <a:gd name="connsiteY64" fmla="*/ 464495 h 800159"/>
                  <a:gd name="connsiteX65" fmla="*/ 474010 w 743627"/>
                  <a:gd name="connsiteY65" fmla="*/ 545762 h 800159"/>
                  <a:gd name="connsiteX66" fmla="*/ 461447 w 743627"/>
                  <a:gd name="connsiteY66" fmla="*/ 570767 h 800159"/>
                  <a:gd name="connsiteX67" fmla="*/ 360944 w 743627"/>
                  <a:gd name="connsiteY67" fmla="*/ 595772 h 800159"/>
                  <a:gd name="connsiteX68" fmla="*/ 260440 w 743627"/>
                  <a:gd name="connsiteY68" fmla="*/ 570767 h 800159"/>
                  <a:gd name="connsiteX69" fmla="*/ 247877 w 743627"/>
                  <a:gd name="connsiteY69" fmla="*/ 545762 h 800159"/>
                  <a:gd name="connsiteX70" fmla="*/ 247877 w 743627"/>
                  <a:gd name="connsiteY70" fmla="*/ 464495 h 800159"/>
                  <a:gd name="connsiteX71" fmla="*/ 216470 w 743627"/>
                  <a:gd name="connsiteY71" fmla="*/ 545762 h 800159"/>
                  <a:gd name="connsiteX72" fmla="*/ 197626 w 743627"/>
                  <a:gd name="connsiteY72" fmla="*/ 552013 h 800159"/>
                  <a:gd name="connsiteX73" fmla="*/ 147374 w 743627"/>
                  <a:gd name="connsiteY73" fmla="*/ 527008 h 800159"/>
                  <a:gd name="connsiteX74" fmla="*/ 141093 w 743627"/>
                  <a:gd name="connsiteY74" fmla="*/ 502003 h 800159"/>
                  <a:gd name="connsiteX75" fmla="*/ 197626 w 743627"/>
                  <a:gd name="connsiteY75" fmla="*/ 339470 h 800159"/>
                  <a:gd name="connsiteX76" fmla="*/ 254159 w 743627"/>
                  <a:gd name="connsiteY76" fmla="*/ 295711 h 800159"/>
                  <a:gd name="connsiteX77" fmla="*/ 365291 w 743627"/>
                  <a:gd name="connsiteY77" fmla="*/ 0 h 800159"/>
                  <a:gd name="connsiteX78" fmla="*/ 495752 w 743627"/>
                  <a:gd name="connsiteY78" fmla="*/ 128287 h 800159"/>
                  <a:gd name="connsiteX79" fmla="*/ 365291 w 743627"/>
                  <a:gd name="connsiteY79" fmla="*/ 256574 h 800159"/>
                  <a:gd name="connsiteX80" fmla="*/ 234830 w 743627"/>
                  <a:gd name="connsiteY80" fmla="*/ 128287 h 800159"/>
                  <a:gd name="connsiteX81" fmla="*/ 365291 w 743627"/>
                  <a:gd name="connsiteY81" fmla="*/ 0 h 800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743627" h="800159">
                    <a:moveTo>
                      <a:pt x="624897" y="517493"/>
                    </a:moveTo>
                    <a:cubicBezTo>
                      <a:pt x="643644" y="517493"/>
                      <a:pt x="649893" y="523775"/>
                      <a:pt x="656142" y="530056"/>
                    </a:cubicBezTo>
                    <a:cubicBezTo>
                      <a:pt x="656142" y="530056"/>
                      <a:pt x="656142" y="530056"/>
                      <a:pt x="693635" y="574026"/>
                    </a:cubicBezTo>
                    <a:cubicBezTo>
                      <a:pt x="699884" y="574026"/>
                      <a:pt x="699884" y="574026"/>
                      <a:pt x="699884" y="574026"/>
                    </a:cubicBezTo>
                    <a:cubicBezTo>
                      <a:pt x="706133" y="574026"/>
                      <a:pt x="706133" y="574026"/>
                      <a:pt x="706133" y="574026"/>
                    </a:cubicBezTo>
                    <a:cubicBezTo>
                      <a:pt x="724880" y="574026"/>
                      <a:pt x="743627" y="592871"/>
                      <a:pt x="743627" y="611715"/>
                    </a:cubicBezTo>
                    <a:cubicBezTo>
                      <a:pt x="743627" y="630560"/>
                      <a:pt x="724880" y="643123"/>
                      <a:pt x="706133" y="643123"/>
                    </a:cubicBezTo>
                    <a:cubicBezTo>
                      <a:pt x="687387" y="643123"/>
                      <a:pt x="674889" y="630560"/>
                      <a:pt x="674889" y="611715"/>
                    </a:cubicBezTo>
                    <a:cubicBezTo>
                      <a:pt x="674889" y="605434"/>
                      <a:pt x="674889" y="605434"/>
                      <a:pt x="668640" y="599152"/>
                    </a:cubicBezTo>
                    <a:cubicBezTo>
                      <a:pt x="668640" y="599152"/>
                      <a:pt x="668640" y="599152"/>
                      <a:pt x="643644" y="574026"/>
                    </a:cubicBezTo>
                    <a:cubicBezTo>
                      <a:pt x="637395" y="567745"/>
                      <a:pt x="637395" y="574026"/>
                      <a:pt x="631146" y="574026"/>
                    </a:cubicBezTo>
                    <a:cubicBezTo>
                      <a:pt x="587403" y="630560"/>
                      <a:pt x="499917" y="668248"/>
                      <a:pt x="393685" y="680811"/>
                    </a:cubicBezTo>
                    <a:cubicBezTo>
                      <a:pt x="393685" y="680811"/>
                      <a:pt x="387436" y="680811"/>
                      <a:pt x="387436" y="687093"/>
                    </a:cubicBezTo>
                    <a:cubicBezTo>
                      <a:pt x="387436" y="687093"/>
                      <a:pt x="387436" y="687093"/>
                      <a:pt x="387436" y="731063"/>
                    </a:cubicBezTo>
                    <a:cubicBezTo>
                      <a:pt x="387436" y="737345"/>
                      <a:pt x="387436" y="737345"/>
                      <a:pt x="387436" y="737345"/>
                    </a:cubicBezTo>
                    <a:cubicBezTo>
                      <a:pt x="393685" y="743626"/>
                      <a:pt x="399934" y="756189"/>
                      <a:pt x="399934" y="762470"/>
                    </a:cubicBezTo>
                    <a:cubicBezTo>
                      <a:pt x="399934" y="781315"/>
                      <a:pt x="387436" y="800159"/>
                      <a:pt x="368689" y="800159"/>
                    </a:cubicBezTo>
                    <a:cubicBezTo>
                      <a:pt x="349942" y="800159"/>
                      <a:pt x="331195" y="781315"/>
                      <a:pt x="331195" y="762470"/>
                    </a:cubicBezTo>
                    <a:cubicBezTo>
                      <a:pt x="331195" y="756189"/>
                      <a:pt x="337444" y="743626"/>
                      <a:pt x="343693" y="737345"/>
                    </a:cubicBezTo>
                    <a:cubicBezTo>
                      <a:pt x="343693" y="737345"/>
                      <a:pt x="349942" y="737345"/>
                      <a:pt x="349942" y="731063"/>
                    </a:cubicBezTo>
                    <a:cubicBezTo>
                      <a:pt x="349942" y="731063"/>
                      <a:pt x="349942" y="731063"/>
                      <a:pt x="349942" y="687093"/>
                    </a:cubicBezTo>
                    <a:cubicBezTo>
                      <a:pt x="349942" y="680811"/>
                      <a:pt x="343693" y="680811"/>
                      <a:pt x="337444" y="680811"/>
                    </a:cubicBezTo>
                    <a:cubicBezTo>
                      <a:pt x="237461" y="674530"/>
                      <a:pt x="149975" y="636841"/>
                      <a:pt x="99984" y="580308"/>
                    </a:cubicBezTo>
                    <a:cubicBezTo>
                      <a:pt x="99984" y="580308"/>
                      <a:pt x="93735" y="574026"/>
                      <a:pt x="87486" y="580308"/>
                    </a:cubicBezTo>
                    <a:cubicBezTo>
                      <a:pt x="87486" y="580308"/>
                      <a:pt x="87486" y="580308"/>
                      <a:pt x="68739" y="599152"/>
                    </a:cubicBezTo>
                    <a:cubicBezTo>
                      <a:pt x="68739" y="605434"/>
                      <a:pt x="68739" y="605434"/>
                      <a:pt x="68739" y="611715"/>
                    </a:cubicBezTo>
                    <a:cubicBezTo>
                      <a:pt x="68739" y="630560"/>
                      <a:pt x="49992" y="643123"/>
                      <a:pt x="31245" y="643123"/>
                    </a:cubicBezTo>
                    <a:cubicBezTo>
                      <a:pt x="12498" y="643123"/>
                      <a:pt x="0" y="630560"/>
                      <a:pt x="0" y="611715"/>
                    </a:cubicBezTo>
                    <a:cubicBezTo>
                      <a:pt x="0" y="592871"/>
                      <a:pt x="12498" y="574026"/>
                      <a:pt x="31245" y="574026"/>
                    </a:cubicBezTo>
                    <a:cubicBezTo>
                      <a:pt x="37494" y="574026"/>
                      <a:pt x="37494" y="574026"/>
                      <a:pt x="37494" y="574026"/>
                    </a:cubicBezTo>
                    <a:cubicBezTo>
                      <a:pt x="37494" y="574026"/>
                      <a:pt x="43743" y="574026"/>
                      <a:pt x="43743" y="574026"/>
                    </a:cubicBezTo>
                    <a:cubicBezTo>
                      <a:pt x="43743" y="574026"/>
                      <a:pt x="43743" y="574026"/>
                      <a:pt x="87486" y="530056"/>
                    </a:cubicBezTo>
                    <a:cubicBezTo>
                      <a:pt x="93735" y="523775"/>
                      <a:pt x="106233" y="523775"/>
                      <a:pt x="112482" y="530056"/>
                    </a:cubicBezTo>
                    <a:cubicBezTo>
                      <a:pt x="112482" y="536338"/>
                      <a:pt x="118730" y="536338"/>
                      <a:pt x="118730" y="542619"/>
                    </a:cubicBezTo>
                    <a:cubicBezTo>
                      <a:pt x="143726" y="599152"/>
                      <a:pt x="249959" y="643123"/>
                      <a:pt x="362440" y="643123"/>
                    </a:cubicBezTo>
                    <a:cubicBezTo>
                      <a:pt x="474922" y="643123"/>
                      <a:pt x="593652" y="592871"/>
                      <a:pt x="612399" y="536338"/>
                    </a:cubicBezTo>
                    <a:cubicBezTo>
                      <a:pt x="618648" y="536338"/>
                      <a:pt x="618648" y="523775"/>
                      <a:pt x="624897" y="517493"/>
                    </a:cubicBezTo>
                    <a:close/>
                    <a:moveTo>
                      <a:pt x="335818" y="339470"/>
                    </a:moveTo>
                    <a:cubicBezTo>
                      <a:pt x="329536" y="339470"/>
                      <a:pt x="329536" y="345721"/>
                      <a:pt x="329536" y="351972"/>
                    </a:cubicBezTo>
                    <a:cubicBezTo>
                      <a:pt x="329536" y="351972"/>
                      <a:pt x="329536" y="364475"/>
                      <a:pt x="329536" y="370726"/>
                    </a:cubicBezTo>
                    <a:cubicBezTo>
                      <a:pt x="329536" y="370726"/>
                      <a:pt x="329536" y="376977"/>
                      <a:pt x="329536" y="383229"/>
                    </a:cubicBezTo>
                    <a:cubicBezTo>
                      <a:pt x="329536" y="383229"/>
                      <a:pt x="329536" y="383229"/>
                      <a:pt x="304411" y="489500"/>
                    </a:cubicBezTo>
                    <a:cubicBezTo>
                      <a:pt x="304411" y="495751"/>
                      <a:pt x="304411" y="502003"/>
                      <a:pt x="310692" y="502003"/>
                    </a:cubicBezTo>
                    <a:cubicBezTo>
                      <a:pt x="310692" y="502003"/>
                      <a:pt x="310692" y="502003"/>
                      <a:pt x="354662" y="545762"/>
                    </a:cubicBezTo>
                    <a:cubicBezTo>
                      <a:pt x="354662" y="545762"/>
                      <a:pt x="360944" y="545762"/>
                      <a:pt x="360944" y="545762"/>
                    </a:cubicBezTo>
                    <a:cubicBezTo>
                      <a:pt x="367225" y="545762"/>
                      <a:pt x="367225" y="545762"/>
                      <a:pt x="367225" y="545762"/>
                    </a:cubicBezTo>
                    <a:cubicBezTo>
                      <a:pt x="367225" y="545762"/>
                      <a:pt x="367225" y="545762"/>
                      <a:pt x="411195" y="502003"/>
                    </a:cubicBezTo>
                    <a:cubicBezTo>
                      <a:pt x="417477" y="502003"/>
                      <a:pt x="417477" y="495751"/>
                      <a:pt x="417477" y="489500"/>
                    </a:cubicBezTo>
                    <a:cubicBezTo>
                      <a:pt x="417477" y="489500"/>
                      <a:pt x="417477" y="489500"/>
                      <a:pt x="398632" y="383229"/>
                    </a:cubicBezTo>
                    <a:cubicBezTo>
                      <a:pt x="398632" y="376977"/>
                      <a:pt x="392351" y="370726"/>
                      <a:pt x="392351" y="370726"/>
                    </a:cubicBezTo>
                    <a:cubicBezTo>
                      <a:pt x="398632" y="364475"/>
                      <a:pt x="398632" y="351972"/>
                      <a:pt x="398632" y="351972"/>
                    </a:cubicBezTo>
                    <a:cubicBezTo>
                      <a:pt x="398632" y="345721"/>
                      <a:pt x="392351" y="339470"/>
                      <a:pt x="386069" y="339470"/>
                    </a:cubicBezTo>
                    <a:cubicBezTo>
                      <a:pt x="386069" y="339470"/>
                      <a:pt x="386069" y="339470"/>
                      <a:pt x="335818" y="339470"/>
                    </a:cubicBezTo>
                    <a:close/>
                    <a:moveTo>
                      <a:pt x="254159" y="295711"/>
                    </a:moveTo>
                    <a:cubicBezTo>
                      <a:pt x="254159" y="295711"/>
                      <a:pt x="254159" y="295711"/>
                      <a:pt x="260440" y="295711"/>
                    </a:cubicBezTo>
                    <a:cubicBezTo>
                      <a:pt x="266722" y="295711"/>
                      <a:pt x="310692" y="295711"/>
                      <a:pt x="360944" y="295711"/>
                    </a:cubicBezTo>
                    <a:cubicBezTo>
                      <a:pt x="411195" y="295711"/>
                      <a:pt x="461447" y="295711"/>
                      <a:pt x="461447" y="295711"/>
                    </a:cubicBezTo>
                    <a:cubicBezTo>
                      <a:pt x="461447" y="295711"/>
                      <a:pt x="461447" y="295711"/>
                      <a:pt x="467728" y="295711"/>
                    </a:cubicBezTo>
                    <a:cubicBezTo>
                      <a:pt x="511699" y="295711"/>
                      <a:pt x="524262" y="339470"/>
                      <a:pt x="524262" y="339470"/>
                    </a:cubicBezTo>
                    <a:cubicBezTo>
                      <a:pt x="524262" y="339470"/>
                      <a:pt x="524262" y="339470"/>
                      <a:pt x="587076" y="502003"/>
                    </a:cubicBezTo>
                    <a:cubicBezTo>
                      <a:pt x="587076" y="508254"/>
                      <a:pt x="587076" y="520757"/>
                      <a:pt x="574513" y="527008"/>
                    </a:cubicBezTo>
                    <a:cubicBezTo>
                      <a:pt x="561950" y="539511"/>
                      <a:pt x="543106" y="552013"/>
                      <a:pt x="524262" y="552013"/>
                    </a:cubicBezTo>
                    <a:cubicBezTo>
                      <a:pt x="511699" y="552013"/>
                      <a:pt x="511699" y="545762"/>
                      <a:pt x="511699" y="545762"/>
                    </a:cubicBezTo>
                    <a:cubicBezTo>
                      <a:pt x="511699" y="545762"/>
                      <a:pt x="511699" y="545762"/>
                      <a:pt x="480291" y="464495"/>
                    </a:cubicBezTo>
                    <a:cubicBezTo>
                      <a:pt x="480291" y="464495"/>
                      <a:pt x="474010" y="445741"/>
                      <a:pt x="474010" y="464495"/>
                    </a:cubicBezTo>
                    <a:cubicBezTo>
                      <a:pt x="474010" y="483249"/>
                      <a:pt x="474010" y="520757"/>
                      <a:pt x="474010" y="545762"/>
                    </a:cubicBezTo>
                    <a:cubicBezTo>
                      <a:pt x="474010" y="558265"/>
                      <a:pt x="474010" y="564516"/>
                      <a:pt x="461447" y="570767"/>
                    </a:cubicBezTo>
                    <a:cubicBezTo>
                      <a:pt x="430040" y="595772"/>
                      <a:pt x="398632" y="595772"/>
                      <a:pt x="360944" y="595772"/>
                    </a:cubicBezTo>
                    <a:cubicBezTo>
                      <a:pt x="323255" y="595772"/>
                      <a:pt x="298129" y="595772"/>
                      <a:pt x="260440" y="570767"/>
                    </a:cubicBezTo>
                    <a:cubicBezTo>
                      <a:pt x="254159" y="564516"/>
                      <a:pt x="247877" y="558265"/>
                      <a:pt x="247877" y="545762"/>
                    </a:cubicBezTo>
                    <a:cubicBezTo>
                      <a:pt x="247877" y="520757"/>
                      <a:pt x="247877" y="483249"/>
                      <a:pt x="247877" y="464495"/>
                    </a:cubicBezTo>
                    <a:cubicBezTo>
                      <a:pt x="247877" y="464495"/>
                      <a:pt x="247877" y="464495"/>
                      <a:pt x="216470" y="545762"/>
                    </a:cubicBezTo>
                    <a:cubicBezTo>
                      <a:pt x="216470" y="545762"/>
                      <a:pt x="210189" y="552013"/>
                      <a:pt x="197626" y="552013"/>
                    </a:cubicBezTo>
                    <a:cubicBezTo>
                      <a:pt x="178781" y="552013"/>
                      <a:pt x="159937" y="539511"/>
                      <a:pt x="147374" y="527008"/>
                    </a:cubicBezTo>
                    <a:cubicBezTo>
                      <a:pt x="141093" y="520757"/>
                      <a:pt x="134811" y="508254"/>
                      <a:pt x="141093" y="502003"/>
                    </a:cubicBezTo>
                    <a:cubicBezTo>
                      <a:pt x="141093" y="502003"/>
                      <a:pt x="141093" y="502003"/>
                      <a:pt x="197626" y="339470"/>
                    </a:cubicBezTo>
                    <a:cubicBezTo>
                      <a:pt x="203907" y="339470"/>
                      <a:pt x="216470" y="295711"/>
                      <a:pt x="254159" y="295711"/>
                    </a:cubicBezTo>
                    <a:close/>
                    <a:moveTo>
                      <a:pt x="365291" y="0"/>
                    </a:moveTo>
                    <a:cubicBezTo>
                      <a:pt x="437343" y="0"/>
                      <a:pt x="495752" y="57436"/>
                      <a:pt x="495752" y="128287"/>
                    </a:cubicBezTo>
                    <a:cubicBezTo>
                      <a:pt x="495752" y="199138"/>
                      <a:pt x="437343" y="256574"/>
                      <a:pt x="365291" y="256574"/>
                    </a:cubicBezTo>
                    <a:cubicBezTo>
                      <a:pt x="293239" y="256574"/>
                      <a:pt x="234830" y="199138"/>
                      <a:pt x="234830" y="128287"/>
                    </a:cubicBezTo>
                    <a:cubicBezTo>
                      <a:pt x="234830" y="57436"/>
                      <a:pt x="293239" y="0"/>
                      <a:pt x="3652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" name="Text2" descr="4bfc5dd8-15b6-4a99-a2e2-27f4b9d9bae1">
                <a:extLst>
                  <a:ext uri="{FF2B5EF4-FFF2-40B4-BE49-F238E27FC236}">
                    <a16:creationId id="{9321EE13-EB10-71DF-AC40-EA837E859FA7}"/>
                  </a:ext>
                </a:extLst>
              </p:cNvPr>
              <p:cNvSpPr txBox="1"/>
              <p:nvPr/>
            </p:nvSpPr>
            <p:spPr>
              <a:xfrm>
                <a:off x="2474777" y="4656027"/>
                <a:ext cx="1693730" cy="1490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200" dirty="0">
                    <a:cs typeface="+mn-ea"/>
                    <a:sym typeface="+mn-lt"/>
                  </a:rPr>
                  <a:t>积极参与国际技术峰会，与全球专家交流，拓宽技术视野和管理思路。</a:t>
                </a:r>
                <a:endParaRPr lang="en-US" dirty="0"/>
              </a:p>
            </p:txBody>
          </p:sp>
          <p:sp>
            <p:nvSpPr>
              <p:cNvPr id="28" name="Bullet2" descr="2f0e96da-cd69-49f1-96df-ec5fbb2cccc4">
                <a:extLst>
                  <a:ext uri="{FF2B5EF4-FFF2-40B4-BE49-F238E27FC236}">
                    <a16:creationId id="{5CDB524F-1F55-4128-9678-97A0B8A07447}"/>
                  </a:ext>
                </a:extLst>
              </p:cNvPr>
              <p:cNvSpPr/>
              <p:nvPr/>
            </p:nvSpPr>
            <p:spPr>
              <a:xfrm>
                <a:off x="2474777" y="3959106"/>
                <a:ext cx="1693730" cy="696920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/>
                <a:r>
                  <a:rPr lang="zh-CN" altLang="en-US" sz="1600" b="1" dirty="0">
                    <a:cs typeface="+mn-ea"/>
                    <a:sym typeface="+mn-lt"/>
                  </a:rPr>
                  <a:t>拓展行业视野</a:t>
                </a:r>
                <a:endParaRPr lang="en-US" dirty="0"/>
              </a:p>
            </p:txBody>
          </p:sp>
          <p:sp>
            <p:nvSpPr>
              <p:cNvPr id="29" name="Number2" descr="e2317813-651a-407e-803f-be0c1aeb5a23">
                <a:extLst>
                  <a:ext uri="{FF2B5EF4-FFF2-40B4-BE49-F238E27FC236}">
                    <a16:creationId id="{7E41F8FC-9EB7-4418-3D8D-086AAD80F38F}"/>
                  </a:ext>
                </a:extLst>
              </p:cNvPr>
              <p:cNvSpPr/>
              <p:nvPr/>
            </p:nvSpPr>
            <p:spPr>
              <a:xfrm>
                <a:off x="2522671" y="2151466"/>
                <a:ext cx="1597941" cy="446763"/>
              </a:xfrm>
              <a:prstGeom prst="rect">
                <a:avLst/>
              </a:prstGeom>
            </p:spPr>
            <p:txBody>
              <a:bodyPr wrap="non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/>
                <a:r>
                  <a:rPr lang="en-US" altLang="zh-CN" b="1" dirty="0">
                    <a:cs typeface="+mn-ea"/>
                    <a:sym typeface="+mn-lt"/>
                  </a:rPr>
                  <a:t>02</a:t>
                </a:r>
                <a:endParaRPr lang="zh-CN" altLang="en-US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62" name="组合 61" descr="9fcd40af-2948-496a-b99b-062a38081c0f">
              <a:extLst>
                <a:ext uri="{FF2B5EF4-FFF2-40B4-BE49-F238E27FC236}">
                  <a16:creationId id="{C968EC70-DA15-8672-F6B9-98DF5CD9F159}"/>
                </a:ext>
              </a:extLst>
            </p:cNvPr>
            <p:cNvGrpSpPr/>
            <p:nvPr/>
          </p:nvGrpSpPr>
          <p:grpSpPr>
            <a:xfrm>
              <a:off x="4326308" y="2151466"/>
              <a:ext cx="1693730" cy="3995335"/>
              <a:chOff x="4324349" y="2151466"/>
              <a:chExt cx="1693730" cy="3995335"/>
            </a:xfrm>
          </p:grpSpPr>
          <p:sp>
            <p:nvSpPr>
              <p:cNvPr id="43" name="IconBackground3" descr="60e0f860-cfc9-4194-b604-2a4400c126da">
                <a:extLst>
                  <a:ext uri="{FF2B5EF4-FFF2-40B4-BE49-F238E27FC236}">
                    <a16:creationId id="{E30DD57D-A458-E669-136F-EA01D12A2038}"/>
                  </a:ext>
                </a:extLst>
              </p:cNvPr>
              <p:cNvSpPr/>
              <p:nvPr/>
            </p:nvSpPr>
            <p:spPr>
              <a:xfrm>
                <a:off x="4616838" y="2757846"/>
                <a:ext cx="1108750" cy="1108750"/>
              </a:xfrm>
              <a:prstGeom prst="roundRect">
                <a:avLst/>
              </a:prstGeom>
              <a:solidFill>
                <a:schemeClr val="accent1"/>
              </a:solidFill>
              <a:ln w="6350">
                <a:solidFill>
                  <a:srgbClr val="FFFFFF">
                    <a:alpha val="50000"/>
                  </a:srgb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" name="Icon3" descr="f85d1455-ae53-4023-b8b0-2be391837923">
                <a:extLst>
                  <a:ext uri="{FF2B5EF4-FFF2-40B4-BE49-F238E27FC236}">
                    <a16:creationId id="{B750638B-1C86-F43E-5596-99566956087F}"/>
                  </a:ext>
                </a:extLst>
              </p:cNvPr>
              <p:cNvSpPr/>
              <p:nvPr/>
            </p:nvSpPr>
            <p:spPr bwMode="auto">
              <a:xfrm>
                <a:off x="4990429" y="3052515"/>
                <a:ext cx="361570" cy="519412"/>
              </a:xfrm>
              <a:custGeom>
                <a:avLst/>
                <a:gdLst>
                  <a:gd name="connsiteX0" fmla="*/ 28775 w 590822"/>
                  <a:gd name="connsiteY0" fmla="*/ 534776 h 848743"/>
                  <a:gd name="connsiteX1" fmla="*/ 562697 w 590822"/>
                  <a:gd name="connsiteY1" fmla="*/ 534776 h 848743"/>
                  <a:gd name="connsiteX2" fmla="*/ 587646 w 590822"/>
                  <a:gd name="connsiteY2" fmla="*/ 574645 h 848743"/>
                  <a:gd name="connsiteX3" fmla="*/ 567687 w 590822"/>
                  <a:gd name="connsiteY3" fmla="*/ 619497 h 848743"/>
                  <a:gd name="connsiteX4" fmla="*/ 537747 w 590822"/>
                  <a:gd name="connsiteY4" fmla="*/ 659366 h 848743"/>
                  <a:gd name="connsiteX5" fmla="*/ 512797 w 590822"/>
                  <a:gd name="connsiteY5" fmla="*/ 694251 h 848743"/>
                  <a:gd name="connsiteX6" fmla="*/ 487848 w 590822"/>
                  <a:gd name="connsiteY6" fmla="*/ 813858 h 848743"/>
                  <a:gd name="connsiteX7" fmla="*/ 442939 w 590822"/>
                  <a:gd name="connsiteY7" fmla="*/ 848743 h 848743"/>
                  <a:gd name="connsiteX8" fmla="*/ 148533 w 590822"/>
                  <a:gd name="connsiteY8" fmla="*/ 848743 h 848743"/>
                  <a:gd name="connsiteX9" fmla="*/ 103624 w 590822"/>
                  <a:gd name="connsiteY9" fmla="*/ 813858 h 848743"/>
                  <a:gd name="connsiteX10" fmla="*/ 78674 w 590822"/>
                  <a:gd name="connsiteY10" fmla="*/ 694251 h 848743"/>
                  <a:gd name="connsiteX11" fmla="*/ 53724 w 590822"/>
                  <a:gd name="connsiteY11" fmla="*/ 659366 h 848743"/>
                  <a:gd name="connsiteX12" fmla="*/ 18795 w 590822"/>
                  <a:gd name="connsiteY12" fmla="*/ 619497 h 848743"/>
                  <a:gd name="connsiteX13" fmla="*/ 3825 w 590822"/>
                  <a:gd name="connsiteY13" fmla="*/ 574645 h 848743"/>
                  <a:gd name="connsiteX14" fmla="*/ 28775 w 590822"/>
                  <a:gd name="connsiteY14" fmla="*/ 534776 h 848743"/>
                  <a:gd name="connsiteX15" fmla="*/ 273268 w 590822"/>
                  <a:gd name="connsiteY15" fmla="*/ 290030 h 848743"/>
                  <a:gd name="connsiteX16" fmla="*/ 268276 w 590822"/>
                  <a:gd name="connsiteY16" fmla="*/ 294990 h 848743"/>
                  <a:gd name="connsiteX17" fmla="*/ 268276 w 590822"/>
                  <a:gd name="connsiteY17" fmla="*/ 314829 h 848743"/>
                  <a:gd name="connsiteX18" fmla="*/ 268276 w 590822"/>
                  <a:gd name="connsiteY18" fmla="*/ 324748 h 848743"/>
                  <a:gd name="connsiteX19" fmla="*/ 248305 w 590822"/>
                  <a:gd name="connsiteY19" fmla="*/ 414022 h 848743"/>
                  <a:gd name="connsiteX20" fmla="*/ 253298 w 590822"/>
                  <a:gd name="connsiteY20" fmla="*/ 428900 h 848743"/>
                  <a:gd name="connsiteX21" fmla="*/ 288246 w 590822"/>
                  <a:gd name="connsiteY21" fmla="*/ 463618 h 848743"/>
                  <a:gd name="connsiteX22" fmla="*/ 303224 w 590822"/>
                  <a:gd name="connsiteY22" fmla="*/ 463618 h 848743"/>
                  <a:gd name="connsiteX23" fmla="*/ 338172 w 590822"/>
                  <a:gd name="connsiteY23" fmla="*/ 428900 h 848743"/>
                  <a:gd name="connsiteX24" fmla="*/ 343165 w 590822"/>
                  <a:gd name="connsiteY24" fmla="*/ 414022 h 848743"/>
                  <a:gd name="connsiteX25" fmla="*/ 323195 w 590822"/>
                  <a:gd name="connsiteY25" fmla="*/ 324748 h 848743"/>
                  <a:gd name="connsiteX26" fmla="*/ 323195 w 590822"/>
                  <a:gd name="connsiteY26" fmla="*/ 314829 h 848743"/>
                  <a:gd name="connsiteX27" fmla="*/ 323195 w 590822"/>
                  <a:gd name="connsiteY27" fmla="*/ 294990 h 848743"/>
                  <a:gd name="connsiteX28" fmla="*/ 318202 w 590822"/>
                  <a:gd name="connsiteY28" fmla="*/ 290030 h 848743"/>
                  <a:gd name="connsiteX29" fmla="*/ 273268 w 590822"/>
                  <a:gd name="connsiteY29" fmla="*/ 290030 h 848743"/>
                  <a:gd name="connsiteX30" fmla="*/ 203372 w 590822"/>
                  <a:gd name="connsiteY30" fmla="*/ 255313 h 848743"/>
                  <a:gd name="connsiteX31" fmla="*/ 213357 w 590822"/>
                  <a:gd name="connsiteY31" fmla="*/ 255313 h 848743"/>
                  <a:gd name="connsiteX32" fmla="*/ 383106 w 590822"/>
                  <a:gd name="connsiteY32" fmla="*/ 255313 h 848743"/>
                  <a:gd name="connsiteX33" fmla="*/ 433032 w 590822"/>
                  <a:gd name="connsiteY33" fmla="*/ 290030 h 848743"/>
                  <a:gd name="connsiteX34" fmla="*/ 502929 w 590822"/>
                  <a:gd name="connsiteY34" fmla="*/ 483457 h 848743"/>
                  <a:gd name="connsiteX35" fmla="*/ 492943 w 590822"/>
                  <a:gd name="connsiteY35" fmla="*/ 493376 h 848743"/>
                  <a:gd name="connsiteX36" fmla="*/ 448010 w 590822"/>
                  <a:gd name="connsiteY36" fmla="*/ 493376 h 848743"/>
                  <a:gd name="connsiteX37" fmla="*/ 438025 w 590822"/>
                  <a:gd name="connsiteY37" fmla="*/ 483457 h 848743"/>
                  <a:gd name="connsiteX38" fmla="*/ 403076 w 590822"/>
                  <a:gd name="connsiteY38" fmla="*/ 389223 h 848743"/>
                  <a:gd name="connsiteX39" fmla="*/ 398084 w 590822"/>
                  <a:gd name="connsiteY39" fmla="*/ 394183 h 848743"/>
                  <a:gd name="connsiteX40" fmla="*/ 398084 w 590822"/>
                  <a:gd name="connsiteY40" fmla="*/ 478497 h 848743"/>
                  <a:gd name="connsiteX41" fmla="*/ 388099 w 590822"/>
                  <a:gd name="connsiteY41" fmla="*/ 493376 h 848743"/>
                  <a:gd name="connsiteX42" fmla="*/ 213357 w 590822"/>
                  <a:gd name="connsiteY42" fmla="*/ 493376 h 848743"/>
                  <a:gd name="connsiteX43" fmla="*/ 203372 w 590822"/>
                  <a:gd name="connsiteY43" fmla="*/ 483457 h 848743"/>
                  <a:gd name="connsiteX44" fmla="*/ 198379 w 590822"/>
                  <a:gd name="connsiteY44" fmla="*/ 394183 h 848743"/>
                  <a:gd name="connsiteX45" fmla="*/ 163431 w 590822"/>
                  <a:gd name="connsiteY45" fmla="*/ 483457 h 848743"/>
                  <a:gd name="connsiteX46" fmla="*/ 148453 w 590822"/>
                  <a:gd name="connsiteY46" fmla="*/ 493376 h 848743"/>
                  <a:gd name="connsiteX47" fmla="*/ 93534 w 590822"/>
                  <a:gd name="connsiteY47" fmla="*/ 493376 h 848743"/>
                  <a:gd name="connsiteX48" fmla="*/ 83549 w 590822"/>
                  <a:gd name="connsiteY48" fmla="*/ 483457 h 848743"/>
                  <a:gd name="connsiteX49" fmla="*/ 158438 w 590822"/>
                  <a:gd name="connsiteY49" fmla="*/ 290030 h 848743"/>
                  <a:gd name="connsiteX50" fmla="*/ 203372 w 590822"/>
                  <a:gd name="connsiteY50" fmla="*/ 255313 h 848743"/>
                  <a:gd name="connsiteX51" fmla="*/ 292284 w 590822"/>
                  <a:gd name="connsiteY51" fmla="*/ 0 h 848743"/>
                  <a:gd name="connsiteX52" fmla="*/ 400965 w 590822"/>
                  <a:gd name="connsiteY52" fmla="*/ 110406 h 848743"/>
                  <a:gd name="connsiteX53" fmla="*/ 292284 w 590822"/>
                  <a:gd name="connsiteY53" fmla="*/ 220812 h 848743"/>
                  <a:gd name="connsiteX54" fmla="*/ 183603 w 590822"/>
                  <a:gd name="connsiteY54" fmla="*/ 110406 h 848743"/>
                  <a:gd name="connsiteX55" fmla="*/ 292284 w 590822"/>
                  <a:gd name="connsiteY55" fmla="*/ 0 h 848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590822" h="848743">
                    <a:moveTo>
                      <a:pt x="28775" y="534776"/>
                    </a:moveTo>
                    <a:cubicBezTo>
                      <a:pt x="28775" y="534776"/>
                      <a:pt x="28775" y="534776"/>
                      <a:pt x="562697" y="534776"/>
                    </a:cubicBezTo>
                    <a:cubicBezTo>
                      <a:pt x="582656" y="534776"/>
                      <a:pt x="597626" y="554711"/>
                      <a:pt x="587646" y="574645"/>
                    </a:cubicBezTo>
                    <a:lnTo>
                      <a:pt x="567687" y="619497"/>
                    </a:lnTo>
                    <a:cubicBezTo>
                      <a:pt x="562697" y="639432"/>
                      <a:pt x="547727" y="659366"/>
                      <a:pt x="537747" y="659366"/>
                    </a:cubicBezTo>
                    <a:cubicBezTo>
                      <a:pt x="527767" y="659366"/>
                      <a:pt x="512797" y="674317"/>
                      <a:pt x="512797" y="694251"/>
                    </a:cubicBezTo>
                    <a:cubicBezTo>
                      <a:pt x="512797" y="694251"/>
                      <a:pt x="512797" y="694251"/>
                      <a:pt x="487848" y="813858"/>
                    </a:cubicBezTo>
                    <a:cubicBezTo>
                      <a:pt x="482858" y="833792"/>
                      <a:pt x="462898" y="848743"/>
                      <a:pt x="442939" y="848743"/>
                    </a:cubicBezTo>
                    <a:cubicBezTo>
                      <a:pt x="442939" y="848743"/>
                      <a:pt x="442939" y="848743"/>
                      <a:pt x="148533" y="848743"/>
                    </a:cubicBezTo>
                    <a:cubicBezTo>
                      <a:pt x="123583" y="848743"/>
                      <a:pt x="103624" y="833792"/>
                      <a:pt x="103624" y="813858"/>
                    </a:cubicBezTo>
                    <a:cubicBezTo>
                      <a:pt x="103624" y="813858"/>
                      <a:pt x="103624" y="813858"/>
                      <a:pt x="78674" y="694251"/>
                    </a:cubicBezTo>
                    <a:cubicBezTo>
                      <a:pt x="73684" y="674317"/>
                      <a:pt x="63704" y="659366"/>
                      <a:pt x="53724" y="659366"/>
                    </a:cubicBezTo>
                    <a:cubicBezTo>
                      <a:pt x="43745" y="659366"/>
                      <a:pt x="28775" y="639432"/>
                      <a:pt x="18795" y="619497"/>
                    </a:cubicBezTo>
                    <a:cubicBezTo>
                      <a:pt x="18795" y="619497"/>
                      <a:pt x="18795" y="619497"/>
                      <a:pt x="3825" y="574645"/>
                    </a:cubicBezTo>
                    <a:cubicBezTo>
                      <a:pt x="-6155" y="554711"/>
                      <a:pt x="3825" y="534776"/>
                      <a:pt x="28775" y="534776"/>
                    </a:cubicBezTo>
                    <a:close/>
                    <a:moveTo>
                      <a:pt x="273268" y="290030"/>
                    </a:moveTo>
                    <a:cubicBezTo>
                      <a:pt x="268276" y="290030"/>
                      <a:pt x="268276" y="294990"/>
                      <a:pt x="268276" y="294990"/>
                    </a:cubicBezTo>
                    <a:cubicBezTo>
                      <a:pt x="268276" y="294990"/>
                      <a:pt x="268276" y="309869"/>
                      <a:pt x="268276" y="314829"/>
                    </a:cubicBezTo>
                    <a:cubicBezTo>
                      <a:pt x="268276" y="319788"/>
                      <a:pt x="268276" y="319788"/>
                      <a:pt x="268276" y="324748"/>
                    </a:cubicBezTo>
                    <a:cubicBezTo>
                      <a:pt x="268276" y="324748"/>
                      <a:pt x="268276" y="324748"/>
                      <a:pt x="248305" y="414022"/>
                    </a:cubicBezTo>
                    <a:cubicBezTo>
                      <a:pt x="248305" y="418981"/>
                      <a:pt x="248305" y="423941"/>
                      <a:pt x="253298" y="428900"/>
                    </a:cubicBezTo>
                    <a:cubicBezTo>
                      <a:pt x="253298" y="428900"/>
                      <a:pt x="253298" y="428900"/>
                      <a:pt x="288246" y="463618"/>
                    </a:cubicBezTo>
                    <a:cubicBezTo>
                      <a:pt x="293239" y="463618"/>
                      <a:pt x="298232" y="463618"/>
                      <a:pt x="303224" y="463618"/>
                    </a:cubicBezTo>
                    <a:cubicBezTo>
                      <a:pt x="303224" y="463618"/>
                      <a:pt x="303224" y="463618"/>
                      <a:pt x="338172" y="428900"/>
                    </a:cubicBezTo>
                    <a:cubicBezTo>
                      <a:pt x="343165" y="423941"/>
                      <a:pt x="343165" y="418981"/>
                      <a:pt x="343165" y="414022"/>
                    </a:cubicBezTo>
                    <a:cubicBezTo>
                      <a:pt x="343165" y="414022"/>
                      <a:pt x="343165" y="414022"/>
                      <a:pt x="323195" y="324748"/>
                    </a:cubicBezTo>
                    <a:cubicBezTo>
                      <a:pt x="323195" y="319788"/>
                      <a:pt x="323195" y="319788"/>
                      <a:pt x="323195" y="314829"/>
                    </a:cubicBezTo>
                    <a:cubicBezTo>
                      <a:pt x="323195" y="309869"/>
                      <a:pt x="323195" y="294990"/>
                      <a:pt x="323195" y="294990"/>
                    </a:cubicBezTo>
                    <a:cubicBezTo>
                      <a:pt x="323195" y="294990"/>
                      <a:pt x="318202" y="290030"/>
                      <a:pt x="318202" y="290030"/>
                    </a:cubicBezTo>
                    <a:cubicBezTo>
                      <a:pt x="318202" y="290030"/>
                      <a:pt x="318202" y="290030"/>
                      <a:pt x="273268" y="290030"/>
                    </a:cubicBezTo>
                    <a:close/>
                    <a:moveTo>
                      <a:pt x="203372" y="255313"/>
                    </a:moveTo>
                    <a:cubicBezTo>
                      <a:pt x="203372" y="255313"/>
                      <a:pt x="203372" y="255313"/>
                      <a:pt x="213357" y="255313"/>
                    </a:cubicBezTo>
                    <a:cubicBezTo>
                      <a:pt x="218350" y="255313"/>
                      <a:pt x="378113" y="255313"/>
                      <a:pt x="383106" y="255313"/>
                    </a:cubicBezTo>
                    <a:cubicBezTo>
                      <a:pt x="413062" y="255313"/>
                      <a:pt x="428039" y="285071"/>
                      <a:pt x="433032" y="290030"/>
                    </a:cubicBezTo>
                    <a:cubicBezTo>
                      <a:pt x="433032" y="290030"/>
                      <a:pt x="433032" y="290030"/>
                      <a:pt x="502929" y="483457"/>
                    </a:cubicBezTo>
                    <a:cubicBezTo>
                      <a:pt x="507921" y="488416"/>
                      <a:pt x="507921" y="493376"/>
                      <a:pt x="492943" y="493376"/>
                    </a:cubicBezTo>
                    <a:cubicBezTo>
                      <a:pt x="492943" y="493376"/>
                      <a:pt x="492943" y="493376"/>
                      <a:pt x="448010" y="493376"/>
                    </a:cubicBezTo>
                    <a:cubicBezTo>
                      <a:pt x="438025" y="493376"/>
                      <a:pt x="438025" y="483457"/>
                      <a:pt x="438025" y="483457"/>
                    </a:cubicBezTo>
                    <a:cubicBezTo>
                      <a:pt x="438025" y="483457"/>
                      <a:pt x="438025" y="483457"/>
                      <a:pt x="403076" y="389223"/>
                    </a:cubicBezTo>
                    <a:cubicBezTo>
                      <a:pt x="403076" y="389223"/>
                      <a:pt x="398084" y="384264"/>
                      <a:pt x="398084" y="394183"/>
                    </a:cubicBezTo>
                    <a:cubicBezTo>
                      <a:pt x="398084" y="409062"/>
                      <a:pt x="398084" y="453699"/>
                      <a:pt x="398084" y="478497"/>
                    </a:cubicBezTo>
                    <a:cubicBezTo>
                      <a:pt x="398084" y="488416"/>
                      <a:pt x="403076" y="493376"/>
                      <a:pt x="388099" y="493376"/>
                    </a:cubicBezTo>
                    <a:cubicBezTo>
                      <a:pt x="388099" y="493376"/>
                      <a:pt x="388099" y="493376"/>
                      <a:pt x="213357" y="493376"/>
                    </a:cubicBezTo>
                    <a:cubicBezTo>
                      <a:pt x="203372" y="493376"/>
                      <a:pt x="203372" y="488416"/>
                      <a:pt x="203372" y="483457"/>
                    </a:cubicBezTo>
                    <a:cubicBezTo>
                      <a:pt x="198379" y="458658"/>
                      <a:pt x="198379" y="409062"/>
                      <a:pt x="198379" y="394183"/>
                    </a:cubicBezTo>
                    <a:cubicBezTo>
                      <a:pt x="198379" y="394183"/>
                      <a:pt x="198379" y="394183"/>
                      <a:pt x="163431" y="483457"/>
                    </a:cubicBezTo>
                    <a:cubicBezTo>
                      <a:pt x="163431" y="483457"/>
                      <a:pt x="158438" y="493376"/>
                      <a:pt x="148453" y="493376"/>
                    </a:cubicBezTo>
                    <a:cubicBezTo>
                      <a:pt x="148453" y="493376"/>
                      <a:pt x="148453" y="493376"/>
                      <a:pt x="93534" y="493376"/>
                    </a:cubicBezTo>
                    <a:cubicBezTo>
                      <a:pt x="83549" y="493376"/>
                      <a:pt x="83549" y="488416"/>
                      <a:pt x="83549" y="483457"/>
                    </a:cubicBezTo>
                    <a:cubicBezTo>
                      <a:pt x="83549" y="483457"/>
                      <a:pt x="83549" y="483457"/>
                      <a:pt x="158438" y="290030"/>
                    </a:cubicBezTo>
                    <a:cubicBezTo>
                      <a:pt x="158438" y="285071"/>
                      <a:pt x="173416" y="255313"/>
                      <a:pt x="203372" y="255313"/>
                    </a:cubicBezTo>
                    <a:close/>
                    <a:moveTo>
                      <a:pt x="292284" y="0"/>
                    </a:moveTo>
                    <a:cubicBezTo>
                      <a:pt x="352307" y="0"/>
                      <a:pt x="400965" y="49430"/>
                      <a:pt x="400965" y="110406"/>
                    </a:cubicBezTo>
                    <a:cubicBezTo>
                      <a:pt x="400965" y="171382"/>
                      <a:pt x="352307" y="220812"/>
                      <a:pt x="292284" y="220812"/>
                    </a:cubicBezTo>
                    <a:cubicBezTo>
                      <a:pt x="232261" y="220812"/>
                      <a:pt x="183603" y="171382"/>
                      <a:pt x="183603" y="110406"/>
                    </a:cubicBezTo>
                    <a:cubicBezTo>
                      <a:pt x="183603" y="49430"/>
                      <a:pt x="232261" y="0"/>
                      <a:pt x="2922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" name="Text3" descr="f9972c22-2939-4175-91a5-ad0bb20ac337">
                <a:extLst>
                  <a:ext uri="{FF2B5EF4-FFF2-40B4-BE49-F238E27FC236}">
                    <a16:creationId id="{3F9BE223-A239-E02D-C16A-1ABF7CB9820B}"/>
                  </a:ext>
                </a:extLst>
              </p:cNvPr>
              <p:cNvSpPr txBox="1"/>
              <p:nvPr/>
            </p:nvSpPr>
            <p:spPr>
              <a:xfrm>
                <a:off x="4324349" y="4656027"/>
                <a:ext cx="1693730" cy="1490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200" dirty="0">
                    <a:cs typeface="+mn-ea"/>
                    <a:sym typeface="+mn-lt"/>
                  </a:rPr>
                  <a:t>聚焦人工智能与大数据，强化技术深度，保持个人在技术领域的竞争力。</a:t>
                </a:r>
                <a:endParaRPr lang="en-US" dirty="0"/>
              </a:p>
            </p:txBody>
          </p:sp>
          <p:sp>
            <p:nvSpPr>
              <p:cNvPr id="25" name="Bullet3" descr="e9f2d7ba-c4d2-41d6-9f0a-11dacb96775d">
                <a:extLst>
                  <a:ext uri="{FF2B5EF4-FFF2-40B4-BE49-F238E27FC236}">
                    <a16:creationId id="{68E3A986-7847-4014-E6DD-2450BF42385C}"/>
                  </a:ext>
                </a:extLst>
              </p:cNvPr>
              <p:cNvSpPr/>
              <p:nvPr/>
            </p:nvSpPr>
            <p:spPr>
              <a:xfrm>
                <a:off x="4324349" y="3959106"/>
                <a:ext cx="1693730" cy="696920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/>
                <a:r>
                  <a:rPr lang="zh-CN" altLang="en-US" sz="1600" b="1" dirty="0">
                    <a:cs typeface="+mn-ea"/>
                    <a:sym typeface="+mn-lt"/>
                  </a:rPr>
                  <a:t>深化专业领域</a:t>
                </a:r>
                <a:endParaRPr lang="en-US" dirty="0"/>
              </a:p>
            </p:txBody>
          </p:sp>
          <p:sp>
            <p:nvSpPr>
              <p:cNvPr id="26" name="Number3" descr="4700502e-9d58-44d9-a8ec-e70e084177aa">
                <a:extLst>
                  <a:ext uri="{FF2B5EF4-FFF2-40B4-BE49-F238E27FC236}">
                    <a16:creationId id="{03A7BDD9-6573-DC28-3D97-A7CDF0784716}"/>
                  </a:ext>
                </a:extLst>
              </p:cNvPr>
              <p:cNvSpPr/>
              <p:nvPr/>
            </p:nvSpPr>
            <p:spPr>
              <a:xfrm>
                <a:off x="4372243" y="2151466"/>
                <a:ext cx="1597941" cy="446763"/>
              </a:xfrm>
              <a:prstGeom prst="rect">
                <a:avLst/>
              </a:prstGeom>
            </p:spPr>
            <p:txBody>
              <a:bodyPr wrap="non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/>
                <a:r>
                  <a:rPr lang="en-US" altLang="zh-CN" b="1" dirty="0">
                    <a:cs typeface="+mn-ea"/>
                    <a:sym typeface="+mn-lt"/>
                  </a:rPr>
                  <a:t>03</a:t>
                </a:r>
                <a:endParaRPr lang="zh-CN" altLang="en-US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63" name="组合 62" descr="b04efae3-e979-4286-b1d7-54cc710e6ac2">
              <a:extLst>
                <a:ext uri="{FF2B5EF4-FFF2-40B4-BE49-F238E27FC236}">
                  <a16:creationId id="{D6F21812-D265-96B9-FD8F-873587413256}"/>
                </a:ext>
              </a:extLst>
            </p:cNvPr>
            <p:cNvGrpSpPr/>
            <p:nvPr/>
          </p:nvGrpSpPr>
          <p:grpSpPr>
            <a:xfrm>
              <a:off x="6159262" y="2151466"/>
              <a:ext cx="1693730" cy="3995335"/>
              <a:chOff x="6173921" y="2151466"/>
              <a:chExt cx="1693730" cy="3995335"/>
            </a:xfrm>
          </p:grpSpPr>
          <p:sp>
            <p:nvSpPr>
              <p:cNvPr id="35" name="IconBackground4" descr="b8c3e9b5-e4c2-4ee8-ba82-bfe8951736e4">
                <a:extLst>
                  <a:ext uri="{FF2B5EF4-FFF2-40B4-BE49-F238E27FC236}">
                    <a16:creationId id="{8C2108C4-01C4-8E23-0B81-DF8DB41C9A68}"/>
                  </a:ext>
                </a:extLst>
              </p:cNvPr>
              <p:cNvSpPr/>
              <p:nvPr/>
            </p:nvSpPr>
            <p:spPr>
              <a:xfrm rot="10800000" flipV="1">
                <a:off x="6466410" y="2757846"/>
                <a:ext cx="1108750" cy="1108750"/>
              </a:xfrm>
              <a:prstGeom prst="roundRect">
                <a:avLst/>
              </a:prstGeom>
              <a:solidFill>
                <a:schemeClr val="accent2"/>
              </a:solidFill>
              <a:ln w="6350">
                <a:solidFill>
                  <a:srgbClr val="FFFFFF">
                    <a:alpha val="50000"/>
                  </a:srgb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" name="Icon4" descr="16ce5973-2588-4001-b4f7-f2a801e35a50">
                <a:extLst>
                  <a:ext uri="{FF2B5EF4-FFF2-40B4-BE49-F238E27FC236}">
                    <a16:creationId id="{D1EF923C-25D4-74E8-5D1C-2922C6C8CC98}"/>
                  </a:ext>
                </a:extLst>
              </p:cNvPr>
              <p:cNvSpPr/>
              <p:nvPr/>
            </p:nvSpPr>
            <p:spPr bwMode="auto">
              <a:xfrm>
                <a:off x="6804972" y="3101487"/>
                <a:ext cx="431625" cy="421469"/>
              </a:xfrm>
              <a:custGeom>
                <a:avLst/>
                <a:gdLst>
                  <a:gd name="connsiteX0" fmla="*/ 62448 w 669496"/>
                  <a:gd name="connsiteY0" fmla="*/ 563163 h 653743"/>
                  <a:gd name="connsiteX1" fmla="*/ 152464 w 669496"/>
                  <a:gd name="connsiteY1" fmla="*/ 563163 h 653743"/>
                  <a:gd name="connsiteX2" fmla="*/ 163716 w 669496"/>
                  <a:gd name="connsiteY2" fmla="*/ 574486 h 653743"/>
                  <a:gd name="connsiteX3" fmla="*/ 141212 w 669496"/>
                  <a:gd name="connsiteY3" fmla="*/ 636759 h 653743"/>
                  <a:gd name="connsiteX4" fmla="*/ 124334 w 669496"/>
                  <a:gd name="connsiteY4" fmla="*/ 653743 h 653743"/>
                  <a:gd name="connsiteX5" fmla="*/ 62448 w 669496"/>
                  <a:gd name="connsiteY5" fmla="*/ 653743 h 653743"/>
                  <a:gd name="connsiteX6" fmla="*/ 51196 w 669496"/>
                  <a:gd name="connsiteY6" fmla="*/ 636759 h 653743"/>
                  <a:gd name="connsiteX7" fmla="*/ 51196 w 669496"/>
                  <a:gd name="connsiteY7" fmla="*/ 574486 h 653743"/>
                  <a:gd name="connsiteX8" fmla="*/ 62448 w 669496"/>
                  <a:gd name="connsiteY8" fmla="*/ 563163 h 653743"/>
                  <a:gd name="connsiteX9" fmla="*/ 313442 w 669496"/>
                  <a:gd name="connsiteY9" fmla="*/ 401696 h 653743"/>
                  <a:gd name="connsiteX10" fmla="*/ 319097 w 669496"/>
                  <a:gd name="connsiteY10" fmla="*/ 401696 h 653743"/>
                  <a:gd name="connsiteX11" fmla="*/ 500052 w 669496"/>
                  <a:gd name="connsiteY11" fmla="*/ 401696 h 653743"/>
                  <a:gd name="connsiteX12" fmla="*/ 550946 w 669496"/>
                  <a:gd name="connsiteY12" fmla="*/ 441794 h 653743"/>
                  <a:gd name="connsiteX13" fmla="*/ 624459 w 669496"/>
                  <a:gd name="connsiteY13" fmla="*/ 642285 h 653743"/>
                  <a:gd name="connsiteX14" fmla="*/ 618804 w 669496"/>
                  <a:gd name="connsiteY14" fmla="*/ 653741 h 653743"/>
                  <a:gd name="connsiteX15" fmla="*/ 567911 w 669496"/>
                  <a:gd name="connsiteY15" fmla="*/ 653741 h 653743"/>
                  <a:gd name="connsiteX16" fmla="*/ 556601 w 669496"/>
                  <a:gd name="connsiteY16" fmla="*/ 642285 h 653743"/>
                  <a:gd name="connsiteX17" fmla="*/ 522672 w 669496"/>
                  <a:gd name="connsiteY17" fmla="*/ 544904 h 653743"/>
                  <a:gd name="connsiteX18" fmla="*/ 517017 w 669496"/>
                  <a:gd name="connsiteY18" fmla="*/ 544904 h 653743"/>
                  <a:gd name="connsiteX19" fmla="*/ 517017 w 669496"/>
                  <a:gd name="connsiteY19" fmla="*/ 636556 h 653743"/>
                  <a:gd name="connsiteX20" fmla="*/ 505707 w 669496"/>
                  <a:gd name="connsiteY20" fmla="*/ 653741 h 653743"/>
                  <a:gd name="connsiteX21" fmla="*/ 319097 w 669496"/>
                  <a:gd name="connsiteY21" fmla="*/ 653741 h 653743"/>
                  <a:gd name="connsiteX22" fmla="*/ 313442 w 669496"/>
                  <a:gd name="connsiteY22" fmla="*/ 642285 h 653743"/>
                  <a:gd name="connsiteX23" fmla="*/ 313442 w 669496"/>
                  <a:gd name="connsiteY23" fmla="*/ 544904 h 653743"/>
                  <a:gd name="connsiteX24" fmla="*/ 307787 w 669496"/>
                  <a:gd name="connsiteY24" fmla="*/ 544904 h 653743"/>
                  <a:gd name="connsiteX25" fmla="*/ 268203 w 669496"/>
                  <a:gd name="connsiteY25" fmla="*/ 642285 h 653743"/>
                  <a:gd name="connsiteX26" fmla="*/ 256894 w 669496"/>
                  <a:gd name="connsiteY26" fmla="*/ 653741 h 653743"/>
                  <a:gd name="connsiteX27" fmla="*/ 200345 w 669496"/>
                  <a:gd name="connsiteY27" fmla="*/ 653741 h 653743"/>
                  <a:gd name="connsiteX28" fmla="*/ 189035 w 669496"/>
                  <a:gd name="connsiteY28" fmla="*/ 642285 h 653743"/>
                  <a:gd name="connsiteX29" fmla="*/ 268203 w 669496"/>
                  <a:gd name="connsiteY29" fmla="*/ 441794 h 653743"/>
                  <a:gd name="connsiteX30" fmla="*/ 313442 w 669496"/>
                  <a:gd name="connsiteY30" fmla="*/ 401696 h 653743"/>
                  <a:gd name="connsiteX31" fmla="*/ 409573 w 669496"/>
                  <a:gd name="connsiteY31" fmla="*/ 137838 h 653743"/>
                  <a:gd name="connsiteX32" fmla="*/ 523781 w 669496"/>
                  <a:gd name="connsiteY32" fmla="*/ 250077 h 653743"/>
                  <a:gd name="connsiteX33" fmla="*/ 409573 w 669496"/>
                  <a:gd name="connsiteY33" fmla="*/ 362316 h 653743"/>
                  <a:gd name="connsiteX34" fmla="*/ 295365 w 669496"/>
                  <a:gd name="connsiteY34" fmla="*/ 250077 h 653743"/>
                  <a:gd name="connsiteX35" fmla="*/ 409573 w 669496"/>
                  <a:gd name="connsiteY35" fmla="*/ 137838 h 653743"/>
                  <a:gd name="connsiteX36" fmla="*/ 22695 w 669496"/>
                  <a:gd name="connsiteY36" fmla="*/ 0 h 653743"/>
                  <a:gd name="connsiteX37" fmla="*/ 641127 w 669496"/>
                  <a:gd name="connsiteY37" fmla="*/ 0 h 653743"/>
                  <a:gd name="connsiteX38" fmla="*/ 669496 w 669496"/>
                  <a:gd name="connsiteY38" fmla="*/ 28372 h 653743"/>
                  <a:gd name="connsiteX39" fmla="*/ 669496 w 669496"/>
                  <a:gd name="connsiteY39" fmla="*/ 499346 h 653743"/>
                  <a:gd name="connsiteX40" fmla="*/ 646801 w 669496"/>
                  <a:gd name="connsiteY40" fmla="*/ 527718 h 653743"/>
                  <a:gd name="connsiteX41" fmla="*/ 635454 w 669496"/>
                  <a:gd name="connsiteY41" fmla="*/ 522044 h 653743"/>
                  <a:gd name="connsiteX42" fmla="*/ 601412 w 669496"/>
                  <a:gd name="connsiteY42" fmla="*/ 431254 h 653743"/>
                  <a:gd name="connsiteX43" fmla="*/ 612759 w 669496"/>
                  <a:gd name="connsiteY43" fmla="*/ 419905 h 653743"/>
                  <a:gd name="connsiteX44" fmla="*/ 629780 w 669496"/>
                  <a:gd name="connsiteY44" fmla="*/ 391533 h 653743"/>
                  <a:gd name="connsiteX45" fmla="*/ 629780 w 669496"/>
                  <a:gd name="connsiteY45" fmla="*/ 73767 h 653743"/>
                  <a:gd name="connsiteX46" fmla="*/ 601412 w 669496"/>
                  <a:gd name="connsiteY46" fmla="*/ 45395 h 653743"/>
                  <a:gd name="connsiteX47" fmla="*/ 68085 w 669496"/>
                  <a:gd name="connsiteY47" fmla="*/ 45395 h 653743"/>
                  <a:gd name="connsiteX48" fmla="*/ 39716 w 669496"/>
                  <a:gd name="connsiteY48" fmla="*/ 73767 h 653743"/>
                  <a:gd name="connsiteX49" fmla="*/ 39716 w 669496"/>
                  <a:gd name="connsiteY49" fmla="*/ 391533 h 653743"/>
                  <a:gd name="connsiteX50" fmla="*/ 68085 w 669496"/>
                  <a:gd name="connsiteY50" fmla="*/ 419905 h 653743"/>
                  <a:gd name="connsiteX51" fmla="*/ 204253 w 669496"/>
                  <a:gd name="connsiteY51" fmla="*/ 419905 h 653743"/>
                  <a:gd name="connsiteX52" fmla="*/ 215601 w 669496"/>
                  <a:gd name="connsiteY52" fmla="*/ 431254 h 653743"/>
                  <a:gd name="connsiteX53" fmla="*/ 181558 w 669496"/>
                  <a:gd name="connsiteY53" fmla="*/ 522044 h 653743"/>
                  <a:gd name="connsiteX54" fmla="*/ 164537 w 669496"/>
                  <a:gd name="connsiteY54" fmla="*/ 527718 h 653743"/>
                  <a:gd name="connsiteX55" fmla="*/ 22695 w 669496"/>
                  <a:gd name="connsiteY55" fmla="*/ 527718 h 653743"/>
                  <a:gd name="connsiteX56" fmla="*/ 0 w 669496"/>
                  <a:gd name="connsiteY56" fmla="*/ 499346 h 653743"/>
                  <a:gd name="connsiteX57" fmla="*/ 0 w 669496"/>
                  <a:gd name="connsiteY57" fmla="*/ 28372 h 653743"/>
                  <a:gd name="connsiteX58" fmla="*/ 22695 w 669496"/>
                  <a:gd name="connsiteY58" fmla="*/ 0 h 653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669496" h="653743">
                    <a:moveTo>
                      <a:pt x="62448" y="563163"/>
                    </a:moveTo>
                    <a:cubicBezTo>
                      <a:pt x="62448" y="563163"/>
                      <a:pt x="62448" y="563163"/>
                      <a:pt x="152464" y="563163"/>
                    </a:cubicBezTo>
                    <a:cubicBezTo>
                      <a:pt x="169342" y="563163"/>
                      <a:pt x="163716" y="574486"/>
                      <a:pt x="163716" y="574486"/>
                    </a:cubicBezTo>
                    <a:cubicBezTo>
                      <a:pt x="163716" y="574486"/>
                      <a:pt x="163716" y="574486"/>
                      <a:pt x="141212" y="636759"/>
                    </a:cubicBezTo>
                    <a:cubicBezTo>
                      <a:pt x="141212" y="636759"/>
                      <a:pt x="135586" y="653743"/>
                      <a:pt x="124334" y="653743"/>
                    </a:cubicBezTo>
                    <a:cubicBezTo>
                      <a:pt x="124334" y="653743"/>
                      <a:pt x="124334" y="653743"/>
                      <a:pt x="62448" y="653743"/>
                    </a:cubicBezTo>
                    <a:cubicBezTo>
                      <a:pt x="56822" y="653743"/>
                      <a:pt x="51196" y="648082"/>
                      <a:pt x="51196" y="636759"/>
                    </a:cubicBezTo>
                    <a:cubicBezTo>
                      <a:pt x="51196" y="636759"/>
                      <a:pt x="51196" y="636759"/>
                      <a:pt x="51196" y="574486"/>
                    </a:cubicBezTo>
                    <a:cubicBezTo>
                      <a:pt x="51196" y="568824"/>
                      <a:pt x="56822" y="563163"/>
                      <a:pt x="62448" y="563163"/>
                    </a:cubicBezTo>
                    <a:close/>
                    <a:moveTo>
                      <a:pt x="313442" y="401696"/>
                    </a:moveTo>
                    <a:cubicBezTo>
                      <a:pt x="313442" y="401696"/>
                      <a:pt x="313442" y="401696"/>
                      <a:pt x="319097" y="401696"/>
                    </a:cubicBezTo>
                    <a:cubicBezTo>
                      <a:pt x="324752" y="401696"/>
                      <a:pt x="494397" y="401696"/>
                      <a:pt x="500052" y="401696"/>
                    </a:cubicBezTo>
                    <a:cubicBezTo>
                      <a:pt x="533981" y="401696"/>
                      <a:pt x="550946" y="436066"/>
                      <a:pt x="550946" y="441794"/>
                    </a:cubicBezTo>
                    <a:cubicBezTo>
                      <a:pt x="550946" y="441794"/>
                      <a:pt x="550946" y="441794"/>
                      <a:pt x="624459" y="642285"/>
                    </a:cubicBezTo>
                    <a:cubicBezTo>
                      <a:pt x="630114" y="648013"/>
                      <a:pt x="624459" y="653741"/>
                      <a:pt x="618804" y="653741"/>
                    </a:cubicBezTo>
                    <a:cubicBezTo>
                      <a:pt x="618804" y="653741"/>
                      <a:pt x="618804" y="653741"/>
                      <a:pt x="567911" y="653741"/>
                    </a:cubicBezTo>
                    <a:cubicBezTo>
                      <a:pt x="556601" y="653741"/>
                      <a:pt x="556601" y="642285"/>
                      <a:pt x="556601" y="642285"/>
                    </a:cubicBezTo>
                    <a:cubicBezTo>
                      <a:pt x="556601" y="642285"/>
                      <a:pt x="556601" y="642285"/>
                      <a:pt x="522672" y="544904"/>
                    </a:cubicBezTo>
                    <a:cubicBezTo>
                      <a:pt x="522672" y="544904"/>
                      <a:pt x="517017" y="539175"/>
                      <a:pt x="517017" y="544904"/>
                    </a:cubicBezTo>
                    <a:cubicBezTo>
                      <a:pt x="517017" y="562089"/>
                      <a:pt x="517017" y="613643"/>
                      <a:pt x="517017" y="636556"/>
                    </a:cubicBezTo>
                    <a:cubicBezTo>
                      <a:pt x="517017" y="648013"/>
                      <a:pt x="517017" y="653741"/>
                      <a:pt x="505707" y="653741"/>
                    </a:cubicBezTo>
                    <a:cubicBezTo>
                      <a:pt x="505707" y="653741"/>
                      <a:pt x="505707" y="653741"/>
                      <a:pt x="319097" y="653741"/>
                    </a:cubicBezTo>
                    <a:cubicBezTo>
                      <a:pt x="313442" y="653741"/>
                      <a:pt x="313442" y="648013"/>
                      <a:pt x="313442" y="642285"/>
                    </a:cubicBezTo>
                    <a:cubicBezTo>
                      <a:pt x="313442" y="613643"/>
                      <a:pt x="313442" y="567817"/>
                      <a:pt x="313442" y="544904"/>
                    </a:cubicBezTo>
                    <a:cubicBezTo>
                      <a:pt x="313442" y="533447"/>
                      <a:pt x="307787" y="544904"/>
                      <a:pt x="307787" y="544904"/>
                    </a:cubicBezTo>
                    <a:cubicBezTo>
                      <a:pt x="307787" y="544904"/>
                      <a:pt x="307787" y="544904"/>
                      <a:pt x="268203" y="642285"/>
                    </a:cubicBezTo>
                    <a:cubicBezTo>
                      <a:pt x="268203" y="642285"/>
                      <a:pt x="268203" y="653741"/>
                      <a:pt x="256894" y="653741"/>
                    </a:cubicBezTo>
                    <a:cubicBezTo>
                      <a:pt x="256894" y="653741"/>
                      <a:pt x="256894" y="653741"/>
                      <a:pt x="200345" y="653741"/>
                    </a:cubicBezTo>
                    <a:cubicBezTo>
                      <a:pt x="189035" y="653741"/>
                      <a:pt x="189035" y="648013"/>
                      <a:pt x="189035" y="642285"/>
                    </a:cubicBezTo>
                    <a:cubicBezTo>
                      <a:pt x="189035" y="642285"/>
                      <a:pt x="189035" y="642285"/>
                      <a:pt x="268203" y="441794"/>
                    </a:cubicBezTo>
                    <a:cubicBezTo>
                      <a:pt x="268203" y="436066"/>
                      <a:pt x="279513" y="401696"/>
                      <a:pt x="313442" y="401696"/>
                    </a:cubicBezTo>
                    <a:close/>
                    <a:moveTo>
                      <a:pt x="409573" y="137838"/>
                    </a:moveTo>
                    <a:cubicBezTo>
                      <a:pt x="472648" y="137838"/>
                      <a:pt x="523781" y="188089"/>
                      <a:pt x="523781" y="250077"/>
                    </a:cubicBezTo>
                    <a:cubicBezTo>
                      <a:pt x="523781" y="312065"/>
                      <a:pt x="472648" y="362316"/>
                      <a:pt x="409573" y="362316"/>
                    </a:cubicBezTo>
                    <a:cubicBezTo>
                      <a:pt x="346498" y="362316"/>
                      <a:pt x="295365" y="312065"/>
                      <a:pt x="295365" y="250077"/>
                    </a:cubicBezTo>
                    <a:cubicBezTo>
                      <a:pt x="295365" y="188089"/>
                      <a:pt x="346498" y="137838"/>
                      <a:pt x="409573" y="137838"/>
                    </a:cubicBezTo>
                    <a:close/>
                    <a:moveTo>
                      <a:pt x="22695" y="0"/>
                    </a:moveTo>
                    <a:cubicBezTo>
                      <a:pt x="22695" y="0"/>
                      <a:pt x="22695" y="0"/>
                      <a:pt x="641127" y="0"/>
                    </a:cubicBezTo>
                    <a:cubicBezTo>
                      <a:pt x="658149" y="0"/>
                      <a:pt x="669496" y="11349"/>
                      <a:pt x="669496" y="28372"/>
                    </a:cubicBezTo>
                    <a:cubicBezTo>
                      <a:pt x="669496" y="28372"/>
                      <a:pt x="669496" y="28372"/>
                      <a:pt x="669496" y="499346"/>
                    </a:cubicBezTo>
                    <a:cubicBezTo>
                      <a:pt x="669496" y="516369"/>
                      <a:pt x="663822" y="527718"/>
                      <a:pt x="646801" y="527718"/>
                    </a:cubicBezTo>
                    <a:cubicBezTo>
                      <a:pt x="641127" y="527718"/>
                      <a:pt x="635454" y="522044"/>
                      <a:pt x="635454" y="522044"/>
                    </a:cubicBezTo>
                    <a:cubicBezTo>
                      <a:pt x="635454" y="522044"/>
                      <a:pt x="635454" y="522044"/>
                      <a:pt x="601412" y="431254"/>
                    </a:cubicBezTo>
                    <a:cubicBezTo>
                      <a:pt x="601412" y="431254"/>
                      <a:pt x="601412" y="425579"/>
                      <a:pt x="612759" y="419905"/>
                    </a:cubicBezTo>
                    <a:cubicBezTo>
                      <a:pt x="624106" y="414230"/>
                      <a:pt x="629780" y="408556"/>
                      <a:pt x="629780" y="391533"/>
                    </a:cubicBezTo>
                    <a:cubicBezTo>
                      <a:pt x="629780" y="391533"/>
                      <a:pt x="629780" y="391533"/>
                      <a:pt x="629780" y="73767"/>
                    </a:cubicBezTo>
                    <a:cubicBezTo>
                      <a:pt x="629780" y="56744"/>
                      <a:pt x="618433" y="45395"/>
                      <a:pt x="601412" y="45395"/>
                    </a:cubicBezTo>
                    <a:cubicBezTo>
                      <a:pt x="601412" y="45395"/>
                      <a:pt x="601412" y="45395"/>
                      <a:pt x="68085" y="45395"/>
                    </a:cubicBezTo>
                    <a:cubicBezTo>
                      <a:pt x="51064" y="45395"/>
                      <a:pt x="39716" y="56744"/>
                      <a:pt x="39716" y="73767"/>
                    </a:cubicBezTo>
                    <a:cubicBezTo>
                      <a:pt x="39716" y="73767"/>
                      <a:pt x="39716" y="73767"/>
                      <a:pt x="39716" y="391533"/>
                    </a:cubicBezTo>
                    <a:cubicBezTo>
                      <a:pt x="39716" y="408556"/>
                      <a:pt x="51064" y="419905"/>
                      <a:pt x="68085" y="419905"/>
                    </a:cubicBezTo>
                    <a:cubicBezTo>
                      <a:pt x="68085" y="419905"/>
                      <a:pt x="68085" y="419905"/>
                      <a:pt x="204253" y="419905"/>
                    </a:cubicBezTo>
                    <a:cubicBezTo>
                      <a:pt x="215601" y="419905"/>
                      <a:pt x="215601" y="431254"/>
                      <a:pt x="215601" y="431254"/>
                    </a:cubicBezTo>
                    <a:cubicBezTo>
                      <a:pt x="215601" y="431254"/>
                      <a:pt x="215601" y="431254"/>
                      <a:pt x="181558" y="522044"/>
                    </a:cubicBezTo>
                    <a:cubicBezTo>
                      <a:pt x="181558" y="522044"/>
                      <a:pt x="175885" y="527718"/>
                      <a:pt x="164537" y="527718"/>
                    </a:cubicBezTo>
                    <a:cubicBezTo>
                      <a:pt x="164537" y="527718"/>
                      <a:pt x="164537" y="527718"/>
                      <a:pt x="22695" y="527718"/>
                    </a:cubicBezTo>
                    <a:cubicBezTo>
                      <a:pt x="11348" y="527718"/>
                      <a:pt x="0" y="516369"/>
                      <a:pt x="0" y="499346"/>
                    </a:cubicBezTo>
                    <a:cubicBezTo>
                      <a:pt x="0" y="499346"/>
                      <a:pt x="0" y="499346"/>
                      <a:pt x="0" y="28372"/>
                    </a:cubicBezTo>
                    <a:cubicBezTo>
                      <a:pt x="0" y="11349"/>
                      <a:pt x="11348" y="0"/>
                      <a:pt x="226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" name="Text4" descr="05ae8667-f573-44f5-942d-921e928eec19">
                <a:extLst>
                  <a:ext uri="{FF2B5EF4-FFF2-40B4-BE49-F238E27FC236}">
                    <a16:creationId id="{0E793293-6CC4-9F69-E952-9DCB6F2A050D}"/>
                  </a:ext>
                </a:extLst>
              </p:cNvPr>
              <p:cNvSpPr txBox="1"/>
              <p:nvPr/>
            </p:nvSpPr>
            <p:spPr>
              <a:xfrm>
                <a:off x="6173921" y="4656027"/>
                <a:ext cx="1693730" cy="1490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200" dirty="0">
                    <a:cs typeface="+mn-ea"/>
                    <a:sym typeface="+mn-lt"/>
                  </a:rPr>
                  <a:t>通过参与领导力培训，提升决策和协调能力，更好地带领团队达成目标。</a:t>
                </a:r>
                <a:endParaRPr lang="en-US" dirty="0"/>
              </a:p>
            </p:txBody>
          </p:sp>
          <p:sp>
            <p:nvSpPr>
              <p:cNvPr id="22" name="Bullet4" descr="3e36ed3e-5470-4a03-9bb2-4c47d4d7ca38">
                <a:extLst>
                  <a:ext uri="{FF2B5EF4-FFF2-40B4-BE49-F238E27FC236}">
                    <a16:creationId id="{42189964-1B90-F908-EB35-65F29C392005}"/>
                  </a:ext>
                </a:extLst>
              </p:cNvPr>
              <p:cNvSpPr/>
              <p:nvPr/>
            </p:nvSpPr>
            <p:spPr>
              <a:xfrm>
                <a:off x="6173921" y="3959106"/>
                <a:ext cx="1693730" cy="696920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/>
                <a:r>
                  <a:rPr lang="zh-CN" altLang="en-US" sz="1600" b="1" dirty="0">
                    <a:cs typeface="+mn-ea"/>
                    <a:sym typeface="+mn-lt"/>
                  </a:rPr>
                  <a:t>增强领导能力</a:t>
                </a:r>
                <a:endParaRPr lang="en-US" dirty="0"/>
              </a:p>
            </p:txBody>
          </p:sp>
          <p:sp>
            <p:nvSpPr>
              <p:cNvPr id="23" name="Number4" descr="cb22f73c-66eb-4791-9ebc-ce9de0b605d7">
                <a:extLst>
                  <a:ext uri="{FF2B5EF4-FFF2-40B4-BE49-F238E27FC236}">
                    <a16:creationId id="{C3A42987-9796-4514-9920-648A823141B9}"/>
                  </a:ext>
                </a:extLst>
              </p:cNvPr>
              <p:cNvSpPr/>
              <p:nvPr/>
            </p:nvSpPr>
            <p:spPr>
              <a:xfrm>
                <a:off x="6221815" y="2151466"/>
                <a:ext cx="1597941" cy="446763"/>
              </a:xfrm>
              <a:prstGeom prst="rect">
                <a:avLst/>
              </a:prstGeom>
            </p:spPr>
            <p:txBody>
              <a:bodyPr wrap="non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/>
                <a:r>
                  <a:rPr lang="en-US" altLang="zh-CN" b="1" dirty="0">
                    <a:cs typeface="+mn-ea"/>
                    <a:sym typeface="+mn-lt"/>
                  </a:rPr>
                  <a:t>04</a:t>
                </a:r>
                <a:endParaRPr lang="zh-CN" altLang="en-US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64" name="组合 63" descr="6153cd61-11f7-434a-bede-5c1b03c6c968">
              <a:extLst>
                <a:ext uri="{FF2B5EF4-FFF2-40B4-BE49-F238E27FC236}">
                  <a16:creationId id="{46D67400-D29D-7BE6-D007-707CEE2C8BDB}"/>
                </a:ext>
              </a:extLst>
            </p:cNvPr>
            <p:cNvGrpSpPr/>
            <p:nvPr/>
          </p:nvGrpSpPr>
          <p:grpSpPr>
            <a:xfrm>
              <a:off x="7992216" y="2151466"/>
              <a:ext cx="1693730" cy="3995335"/>
              <a:chOff x="8023493" y="2151466"/>
              <a:chExt cx="1693730" cy="3995335"/>
            </a:xfrm>
          </p:grpSpPr>
          <p:sp>
            <p:nvSpPr>
              <p:cNvPr id="41" name="IconBackground5" descr="3fcd62f6-add8-4b32-8513-b1287284e63c">
                <a:extLst>
                  <a:ext uri="{FF2B5EF4-FFF2-40B4-BE49-F238E27FC236}">
                    <a16:creationId id="{082C9904-E0D0-4511-B147-A4EB7A64505B}"/>
                  </a:ext>
                </a:extLst>
              </p:cNvPr>
              <p:cNvSpPr/>
              <p:nvPr/>
            </p:nvSpPr>
            <p:spPr>
              <a:xfrm>
                <a:off x="8315982" y="2757846"/>
                <a:ext cx="1108750" cy="1108750"/>
              </a:xfrm>
              <a:prstGeom prst="roundRect">
                <a:avLst/>
              </a:prstGeom>
              <a:solidFill>
                <a:schemeClr val="accent1"/>
              </a:solidFill>
              <a:ln w="6350">
                <a:solidFill>
                  <a:srgbClr val="FFFFFF">
                    <a:alpha val="50000"/>
                  </a:srgb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" name="Icon5" descr="0dea290f-857b-4a83-a2aa-993063a52086">
                <a:extLst>
                  <a:ext uri="{FF2B5EF4-FFF2-40B4-BE49-F238E27FC236}">
                    <a16:creationId id="{AD938C93-C9BA-3144-1273-D5BCEE999653}"/>
                  </a:ext>
                </a:extLst>
              </p:cNvPr>
              <p:cNvSpPr/>
              <p:nvPr/>
            </p:nvSpPr>
            <p:spPr bwMode="auto">
              <a:xfrm>
                <a:off x="8667914" y="3077078"/>
                <a:ext cx="404885" cy="470286"/>
              </a:xfrm>
              <a:custGeom>
                <a:avLst/>
                <a:gdLst>
                  <a:gd name="connsiteX0" fmla="*/ 393540 w 704072"/>
                  <a:gd name="connsiteY0" fmla="*/ 595441 h 817798"/>
                  <a:gd name="connsiteX1" fmla="*/ 381682 w 704072"/>
                  <a:gd name="connsiteY1" fmla="*/ 607144 h 817798"/>
                  <a:gd name="connsiteX2" fmla="*/ 381682 w 704072"/>
                  <a:gd name="connsiteY2" fmla="*/ 630550 h 817798"/>
                  <a:gd name="connsiteX3" fmla="*/ 393540 w 704072"/>
                  <a:gd name="connsiteY3" fmla="*/ 642253 h 817798"/>
                  <a:gd name="connsiteX4" fmla="*/ 482475 w 704072"/>
                  <a:gd name="connsiteY4" fmla="*/ 642253 h 817798"/>
                  <a:gd name="connsiteX5" fmla="*/ 500262 w 704072"/>
                  <a:gd name="connsiteY5" fmla="*/ 630550 h 817798"/>
                  <a:gd name="connsiteX6" fmla="*/ 500262 w 704072"/>
                  <a:gd name="connsiteY6" fmla="*/ 607144 h 817798"/>
                  <a:gd name="connsiteX7" fmla="*/ 482475 w 704072"/>
                  <a:gd name="connsiteY7" fmla="*/ 595441 h 817798"/>
                  <a:gd name="connsiteX8" fmla="*/ 393540 w 704072"/>
                  <a:gd name="connsiteY8" fmla="*/ 595441 h 817798"/>
                  <a:gd name="connsiteX9" fmla="*/ 203811 w 704072"/>
                  <a:gd name="connsiteY9" fmla="*/ 478411 h 817798"/>
                  <a:gd name="connsiteX10" fmla="*/ 209740 w 704072"/>
                  <a:gd name="connsiteY10" fmla="*/ 478411 h 817798"/>
                  <a:gd name="connsiteX11" fmla="*/ 500262 w 704072"/>
                  <a:gd name="connsiteY11" fmla="*/ 478411 h 817798"/>
                  <a:gd name="connsiteX12" fmla="*/ 583269 w 704072"/>
                  <a:gd name="connsiteY12" fmla="*/ 542778 h 817798"/>
                  <a:gd name="connsiteX13" fmla="*/ 701849 w 704072"/>
                  <a:gd name="connsiteY13" fmla="*/ 794392 h 817798"/>
                  <a:gd name="connsiteX14" fmla="*/ 684062 w 704072"/>
                  <a:gd name="connsiteY14" fmla="*/ 817798 h 817798"/>
                  <a:gd name="connsiteX15" fmla="*/ 612914 w 704072"/>
                  <a:gd name="connsiteY15" fmla="*/ 817798 h 817798"/>
                  <a:gd name="connsiteX16" fmla="*/ 589197 w 704072"/>
                  <a:gd name="connsiteY16" fmla="*/ 800244 h 817798"/>
                  <a:gd name="connsiteX17" fmla="*/ 541765 w 704072"/>
                  <a:gd name="connsiteY17" fmla="*/ 706620 h 817798"/>
                  <a:gd name="connsiteX18" fmla="*/ 529907 w 704072"/>
                  <a:gd name="connsiteY18" fmla="*/ 712471 h 817798"/>
                  <a:gd name="connsiteX19" fmla="*/ 529907 w 704072"/>
                  <a:gd name="connsiteY19" fmla="*/ 788541 h 817798"/>
                  <a:gd name="connsiteX20" fmla="*/ 506191 w 704072"/>
                  <a:gd name="connsiteY20" fmla="*/ 817798 h 817798"/>
                  <a:gd name="connsiteX21" fmla="*/ 209740 w 704072"/>
                  <a:gd name="connsiteY21" fmla="*/ 817798 h 817798"/>
                  <a:gd name="connsiteX22" fmla="*/ 197882 w 704072"/>
                  <a:gd name="connsiteY22" fmla="*/ 794392 h 817798"/>
                  <a:gd name="connsiteX23" fmla="*/ 191953 w 704072"/>
                  <a:gd name="connsiteY23" fmla="*/ 712471 h 817798"/>
                  <a:gd name="connsiteX24" fmla="*/ 180095 w 704072"/>
                  <a:gd name="connsiteY24" fmla="*/ 706620 h 817798"/>
                  <a:gd name="connsiteX25" fmla="*/ 126734 w 704072"/>
                  <a:gd name="connsiteY25" fmla="*/ 800244 h 817798"/>
                  <a:gd name="connsiteX26" fmla="*/ 108946 w 704072"/>
                  <a:gd name="connsiteY26" fmla="*/ 817798 h 817798"/>
                  <a:gd name="connsiteX27" fmla="*/ 20011 w 704072"/>
                  <a:gd name="connsiteY27" fmla="*/ 817798 h 817798"/>
                  <a:gd name="connsiteX28" fmla="*/ 2224 w 704072"/>
                  <a:gd name="connsiteY28" fmla="*/ 794392 h 817798"/>
                  <a:gd name="connsiteX29" fmla="*/ 126734 w 704072"/>
                  <a:gd name="connsiteY29" fmla="*/ 542778 h 817798"/>
                  <a:gd name="connsiteX30" fmla="*/ 203811 w 704072"/>
                  <a:gd name="connsiteY30" fmla="*/ 478411 h 817798"/>
                  <a:gd name="connsiteX31" fmla="*/ 340140 w 704072"/>
                  <a:gd name="connsiteY31" fmla="*/ 35289 h 817798"/>
                  <a:gd name="connsiteX32" fmla="*/ 173607 w 704072"/>
                  <a:gd name="connsiteY32" fmla="*/ 158799 h 817798"/>
                  <a:gd name="connsiteX33" fmla="*/ 179554 w 704072"/>
                  <a:gd name="connsiteY33" fmla="*/ 164680 h 817798"/>
                  <a:gd name="connsiteX34" fmla="*/ 185502 w 704072"/>
                  <a:gd name="connsiteY34" fmla="*/ 164680 h 817798"/>
                  <a:gd name="connsiteX35" fmla="*/ 191449 w 704072"/>
                  <a:gd name="connsiteY35" fmla="*/ 164680 h 817798"/>
                  <a:gd name="connsiteX36" fmla="*/ 352035 w 704072"/>
                  <a:gd name="connsiteY36" fmla="*/ 70577 h 817798"/>
                  <a:gd name="connsiteX37" fmla="*/ 512621 w 704072"/>
                  <a:gd name="connsiteY37" fmla="*/ 164680 h 817798"/>
                  <a:gd name="connsiteX38" fmla="*/ 518568 w 704072"/>
                  <a:gd name="connsiteY38" fmla="*/ 164680 h 817798"/>
                  <a:gd name="connsiteX39" fmla="*/ 524516 w 704072"/>
                  <a:gd name="connsiteY39" fmla="*/ 164680 h 817798"/>
                  <a:gd name="connsiteX40" fmla="*/ 530463 w 704072"/>
                  <a:gd name="connsiteY40" fmla="*/ 158799 h 817798"/>
                  <a:gd name="connsiteX41" fmla="*/ 363930 w 704072"/>
                  <a:gd name="connsiteY41" fmla="*/ 35289 h 817798"/>
                  <a:gd name="connsiteX42" fmla="*/ 340140 w 704072"/>
                  <a:gd name="connsiteY42" fmla="*/ 35289 h 817798"/>
                  <a:gd name="connsiteX43" fmla="*/ 340140 w 704072"/>
                  <a:gd name="connsiteY43" fmla="*/ 0 h 817798"/>
                  <a:gd name="connsiteX44" fmla="*/ 363930 w 704072"/>
                  <a:gd name="connsiteY44" fmla="*/ 0 h 817798"/>
                  <a:gd name="connsiteX45" fmla="*/ 572097 w 704072"/>
                  <a:gd name="connsiteY45" fmla="*/ 158799 h 817798"/>
                  <a:gd name="connsiteX46" fmla="*/ 578044 w 704072"/>
                  <a:gd name="connsiteY46" fmla="*/ 164680 h 817798"/>
                  <a:gd name="connsiteX47" fmla="*/ 613730 w 704072"/>
                  <a:gd name="connsiteY47" fmla="*/ 247020 h 817798"/>
                  <a:gd name="connsiteX48" fmla="*/ 613730 w 704072"/>
                  <a:gd name="connsiteY48" fmla="*/ 282309 h 817798"/>
                  <a:gd name="connsiteX49" fmla="*/ 566149 w 704072"/>
                  <a:gd name="connsiteY49" fmla="*/ 341123 h 817798"/>
                  <a:gd name="connsiteX50" fmla="*/ 524516 w 704072"/>
                  <a:gd name="connsiteY50" fmla="*/ 341123 h 817798"/>
                  <a:gd name="connsiteX51" fmla="*/ 512621 w 704072"/>
                  <a:gd name="connsiteY51" fmla="*/ 341123 h 817798"/>
                  <a:gd name="connsiteX52" fmla="*/ 506673 w 704072"/>
                  <a:gd name="connsiteY52" fmla="*/ 341123 h 817798"/>
                  <a:gd name="connsiteX53" fmla="*/ 352035 w 704072"/>
                  <a:gd name="connsiteY53" fmla="*/ 429345 h 817798"/>
                  <a:gd name="connsiteX54" fmla="*/ 197397 w 704072"/>
                  <a:gd name="connsiteY54" fmla="*/ 341123 h 817798"/>
                  <a:gd name="connsiteX55" fmla="*/ 191449 w 704072"/>
                  <a:gd name="connsiteY55" fmla="*/ 341123 h 817798"/>
                  <a:gd name="connsiteX56" fmla="*/ 179554 w 704072"/>
                  <a:gd name="connsiteY56" fmla="*/ 341123 h 817798"/>
                  <a:gd name="connsiteX57" fmla="*/ 137921 w 704072"/>
                  <a:gd name="connsiteY57" fmla="*/ 341123 h 817798"/>
                  <a:gd name="connsiteX58" fmla="*/ 90340 w 704072"/>
                  <a:gd name="connsiteY58" fmla="*/ 282309 h 817798"/>
                  <a:gd name="connsiteX59" fmla="*/ 90340 w 704072"/>
                  <a:gd name="connsiteY59" fmla="*/ 247020 h 817798"/>
                  <a:gd name="connsiteX60" fmla="*/ 126026 w 704072"/>
                  <a:gd name="connsiteY60" fmla="*/ 164680 h 817798"/>
                  <a:gd name="connsiteX61" fmla="*/ 137921 w 704072"/>
                  <a:gd name="connsiteY61" fmla="*/ 158799 h 817798"/>
                  <a:gd name="connsiteX62" fmla="*/ 340140 w 704072"/>
                  <a:gd name="connsiteY62" fmla="*/ 0 h 817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704072" h="817798">
                    <a:moveTo>
                      <a:pt x="393540" y="595441"/>
                    </a:moveTo>
                    <a:cubicBezTo>
                      <a:pt x="387611" y="595441"/>
                      <a:pt x="381682" y="601293"/>
                      <a:pt x="381682" y="607144"/>
                    </a:cubicBezTo>
                    <a:cubicBezTo>
                      <a:pt x="381682" y="607144"/>
                      <a:pt x="381682" y="607144"/>
                      <a:pt x="381682" y="630550"/>
                    </a:cubicBezTo>
                    <a:cubicBezTo>
                      <a:pt x="381682" y="636402"/>
                      <a:pt x="387611" y="642253"/>
                      <a:pt x="393540" y="642253"/>
                    </a:cubicBezTo>
                    <a:cubicBezTo>
                      <a:pt x="393540" y="642253"/>
                      <a:pt x="393540" y="642253"/>
                      <a:pt x="482475" y="642253"/>
                    </a:cubicBezTo>
                    <a:cubicBezTo>
                      <a:pt x="494333" y="642253"/>
                      <a:pt x="500262" y="636402"/>
                      <a:pt x="500262" y="630550"/>
                    </a:cubicBezTo>
                    <a:lnTo>
                      <a:pt x="500262" y="607144"/>
                    </a:lnTo>
                    <a:cubicBezTo>
                      <a:pt x="500262" y="601293"/>
                      <a:pt x="494333" y="595441"/>
                      <a:pt x="482475" y="595441"/>
                    </a:cubicBezTo>
                    <a:cubicBezTo>
                      <a:pt x="482475" y="595441"/>
                      <a:pt x="482475" y="595441"/>
                      <a:pt x="393540" y="595441"/>
                    </a:cubicBezTo>
                    <a:close/>
                    <a:moveTo>
                      <a:pt x="203811" y="478411"/>
                    </a:moveTo>
                    <a:cubicBezTo>
                      <a:pt x="203811" y="478411"/>
                      <a:pt x="203811" y="478411"/>
                      <a:pt x="209740" y="478411"/>
                    </a:cubicBezTo>
                    <a:cubicBezTo>
                      <a:pt x="221598" y="478411"/>
                      <a:pt x="488404" y="478411"/>
                      <a:pt x="500262" y="478411"/>
                    </a:cubicBezTo>
                    <a:cubicBezTo>
                      <a:pt x="553623" y="478411"/>
                      <a:pt x="577339" y="531075"/>
                      <a:pt x="583269" y="542778"/>
                    </a:cubicBezTo>
                    <a:cubicBezTo>
                      <a:pt x="583269" y="542778"/>
                      <a:pt x="583269" y="542778"/>
                      <a:pt x="701849" y="794392"/>
                    </a:cubicBezTo>
                    <a:cubicBezTo>
                      <a:pt x="707778" y="806095"/>
                      <a:pt x="701849" y="817798"/>
                      <a:pt x="684062" y="817798"/>
                    </a:cubicBezTo>
                    <a:cubicBezTo>
                      <a:pt x="684062" y="817798"/>
                      <a:pt x="684062" y="817798"/>
                      <a:pt x="612914" y="817798"/>
                    </a:cubicBezTo>
                    <a:cubicBezTo>
                      <a:pt x="595127" y="817798"/>
                      <a:pt x="589197" y="800244"/>
                      <a:pt x="589197" y="800244"/>
                    </a:cubicBezTo>
                    <a:cubicBezTo>
                      <a:pt x="589197" y="800244"/>
                      <a:pt x="589197" y="800244"/>
                      <a:pt x="541765" y="706620"/>
                    </a:cubicBezTo>
                    <a:cubicBezTo>
                      <a:pt x="541765" y="706620"/>
                      <a:pt x="529907" y="683214"/>
                      <a:pt x="529907" y="712471"/>
                    </a:cubicBezTo>
                    <a:cubicBezTo>
                      <a:pt x="529907" y="735877"/>
                      <a:pt x="529907" y="747580"/>
                      <a:pt x="529907" y="788541"/>
                    </a:cubicBezTo>
                    <a:cubicBezTo>
                      <a:pt x="529907" y="806095"/>
                      <a:pt x="529907" y="817798"/>
                      <a:pt x="506191" y="817798"/>
                    </a:cubicBezTo>
                    <a:cubicBezTo>
                      <a:pt x="506191" y="817798"/>
                      <a:pt x="506191" y="817798"/>
                      <a:pt x="209740" y="817798"/>
                    </a:cubicBezTo>
                    <a:cubicBezTo>
                      <a:pt x="197882" y="817798"/>
                      <a:pt x="197882" y="806095"/>
                      <a:pt x="197882" y="794392"/>
                    </a:cubicBezTo>
                    <a:cubicBezTo>
                      <a:pt x="197882" y="759283"/>
                      <a:pt x="191953" y="741729"/>
                      <a:pt x="191953" y="712471"/>
                    </a:cubicBezTo>
                    <a:cubicBezTo>
                      <a:pt x="191953" y="677362"/>
                      <a:pt x="180095" y="706620"/>
                      <a:pt x="180095" y="706620"/>
                    </a:cubicBezTo>
                    <a:cubicBezTo>
                      <a:pt x="180095" y="706620"/>
                      <a:pt x="180095" y="706620"/>
                      <a:pt x="126734" y="800244"/>
                    </a:cubicBezTo>
                    <a:cubicBezTo>
                      <a:pt x="126734" y="800244"/>
                      <a:pt x="126734" y="817798"/>
                      <a:pt x="108946" y="817798"/>
                    </a:cubicBezTo>
                    <a:cubicBezTo>
                      <a:pt x="108946" y="817798"/>
                      <a:pt x="108946" y="817798"/>
                      <a:pt x="20011" y="817798"/>
                    </a:cubicBezTo>
                    <a:cubicBezTo>
                      <a:pt x="2224" y="817798"/>
                      <a:pt x="-3705" y="806095"/>
                      <a:pt x="2224" y="794392"/>
                    </a:cubicBezTo>
                    <a:cubicBezTo>
                      <a:pt x="2224" y="794392"/>
                      <a:pt x="2224" y="794392"/>
                      <a:pt x="126734" y="542778"/>
                    </a:cubicBezTo>
                    <a:cubicBezTo>
                      <a:pt x="126734" y="531075"/>
                      <a:pt x="144521" y="478411"/>
                      <a:pt x="203811" y="478411"/>
                    </a:cubicBezTo>
                    <a:close/>
                    <a:moveTo>
                      <a:pt x="340140" y="35289"/>
                    </a:moveTo>
                    <a:cubicBezTo>
                      <a:pt x="256873" y="35289"/>
                      <a:pt x="179554" y="88221"/>
                      <a:pt x="173607" y="158799"/>
                    </a:cubicBezTo>
                    <a:cubicBezTo>
                      <a:pt x="173607" y="164680"/>
                      <a:pt x="179554" y="164680"/>
                      <a:pt x="179554" y="164680"/>
                    </a:cubicBezTo>
                    <a:cubicBezTo>
                      <a:pt x="179554" y="164680"/>
                      <a:pt x="185502" y="164680"/>
                      <a:pt x="185502" y="164680"/>
                    </a:cubicBezTo>
                    <a:cubicBezTo>
                      <a:pt x="191449" y="164680"/>
                      <a:pt x="191449" y="164680"/>
                      <a:pt x="191449" y="164680"/>
                    </a:cubicBezTo>
                    <a:cubicBezTo>
                      <a:pt x="221187" y="105866"/>
                      <a:pt x="280664" y="70577"/>
                      <a:pt x="352035" y="70577"/>
                    </a:cubicBezTo>
                    <a:cubicBezTo>
                      <a:pt x="423406" y="70577"/>
                      <a:pt x="482883" y="105866"/>
                      <a:pt x="512621" y="164680"/>
                    </a:cubicBezTo>
                    <a:cubicBezTo>
                      <a:pt x="512621" y="164680"/>
                      <a:pt x="518568" y="164680"/>
                      <a:pt x="518568" y="164680"/>
                    </a:cubicBezTo>
                    <a:cubicBezTo>
                      <a:pt x="524516" y="164680"/>
                      <a:pt x="524516" y="164680"/>
                      <a:pt x="524516" y="164680"/>
                    </a:cubicBezTo>
                    <a:cubicBezTo>
                      <a:pt x="530463" y="164680"/>
                      <a:pt x="530463" y="158799"/>
                      <a:pt x="530463" y="158799"/>
                    </a:cubicBezTo>
                    <a:cubicBezTo>
                      <a:pt x="518568" y="88221"/>
                      <a:pt x="447197" y="35289"/>
                      <a:pt x="363930" y="35289"/>
                    </a:cubicBezTo>
                    <a:cubicBezTo>
                      <a:pt x="363930" y="35289"/>
                      <a:pt x="363930" y="35289"/>
                      <a:pt x="340140" y="35289"/>
                    </a:cubicBezTo>
                    <a:close/>
                    <a:moveTo>
                      <a:pt x="340140" y="0"/>
                    </a:moveTo>
                    <a:cubicBezTo>
                      <a:pt x="340140" y="0"/>
                      <a:pt x="340140" y="0"/>
                      <a:pt x="363930" y="0"/>
                    </a:cubicBezTo>
                    <a:cubicBezTo>
                      <a:pt x="470987" y="0"/>
                      <a:pt x="560201" y="70577"/>
                      <a:pt x="572097" y="158799"/>
                    </a:cubicBezTo>
                    <a:cubicBezTo>
                      <a:pt x="572097" y="164680"/>
                      <a:pt x="572097" y="164680"/>
                      <a:pt x="578044" y="164680"/>
                    </a:cubicBezTo>
                    <a:cubicBezTo>
                      <a:pt x="589940" y="170562"/>
                      <a:pt x="613730" y="188206"/>
                      <a:pt x="613730" y="247020"/>
                    </a:cubicBezTo>
                    <a:cubicBezTo>
                      <a:pt x="613730" y="247020"/>
                      <a:pt x="613730" y="247020"/>
                      <a:pt x="613730" y="282309"/>
                    </a:cubicBezTo>
                    <a:cubicBezTo>
                      <a:pt x="613730" y="329360"/>
                      <a:pt x="583992" y="341123"/>
                      <a:pt x="566149" y="341123"/>
                    </a:cubicBezTo>
                    <a:cubicBezTo>
                      <a:pt x="566149" y="341123"/>
                      <a:pt x="566149" y="341123"/>
                      <a:pt x="524516" y="341123"/>
                    </a:cubicBezTo>
                    <a:cubicBezTo>
                      <a:pt x="518568" y="341123"/>
                      <a:pt x="518568" y="335242"/>
                      <a:pt x="512621" y="341123"/>
                    </a:cubicBezTo>
                    <a:cubicBezTo>
                      <a:pt x="512621" y="341123"/>
                      <a:pt x="506673" y="341123"/>
                      <a:pt x="506673" y="341123"/>
                    </a:cubicBezTo>
                    <a:cubicBezTo>
                      <a:pt x="476935" y="394056"/>
                      <a:pt x="417459" y="429345"/>
                      <a:pt x="352035" y="429345"/>
                    </a:cubicBezTo>
                    <a:cubicBezTo>
                      <a:pt x="286611" y="429345"/>
                      <a:pt x="227135" y="394056"/>
                      <a:pt x="197397" y="341123"/>
                    </a:cubicBezTo>
                    <a:cubicBezTo>
                      <a:pt x="197397" y="341123"/>
                      <a:pt x="191449" y="341123"/>
                      <a:pt x="191449" y="341123"/>
                    </a:cubicBezTo>
                    <a:cubicBezTo>
                      <a:pt x="185502" y="335242"/>
                      <a:pt x="185502" y="341123"/>
                      <a:pt x="179554" y="341123"/>
                    </a:cubicBezTo>
                    <a:cubicBezTo>
                      <a:pt x="179554" y="341123"/>
                      <a:pt x="179554" y="341123"/>
                      <a:pt x="137921" y="341123"/>
                    </a:cubicBezTo>
                    <a:cubicBezTo>
                      <a:pt x="126026" y="341123"/>
                      <a:pt x="90340" y="329360"/>
                      <a:pt x="90340" y="282309"/>
                    </a:cubicBezTo>
                    <a:cubicBezTo>
                      <a:pt x="90340" y="282309"/>
                      <a:pt x="90340" y="282309"/>
                      <a:pt x="90340" y="247020"/>
                    </a:cubicBezTo>
                    <a:cubicBezTo>
                      <a:pt x="90340" y="188206"/>
                      <a:pt x="114130" y="170562"/>
                      <a:pt x="126026" y="164680"/>
                    </a:cubicBezTo>
                    <a:cubicBezTo>
                      <a:pt x="131973" y="164680"/>
                      <a:pt x="131973" y="164680"/>
                      <a:pt x="137921" y="158799"/>
                    </a:cubicBezTo>
                    <a:cubicBezTo>
                      <a:pt x="143869" y="64696"/>
                      <a:pt x="233083" y="0"/>
                      <a:pt x="34014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" name="Text5" descr="2dda7988-d6f8-47f0-9cac-c3330db4b3a4">
                <a:extLst>
                  <a:ext uri="{FF2B5EF4-FFF2-40B4-BE49-F238E27FC236}">
                    <a16:creationId id="{1885CCBF-4550-3443-61B6-1A2066057CA2}"/>
                  </a:ext>
                </a:extLst>
              </p:cNvPr>
              <p:cNvSpPr txBox="1"/>
              <p:nvPr/>
            </p:nvSpPr>
            <p:spPr>
              <a:xfrm>
                <a:off x="8023493" y="4656027"/>
                <a:ext cx="1693730" cy="1490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200" dirty="0">
                    <a:cs typeface="+mn-ea"/>
                    <a:sym typeface="+mn-lt"/>
                  </a:rPr>
                  <a:t>在行业内发表专业文章和演讲，分享管理经验，扩大个人专业影响力。</a:t>
                </a:r>
                <a:endParaRPr lang="en-US" dirty="0"/>
              </a:p>
            </p:txBody>
          </p:sp>
          <p:sp>
            <p:nvSpPr>
              <p:cNvPr id="19" name="Bullet5" descr="a94e38cf-f972-4583-9cb8-8258922d5a3b">
                <a:extLst>
                  <a:ext uri="{FF2B5EF4-FFF2-40B4-BE49-F238E27FC236}">
                    <a16:creationId id="{25F7C240-BD5A-A4F1-FB7F-07FA329B68D9}"/>
                  </a:ext>
                </a:extLst>
              </p:cNvPr>
              <p:cNvSpPr/>
              <p:nvPr/>
            </p:nvSpPr>
            <p:spPr>
              <a:xfrm>
                <a:off x="8023493" y="3959106"/>
                <a:ext cx="1693730" cy="696920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/>
                <a:r>
                  <a:rPr lang="zh-CN" altLang="en-US" sz="1600" b="1" dirty="0">
                    <a:cs typeface="+mn-ea"/>
                    <a:sym typeface="+mn-lt"/>
                  </a:rPr>
                  <a:t>提升影响力</a:t>
                </a:r>
                <a:endParaRPr lang="en-US" dirty="0"/>
              </a:p>
            </p:txBody>
          </p:sp>
          <p:sp>
            <p:nvSpPr>
              <p:cNvPr id="20" name="Number5" descr="4b625adf-a503-49c8-8356-303afedc27bd">
                <a:extLst>
                  <a:ext uri="{FF2B5EF4-FFF2-40B4-BE49-F238E27FC236}">
                    <a16:creationId id="{C21568A4-A78B-3F83-14A0-C4B9769DBA91}"/>
                  </a:ext>
                </a:extLst>
              </p:cNvPr>
              <p:cNvSpPr/>
              <p:nvPr/>
            </p:nvSpPr>
            <p:spPr>
              <a:xfrm>
                <a:off x="8071387" y="2151466"/>
                <a:ext cx="1597941" cy="446763"/>
              </a:xfrm>
              <a:prstGeom prst="rect">
                <a:avLst/>
              </a:prstGeom>
            </p:spPr>
            <p:txBody>
              <a:bodyPr wrap="non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/>
                <a:r>
                  <a:rPr lang="en-US" altLang="zh-CN" b="1" dirty="0">
                    <a:cs typeface="+mn-ea"/>
                    <a:sym typeface="+mn-lt"/>
                  </a:rPr>
                  <a:t>05</a:t>
                </a:r>
                <a:endParaRPr lang="zh-CN" altLang="en-US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65" name="组合 64" descr="9ea2ba54-64bf-416d-b9ba-6de85a8ba323">
              <a:extLst>
                <a:ext uri="{FF2B5EF4-FFF2-40B4-BE49-F238E27FC236}">
                  <a16:creationId id="{536B8FCA-2152-B4F4-F40E-CCBF77FE6141}"/>
                </a:ext>
              </a:extLst>
            </p:cNvPr>
            <p:cNvGrpSpPr/>
            <p:nvPr/>
          </p:nvGrpSpPr>
          <p:grpSpPr>
            <a:xfrm>
              <a:off x="9825170" y="2151466"/>
              <a:ext cx="1693730" cy="3995335"/>
              <a:chOff x="9873066" y="2151466"/>
              <a:chExt cx="1693730" cy="3995335"/>
            </a:xfrm>
          </p:grpSpPr>
          <p:sp>
            <p:nvSpPr>
              <p:cNvPr id="33" name="IconBackground6" descr="4b3d7659-b7ff-4387-b7b0-5faaef387a54">
                <a:extLst>
                  <a:ext uri="{FF2B5EF4-FFF2-40B4-BE49-F238E27FC236}">
                    <a16:creationId id="{62472D09-6E99-3023-DB3B-B1F0454CD8C6}"/>
                  </a:ext>
                </a:extLst>
              </p:cNvPr>
              <p:cNvSpPr/>
              <p:nvPr/>
            </p:nvSpPr>
            <p:spPr>
              <a:xfrm rot="10800000" flipV="1">
                <a:off x="10165555" y="2757846"/>
                <a:ext cx="1108750" cy="1108750"/>
              </a:xfrm>
              <a:prstGeom prst="roundRect">
                <a:avLst/>
              </a:prstGeom>
              <a:solidFill>
                <a:schemeClr val="accent2"/>
              </a:solidFill>
              <a:ln w="6350">
                <a:solidFill>
                  <a:srgbClr val="FFFFFF">
                    <a:alpha val="50000"/>
                  </a:srgb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" name="Icon6" descr="e8c1870e-d7ed-4bea-9009-6d73b866d05b">
                <a:extLst>
                  <a:ext uri="{FF2B5EF4-FFF2-40B4-BE49-F238E27FC236}">
                    <a16:creationId id="{65D635DD-49C1-E605-E56A-35EF053AEEFE}"/>
                  </a:ext>
                </a:extLst>
              </p:cNvPr>
              <p:cNvSpPr/>
              <p:nvPr/>
            </p:nvSpPr>
            <p:spPr bwMode="auto">
              <a:xfrm>
                <a:off x="10569302" y="3096408"/>
                <a:ext cx="301254" cy="431625"/>
              </a:xfrm>
              <a:custGeom>
                <a:avLst/>
                <a:gdLst>
                  <a:gd name="connsiteX0" fmla="*/ 343098 w 423463"/>
                  <a:gd name="connsiteY0" fmla="*/ 413443 h 606722"/>
                  <a:gd name="connsiteX1" fmla="*/ 423463 w 423463"/>
                  <a:gd name="connsiteY1" fmla="*/ 579085 h 606722"/>
                  <a:gd name="connsiteX2" fmla="*/ 395874 w 423463"/>
                  <a:gd name="connsiteY2" fmla="*/ 606722 h 606722"/>
                  <a:gd name="connsiteX3" fmla="*/ 149528 w 423463"/>
                  <a:gd name="connsiteY3" fmla="*/ 606722 h 606722"/>
                  <a:gd name="connsiteX4" fmla="*/ 177206 w 423463"/>
                  <a:gd name="connsiteY4" fmla="*/ 579085 h 606722"/>
                  <a:gd name="connsiteX5" fmla="*/ 204796 w 423463"/>
                  <a:gd name="connsiteY5" fmla="*/ 551538 h 606722"/>
                  <a:gd name="connsiteX6" fmla="*/ 303672 w 423463"/>
                  <a:gd name="connsiteY6" fmla="*/ 452810 h 606722"/>
                  <a:gd name="connsiteX7" fmla="*/ 323519 w 423463"/>
                  <a:gd name="connsiteY7" fmla="*/ 432993 h 606722"/>
                  <a:gd name="connsiteX8" fmla="*/ 211761 w 423463"/>
                  <a:gd name="connsiteY8" fmla="*/ 367646 h 606722"/>
                  <a:gd name="connsiteX9" fmla="*/ 294187 w 423463"/>
                  <a:gd name="connsiteY9" fmla="*/ 384355 h 606722"/>
                  <a:gd name="connsiteX10" fmla="*/ 272824 w 423463"/>
                  <a:gd name="connsiteY10" fmla="*/ 405596 h 606722"/>
                  <a:gd name="connsiteX11" fmla="*/ 250660 w 423463"/>
                  <a:gd name="connsiteY11" fmla="*/ 427726 h 606722"/>
                  <a:gd name="connsiteX12" fmla="*/ 126665 w 423463"/>
                  <a:gd name="connsiteY12" fmla="*/ 551530 h 606722"/>
                  <a:gd name="connsiteX13" fmla="*/ 99071 w 423463"/>
                  <a:gd name="connsiteY13" fmla="*/ 579082 h 606722"/>
                  <a:gd name="connsiteX14" fmla="*/ 78242 w 423463"/>
                  <a:gd name="connsiteY14" fmla="*/ 599879 h 606722"/>
                  <a:gd name="connsiteX15" fmla="*/ 73257 w 423463"/>
                  <a:gd name="connsiteY15" fmla="*/ 606722 h 606722"/>
                  <a:gd name="connsiteX16" fmla="*/ 27683 w 423463"/>
                  <a:gd name="connsiteY16" fmla="*/ 606722 h 606722"/>
                  <a:gd name="connsiteX17" fmla="*/ 0 w 423463"/>
                  <a:gd name="connsiteY17" fmla="*/ 579082 h 606722"/>
                  <a:gd name="connsiteX18" fmla="*/ 211761 w 423463"/>
                  <a:gd name="connsiteY18" fmla="*/ 367646 h 606722"/>
                  <a:gd name="connsiteX19" fmla="*/ 211757 w 423463"/>
                  <a:gd name="connsiteY19" fmla="*/ 204287 h 606722"/>
                  <a:gd name="connsiteX20" fmla="*/ 239443 w 423463"/>
                  <a:gd name="connsiteY20" fmla="*/ 220373 h 606722"/>
                  <a:gd name="connsiteX21" fmla="*/ 239443 w 423463"/>
                  <a:gd name="connsiteY21" fmla="*/ 303291 h 606722"/>
                  <a:gd name="connsiteX22" fmla="*/ 239710 w 423463"/>
                  <a:gd name="connsiteY22" fmla="*/ 309690 h 606722"/>
                  <a:gd name="connsiteX23" fmla="*/ 211757 w 423463"/>
                  <a:gd name="connsiteY23" fmla="*/ 312534 h 606722"/>
                  <a:gd name="connsiteX24" fmla="*/ 183893 w 423463"/>
                  <a:gd name="connsiteY24" fmla="*/ 309690 h 606722"/>
                  <a:gd name="connsiteX25" fmla="*/ 184160 w 423463"/>
                  <a:gd name="connsiteY25" fmla="*/ 303291 h 606722"/>
                  <a:gd name="connsiteX26" fmla="*/ 184160 w 423463"/>
                  <a:gd name="connsiteY26" fmla="*/ 220373 h 606722"/>
                  <a:gd name="connsiteX27" fmla="*/ 211757 w 423463"/>
                  <a:gd name="connsiteY27" fmla="*/ 204287 h 606722"/>
                  <a:gd name="connsiteX28" fmla="*/ 211757 w 423463"/>
                  <a:gd name="connsiteY28" fmla="*/ 0 h 606722"/>
                  <a:gd name="connsiteX29" fmla="*/ 232758 w 423463"/>
                  <a:gd name="connsiteY29" fmla="*/ 1600 h 606722"/>
                  <a:gd name="connsiteX30" fmla="*/ 252780 w 423463"/>
                  <a:gd name="connsiteY30" fmla="*/ 6221 h 606722"/>
                  <a:gd name="connsiteX31" fmla="*/ 349685 w 423463"/>
                  <a:gd name="connsiteY31" fmla="*/ 130817 h 606722"/>
                  <a:gd name="connsiteX32" fmla="*/ 349863 w 423463"/>
                  <a:gd name="connsiteY32" fmla="*/ 137926 h 606722"/>
                  <a:gd name="connsiteX33" fmla="*/ 349863 w 423463"/>
                  <a:gd name="connsiteY33" fmla="*/ 156234 h 606722"/>
                  <a:gd name="connsiteX34" fmla="*/ 349863 w 423463"/>
                  <a:gd name="connsiteY34" fmla="*/ 174630 h 606722"/>
                  <a:gd name="connsiteX35" fmla="*/ 349863 w 423463"/>
                  <a:gd name="connsiteY35" fmla="*/ 303313 h 606722"/>
                  <a:gd name="connsiteX36" fmla="*/ 322277 w 423463"/>
                  <a:gd name="connsiteY36" fmla="*/ 330952 h 606722"/>
                  <a:gd name="connsiteX37" fmla="*/ 294603 w 423463"/>
                  <a:gd name="connsiteY37" fmla="*/ 303313 h 606722"/>
                  <a:gd name="connsiteX38" fmla="*/ 294603 w 423463"/>
                  <a:gd name="connsiteY38" fmla="*/ 284917 h 606722"/>
                  <a:gd name="connsiteX39" fmla="*/ 294603 w 423463"/>
                  <a:gd name="connsiteY39" fmla="*/ 181028 h 606722"/>
                  <a:gd name="connsiteX40" fmla="*/ 211757 w 423463"/>
                  <a:gd name="connsiteY40" fmla="*/ 128595 h 606722"/>
                  <a:gd name="connsiteX41" fmla="*/ 128912 w 423463"/>
                  <a:gd name="connsiteY41" fmla="*/ 181028 h 606722"/>
                  <a:gd name="connsiteX42" fmla="*/ 128912 w 423463"/>
                  <a:gd name="connsiteY42" fmla="*/ 284917 h 606722"/>
                  <a:gd name="connsiteX43" fmla="*/ 128912 w 423463"/>
                  <a:gd name="connsiteY43" fmla="*/ 303313 h 606722"/>
                  <a:gd name="connsiteX44" fmla="*/ 101327 w 423463"/>
                  <a:gd name="connsiteY44" fmla="*/ 330952 h 606722"/>
                  <a:gd name="connsiteX45" fmla="*/ 73741 w 423463"/>
                  <a:gd name="connsiteY45" fmla="*/ 303313 h 606722"/>
                  <a:gd name="connsiteX46" fmla="*/ 73741 w 423463"/>
                  <a:gd name="connsiteY46" fmla="*/ 174630 h 606722"/>
                  <a:gd name="connsiteX47" fmla="*/ 73741 w 423463"/>
                  <a:gd name="connsiteY47" fmla="*/ 156234 h 606722"/>
                  <a:gd name="connsiteX48" fmla="*/ 73741 w 423463"/>
                  <a:gd name="connsiteY48" fmla="*/ 137926 h 606722"/>
                  <a:gd name="connsiteX49" fmla="*/ 73919 w 423463"/>
                  <a:gd name="connsiteY49" fmla="*/ 130817 h 606722"/>
                  <a:gd name="connsiteX50" fmla="*/ 170735 w 423463"/>
                  <a:gd name="connsiteY50" fmla="*/ 6221 h 606722"/>
                  <a:gd name="connsiteX51" fmla="*/ 190757 w 423463"/>
                  <a:gd name="connsiteY51" fmla="*/ 1600 h 606722"/>
                  <a:gd name="connsiteX52" fmla="*/ 211757 w 423463"/>
                  <a:gd name="connsiteY52" fmla="*/ 0 h 60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423463" h="606722">
                    <a:moveTo>
                      <a:pt x="343098" y="413443"/>
                    </a:moveTo>
                    <a:cubicBezTo>
                      <a:pt x="392047" y="452188"/>
                      <a:pt x="423463" y="512082"/>
                      <a:pt x="423463" y="579085"/>
                    </a:cubicBezTo>
                    <a:cubicBezTo>
                      <a:pt x="423463" y="594370"/>
                      <a:pt x="411092" y="606722"/>
                      <a:pt x="395874" y="606722"/>
                    </a:cubicBezTo>
                    <a:lnTo>
                      <a:pt x="149528" y="606722"/>
                    </a:lnTo>
                    <a:lnTo>
                      <a:pt x="177206" y="579085"/>
                    </a:lnTo>
                    <a:lnTo>
                      <a:pt x="204796" y="551538"/>
                    </a:lnTo>
                    <a:lnTo>
                      <a:pt x="303672" y="452810"/>
                    </a:lnTo>
                    <a:lnTo>
                      <a:pt x="323519" y="432993"/>
                    </a:lnTo>
                    <a:close/>
                    <a:moveTo>
                      <a:pt x="211761" y="367646"/>
                    </a:moveTo>
                    <a:cubicBezTo>
                      <a:pt x="240957" y="367646"/>
                      <a:pt x="268818" y="373601"/>
                      <a:pt x="294187" y="384355"/>
                    </a:cubicBezTo>
                    <a:lnTo>
                      <a:pt x="272824" y="405596"/>
                    </a:lnTo>
                    <a:lnTo>
                      <a:pt x="250660" y="427726"/>
                    </a:lnTo>
                    <a:lnTo>
                      <a:pt x="126665" y="551530"/>
                    </a:lnTo>
                    <a:lnTo>
                      <a:pt x="99071" y="579082"/>
                    </a:lnTo>
                    <a:lnTo>
                      <a:pt x="78242" y="599879"/>
                    </a:lnTo>
                    <a:cubicBezTo>
                      <a:pt x="76195" y="601923"/>
                      <a:pt x="74504" y="604233"/>
                      <a:pt x="73257" y="606722"/>
                    </a:cubicBezTo>
                    <a:lnTo>
                      <a:pt x="27683" y="606722"/>
                    </a:lnTo>
                    <a:cubicBezTo>
                      <a:pt x="12373" y="606722"/>
                      <a:pt x="0" y="594368"/>
                      <a:pt x="0" y="579082"/>
                    </a:cubicBezTo>
                    <a:cubicBezTo>
                      <a:pt x="0" y="462565"/>
                      <a:pt x="95066" y="367646"/>
                      <a:pt x="211761" y="367646"/>
                    </a:cubicBezTo>
                    <a:close/>
                    <a:moveTo>
                      <a:pt x="211757" y="204287"/>
                    </a:moveTo>
                    <a:cubicBezTo>
                      <a:pt x="220570" y="210419"/>
                      <a:pt x="229739" y="215752"/>
                      <a:pt x="239443" y="220373"/>
                    </a:cubicBezTo>
                    <a:lnTo>
                      <a:pt x="239443" y="303291"/>
                    </a:lnTo>
                    <a:cubicBezTo>
                      <a:pt x="239443" y="305424"/>
                      <a:pt x="239532" y="307557"/>
                      <a:pt x="239710" y="309690"/>
                    </a:cubicBezTo>
                    <a:cubicBezTo>
                      <a:pt x="230630" y="311556"/>
                      <a:pt x="221371" y="312534"/>
                      <a:pt x="211757" y="312534"/>
                    </a:cubicBezTo>
                    <a:cubicBezTo>
                      <a:pt x="202232" y="312534"/>
                      <a:pt x="192884" y="311556"/>
                      <a:pt x="183893" y="309690"/>
                    </a:cubicBezTo>
                    <a:cubicBezTo>
                      <a:pt x="184071" y="307557"/>
                      <a:pt x="184160" y="305424"/>
                      <a:pt x="184160" y="303291"/>
                    </a:cubicBezTo>
                    <a:lnTo>
                      <a:pt x="184160" y="220373"/>
                    </a:lnTo>
                    <a:cubicBezTo>
                      <a:pt x="193774" y="215752"/>
                      <a:pt x="203033" y="210419"/>
                      <a:pt x="211757" y="204287"/>
                    </a:cubicBezTo>
                    <a:close/>
                    <a:moveTo>
                      <a:pt x="211757" y="0"/>
                    </a:moveTo>
                    <a:cubicBezTo>
                      <a:pt x="218965" y="0"/>
                      <a:pt x="225906" y="533"/>
                      <a:pt x="232758" y="1600"/>
                    </a:cubicBezTo>
                    <a:cubicBezTo>
                      <a:pt x="239610" y="2666"/>
                      <a:pt x="246284" y="4177"/>
                      <a:pt x="252780" y="6221"/>
                    </a:cubicBezTo>
                    <a:cubicBezTo>
                      <a:pt x="306794" y="23017"/>
                      <a:pt x="346660" y="72162"/>
                      <a:pt x="349685" y="130817"/>
                    </a:cubicBezTo>
                    <a:cubicBezTo>
                      <a:pt x="349774" y="133127"/>
                      <a:pt x="349863" y="135527"/>
                      <a:pt x="349863" y="137926"/>
                    </a:cubicBezTo>
                    <a:lnTo>
                      <a:pt x="349863" y="156234"/>
                    </a:lnTo>
                    <a:lnTo>
                      <a:pt x="349863" y="174630"/>
                    </a:lnTo>
                    <a:lnTo>
                      <a:pt x="349863" y="303313"/>
                    </a:lnTo>
                    <a:cubicBezTo>
                      <a:pt x="349863" y="318599"/>
                      <a:pt x="337494" y="330952"/>
                      <a:pt x="322277" y="330952"/>
                    </a:cubicBezTo>
                    <a:cubicBezTo>
                      <a:pt x="306972" y="330952"/>
                      <a:pt x="294603" y="318599"/>
                      <a:pt x="294603" y="303313"/>
                    </a:cubicBezTo>
                    <a:lnTo>
                      <a:pt x="294603" y="284917"/>
                    </a:lnTo>
                    <a:lnTo>
                      <a:pt x="294603" y="181028"/>
                    </a:lnTo>
                    <a:cubicBezTo>
                      <a:pt x="260966" y="174185"/>
                      <a:pt x="231690" y="155078"/>
                      <a:pt x="211757" y="128595"/>
                    </a:cubicBezTo>
                    <a:cubicBezTo>
                      <a:pt x="191825" y="155078"/>
                      <a:pt x="162638" y="174185"/>
                      <a:pt x="128912" y="181028"/>
                    </a:cubicBezTo>
                    <a:lnTo>
                      <a:pt x="128912" y="284917"/>
                    </a:lnTo>
                    <a:lnTo>
                      <a:pt x="128912" y="303313"/>
                    </a:lnTo>
                    <a:cubicBezTo>
                      <a:pt x="128912" y="318599"/>
                      <a:pt x="116632" y="330952"/>
                      <a:pt x="101327" y="330952"/>
                    </a:cubicBezTo>
                    <a:cubicBezTo>
                      <a:pt x="86110" y="330952"/>
                      <a:pt x="73741" y="318599"/>
                      <a:pt x="73741" y="303313"/>
                    </a:cubicBezTo>
                    <a:lnTo>
                      <a:pt x="73741" y="174630"/>
                    </a:lnTo>
                    <a:lnTo>
                      <a:pt x="73741" y="156234"/>
                    </a:lnTo>
                    <a:lnTo>
                      <a:pt x="73741" y="137926"/>
                    </a:lnTo>
                    <a:cubicBezTo>
                      <a:pt x="73741" y="135527"/>
                      <a:pt x="73741" y="133127"/>
                      <a:pt x="73919" y="130817"/>
                    </a:cubicBezTo>
                    <a:cubicBezTo>
                      <a:pt x="76855" y="72162"/>
                      <a:pt x="116810" y="23017"/>
                      <a:pt x="170735" y="6221"/>
                    </a:cubicBezTo>
                    <a:cubicBezTo>
                      <a:pt x="177231" y="4177"/>
                      <a:pt x="183905" y="2666"/>
                      <a:pt x="190757" y="1600"/>
                    </a:cubicBezTo>
                    <a:cubicBezTo>
                      <a:pt x="197609" y="533"/>
                      <a:pt x="204639" y="0"/>
                      <a:pt x="2117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" name="Text6" descr="8d6a7acd-36ee-4ea3-ada6-b04417bd1c1a">
                <a:extLst>
                  <a:ext uri="{FF2B5EF4-FFF2-40B4-BE49-F238E27FC236}">
                    <a16:creationId id="{855FF2DC-2D0A-40F4-E468-D74EE3D8FDCD}"/>
                  </a:ext>
                </a:extLst>
              </p:cNvPr>
              <p:cNvSpPr txBox="1"/>
              <p:nvPr/>
            </p:nvSpPr>
            <p:spPr>
              <a:xfrm>
                <a:off x="9873066" y="4656027"/>
                <a:ext cx="1693730" cy="1490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200" dirty="0">
                    <a:cs typeface="+mn-ea"/>
                    <a:sym typeface="+mn-lt"/>
                  </a:rPr>
                  <a:t>通过合理安排工作和生活时间，确保身心健康，提升整体生活质量。</a:t>
                </a:r>
                <a:endParaRPr lang="en-US" dirty="0"/>
              </a:p>
            </p:txBody>
          </p:sp>
          <p:sp>
            <p:nvSpPr>
              <p:cNvPr id="16" name="Bullet6" descr="a30d3fc5-69ff-43f5-854e-35ab72e7207e">
                <a:extLst>
                  <a:ext uri="{FF2B5EF4-FFF2-40B4-BE49-F238E27FC236}">
                    <a16:creationId id="{7227197C-BA78-0B3B-F7B7-8A85BAC580CB}"/>
                  </a:ext>
                </a:extLst>
              </p:cNvPr>
              <p:cNvSpPr/>
              <p:nvPr/>
            </p:nvSpPr>
            <p:spPr>
              <a:xfrm>
                <a:off x="9873066" y="3959106"/>
                <a:ext cx="1693730" cy="696920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/>
                <a:r>
                  <a:rPr lang="zh-CN" altLang="en-US" sz="1600" b="1" dirty="0">
                    <a:cs typeface="+mn-ea"/>
                    <a:sym typeface="+mn-lt"/>
                  </a:rPr>
                  <a:t>实现工作生活平衡</a:t>
                </a:r>
                <a:endParaRPr lang="en-US" dirty="0"/>
              </a:p>
            </p:txBody>
          </p:sp>
          <p:sp>
            <p:nvSpPr>
              <p:cNvPr id="17" name="Number6" descr="30496b1c-b28d-4136-ab3f-00243c00e81c">
                <a:extLst>
                  <a:ext uri="{FF2B5EF4-FFF2-40B4-BE49-F238E27FC236}">
                    <a16:creationId id="{3F9A9DA8-0B38-CE53-93A8-E308F6A1BE7D}"/>
                  </a:ext>
                </a:extLst>
              </p:cNvPr>
              <p:cNvSpPr/>
              <p:nvPr/>
            </p:nvSpPr>
            <p:spPr>
              <a:xfrm>
                <a:off x="9920960" y="2151466"/>
                <a:ext cx="1597941" cy="446763"/>
              </a:xfrm>
              <a:prstGeom prst="rect">
                <a:avLst/>
              </a:prstGeom>
            </p:spPr>
            <p:txBody>
              <a:bodyPr wrap="non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/>
                <a:r>
                  <a:rPr lang="en-US" altLang="zh-CN" b="1" dirty="0">
                    <a:cs typeface="+mn-ea"/>
                    <a:sym typeface="+mn-lt"/>
                  </a:rPr>
                  <a:t>06</a:t>
                </a:r>
                <a:endParaRPr lang="zh-CN" altLang="en-US" b="1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" descr="35a15f7c-9d27-4f27-bcb9-d0ad115e013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个人成长目标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168" name="1e01e87f-e8d2-455b-8bce-cb6a67ef2389.source.8.zh-Hans.pptx" descr="c3090602-e0e6-42de-a184-2684fc6a42d9">
            <a:extLst>
              <a:ext uri="{FF2B5EF4-FFF2-40B4-BE49-F238E27FC236}">
                <a16:creationId id="{841CCD32-8991-31B1-69FC-84E143D21AFD}"/>
              </a:ext>
            </a:extLst>
          </p:cNvPr>
          <p:cNvGrpSpPr/>
          <p:nvPr/>
        </p:nvGrpSpPr>
        <p:grpSpPr>
          <a:xfrm>
            <a:off x="660400" y="1130300"/>
            <a:ext cx="10858500" cy="4838700"/>
            <a:chOff x="660400" y="1130300"/>
            <a:chExt cx="10858500" cy="4838700"/>
          </a:xfrm>
        </p:grpSpPr>
        <p:sp>
          <p:nvSpPr>
            <p:cNvPr id="3" name="Title" descr="d6691d0f-596b-4dcb-8e46-999740e6c017">
              <a:extLst>
                <a:ext uri="{FF2B5EF4-FFF2-40B4-BE49-F238E27FC236}">
                  <a16:creationId id="{DD85911D-6D75-C0E1-6274-3108272B8C5A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 fontScale="92500" lnSpcReduction="100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400" b="1" dirty="0"/>
                <a:t>描绘团队未来的发展方向与愿景</a:t>
              </a:r>
              <a:endParaRPr lang="en-US" dirty="0"/>
            </a:p>
          </p:txBody>
        </p:sp>
        <p:grpSp>
          <p:nvGrpSpPr>
            <p:cNvPr id="156" name="组合 155" descr="eb8085d7-672e-4159-b157-8392d9ff25ba">
              <a:extLst>
                <a:ext uri="{FF2B5EF4-FFF2-40B4-BE49-F238E27FC236}">
                  <a16:creationId id="{B5D9B28C-1A31-91B9-48EE-67CBEA97BB61}"/>
                </a:ext>
              </a:extLst>
            </p:cNvPr>
            <p:cNvGrpSpPr/>
            <p:nvPr/>
          </p:nvGrpSpPr>
          <p:grpSpPr>
            <a:xfrm>
              <a:off x="660400" y="1903959"/>
              <a:ext cx="2609850" cy="1982241"/>
              <a:chOff x="660400" y="1903959"/>
              <a:chExt cx="2609850" cy="1982241"/>
            </a:xfrm>
          </p:grpSpPr>
          <p:sp>
            <p:nvSpPr>
              <p:cNvPr id="75" name="ComponentBackground1" descr="ea0b78e0-9c09-4379-b3b9-3205413eafc3">
                <a:extLst>
                  <a:ext uri="{FF2B5EF4-FFF2-40B4-BE49-F238E27FC236}">
                    <a16:creationId id="{59C55B19-44C8-28E9-39E4-00DF47AB0C65}"/>
                  </a:ext>
                </a:extLst>
              </p:cNvPr>
              <p:cNvSpPr/>
              <p:nvPr/>
            </p:nvSpPr>
            <p:spPr>
              <a:xfrm>
                <a:off x="945562" y="1903959"/>
                <a:ext cx="2324688" cy="1982241"/>
              </a:xfrm>
              <a:prstGeom prst="roundRect">
                <a:avLst>
                  <a:gd name="adj" fmla="val 8000"/>
                </a:avLst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Number1" descr="ce377604-1a69-4ec1-964a-ec993f3f0ac9">
                <a:extLst>
                  <a:ext uri="{FF2B5EF4-FFF2-40B4-BE49-F238E27FC236}">
                    <a16:creationId id="{1453AE99-AF87-744E-BE76-5D6BF2A75359}"/>
                  </a:ext>
                </a:extLst>
              </p:cNvPr>
              <p:cNvSpPr/>
              <p:nvPr/>
            </p:nvSpPr>
            <p:spPr>
              <a:xfrm>
                <a:off x="660400" y="2602641"/>
                <a:ext cx="570321" cy="584877"/>
              </a:xfrm>
              <a:custGeom>
                <a:avLst/>
                <a:gdLst>
                  <a:gd name="connsiteX0" fmla="*/ 0 w 636309"/>
                  <a:gd name="connsiteY0" fmla="*/ 318154 h 636309"/>
                  <a:gd name="connsiteX1" fmla="*/ 62124 w 636309"/>
                  <a:gd name="connsiteY1" fmla="*/ 168175 h 636309"/>
                  <a:gd name="connsiteX2" fmla="*/ 125467 w 636309"/>
                  <a:gd name="connsiteY2" fmla="*/ 125467 h 636309"/>
                  <a:gd name="connsiteX3" fmla="*/ 168175 w 636309"/>
                  <a:gd name="connsiteY3" fmla="*/ 62124 h 636309"/>
                  <a:gd name="connsiteX4" fmla="*/ 318154 w 636309"/>
                  <a:gd name="connsiteY4" fmla="*/ 0 h 636309"/>
                  <a:gd name="connsiteX5" fmla="*/ 468133 w 636309"/>
                  <a:gd name="connsiteY5" fmla="*/ 62124 h 636309"/>
                  <a:gd name="connsiteX6" fmla="*/ 510840 w 636309"/>
                  <a:gd name="connsiteY6" fmla="*/ 125466 h 636309"/>
                  <a:gd name="connsiteX7" fmla="*/ 574185 w 636309"/>
                  <a:gd name="connsiteY7" fmla="*/ 168175 h 636309"/>
                  <a:gd name="connsiteX8" fmla="*/ 636309 w 636309"/>
                  <a:gd name="connsiteY8" fmla="*/ 318154 h 636309"/>
                  <a:gd name="connsiteX9" fmla="*/ 574185 w 636309"/>
                  <a:gd name="connsiteY9" fmla="*/ 468133 h 636309"/>
                  <a:gd name="connsiteX10" fmla="*/ 510841 w 636309"/>
                  <a:gd name="connsiteY10" fmla="*/ 510841 h 636309"/>
                  <a:gd name="connsiteX11" fmla="*/ 468133 w 636309"/>
                  <a:gd name="connsiteY11" fmla="*/ 574185 h 636309"/>
                  <a:gd name="connsiteX12" fmla="*/ 318154 w 636309"/>
                  <a:gd name="connsiteY12" fmla="*/ 636309 h 636309"/>
                  <a:gd name="connsiteX13" fmla="*/ 168175 w 636309"/>
                  <a:gd name="connsiteY13" fmla="*/ 574185 h 636309"/>
                  <a:gd name="connsiteX14" fmla="*/ 125466 w 636309"/>
                  <a:gd name="connsiteY14" fmla="*/ 510840 h 636309"/>
                  <a:gd name="connsiteX15" fmla="*/ 62124 w 636309"/>
                  <a:gd name="connsiteY15" fmla="*/ 468133 h 636309"/>
                  <a:gd name="connsiteX16" fmla="*/ 0 w 636309"/>
                  <a:gd name="connsiteY16" fmla="*/ 318154 h 63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36309" h="636309">
                    <a:moveTo>
                      <a:pt x="0" y="318154"/>
                    </a:moveTo>
                    <a:cubicBezTo>
                      <a:pt x="0" y="259584"/>
                      <a:pt x="23740" y="206558"/>
                      <a:pt x="62124" y="168175"/>
                    </a:cubicBezTo>
                    <a:lnTo>
                      <a:pt x="125467" y="125467"/>
                    </a:lnTo>
                    <a:lnTo>
                      <a:pt x="168175" y="62124"/>
                    </a:lnTo>
                    <a:cubicBezTo>
                      <a:pt x="206558" y="23740"/>
                      <a:pt x="259584" y="0"/>
                      <a:pt x="318154" y="0"/>
                    </a:cubicBezTo>
                    <a:cubicBezTo>
                      <a:pt x="376725" y="0"/>
                      <a:pt x="429750" y="23741"/>
                      <a:pt x="468133" y="62124"/>
                    </a:cubicBezTo>
                    <a:lnTo>
                      <a:pt x="510840" y="125466"/>
                    </a:lnTo>
                    <a:lnTo>
                      <a:pt x="574185" y="168175"/>
                    </a:lnTo>
                    <a:cubicBezTo>
                      <a:pt x="612569" y="206558"/>
                      <a:pt x="636309" y="259584"/>
                      <a:pt x="636309" y="318154"/>
                    </a:cubicBezTo>
                    <a:cubicBezTo>
                      <a:pt x="636309" y="376725"/>
                      <a:pt x="612569" y="429750"/>
                      <a:pt x="574185" y="468133"/>
                    </a:cubicBezTo>
                    <a:lnTo>
                      <a:pt x="510841" y="510841"/>
                    </a:lnTo>
                    <a:lnTo>
                      <a:pt x="468133" y="574185"/>
                    </a:lnTo>
                    <a:cubicBezTo>
                      <a:pt x="429750" y="612569"/>
                      <a:pt x="376725" y="636309"/>
                      <a:pt x="318154" y="636309"/>
                    </a:cubicBezTo>
                    <a:cubicBezTo>
                      <a:pt x="259584" y="636309"/>
                      <a:pt x="206558" y="612569"/>
                      <a:pt x="168175" y="574185"/>
                    </a:cubicBezTo>
                    <a:lnTo>
                      <a:pt x="125466" y="510840"/>
                    </a:lnTo>
                    <a:lnTo>
                      <a:pt x="62124" y="468133"/>
                    </a:lnTo>
                    <a:cubicBezTo>
                      <a:pt x="23740" y="429750"/>
                      <a:pt x="0" y="376725"/>
                      <a:pt x="0" y="31815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24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1</a:t>
                </a:r>
                <a:endParaRPr lang="zh-CN" altLang="en-US" sz="2400" b="1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Bullet1" descr="508b0692-45f0-4327-8853-40b23ce00dee">
                <a:extLst>
                  <a:ext uri="{FF2B5EF4-FFF2-40B4-BE49-F238E27FC236}">
                    <a16:creationId id="{EBEA9398-5C61-FC12-C49E-2DFE93D6DE8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55488" y="1903959"/>
                <a:ext cx="2014761" cy="8584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kumimoji="1" lang="zh-CN" alt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打造行业领先团队</a:t>
                </a:r>
                <a:endParaRPr lang="en-US" dirty="0"/>
              </a:p>
            </p:txBody>
          </p:sp>
          <p:sp>
            <p:nvSpPr>
              <p:cNvPr id="23" name="Text1" descr="b2b27c8d-293b-4b55-9225-4e2531e2224a">
                <a:extLst>
                  <a:ext uri="{FF2B5EF4-FFF2-40B4-BE49-F238E27FC236}">
                    <a16:creationId id="{7C81D13B-818D-4E60-C5E5-109862AA9EA2}"/>
                  </a:ext>
                </a:extLst>
              </p:cNvPr>
              <p:cNvSpPr/>
              <p:nvPr/>
            </p:nvSpPr>
            <p:spPr>
              <a:xfrm>
                <a:off x="1255488" y="2762400"/>
                <a:ext cx="2014761" cy="1123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通过引进顶尖人才和创新技术，努力成为行业内的标杆团队。</a:t>
                </a:r>
                <a:endParaRPr lang="en-US" dirty="0"/>
              </a:p>
            </p:txBody>
          </p:sp>
        </p:grpSp>
        <p:grpSp>
          <p:nvGrpSpPr>
            <p:cNvPr id="157" name="组合 156" descr="bc38066d-518e-4064-acf4-ccda12402b6e">
              <a:extLst>
                <a:ext uri="{FF2B5EF4-FFF2-40B4-BE49-F238E27FC236}">
                  <a16:creationId id="{7D313650-F70B-0A85-EB5B-049281934779}"/>
                </a:ext>
              </a:extLst>
            </p:cNvPr>
            <p:cNvGrpSpPr/>
            <p:nvPr/>
          </p:nvGrpSpPr>
          <p:grpSpPr>
            <a:xfrm>
              <a:off x="3409950" y="1903959"/>
              <a:ext cx="2609850" cy="1982241"/>
              <a:chOff x="3409950" y="1903959"/>
              <a:chExt cx="2609850" cy="1982241"/>
            </a:xfrm>
          </p:grpSpPr>
          <p:sp>
            <p:nvSpPr>
              <p:cNvPr id="114" name="ComponentBackground2" descr="f1632d39-fe4d-42e8-8bf3-6a48791b2546">
                <a:extLst>
                  <a:ext uri="{FF2B5EF4-FFF2-40B4-BE49-F238E27FC236}">
                    <a16:creationId id="{B6337224-7539-5577-F269-5BF80A61E046}"/>
                  </a:ext>
                </a:extLst>
              </p:cNvPr>
              <p:cNvSpPr/>
              <p:nvPr/>
            </p:nvSpPr>
            <p:spPr>
              <a:xfrm>
                <a:off x="3695112" y="1903959"/>
                <a:ext cx="2324688" cy="1982241"/>
              </a:xfrm>
              <a:prstGeom prst="roundRect">
                <a:avLst>
                  <a:gd name="adj" fmla="val 8000"/>
                </a:avLst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" name="Number2" descr="56470f4e-1550-479a-bd51-0da4cee6ec99">
                <a:extLst>
                  <a:ext uri="{FF2B5EF4-FFF2-40B4-BE49-F238E27FC236}">
                    <a16:creationId id="{47F0C919-C8F2-756F-6386-B8B55AE8373E}"/>
                  </a:ext>
                </a:extLst>
              </p:cNvPr>
              <p:cNvSpPr/>
              <p:nvPr/>
            </p:nvSpPr>
            <p:spPr>
              <a:xfrm>
                <a:off x="3409950" y="2602641"/>
                <a:ext cx="570321" cy="584877"/>
              </a:xfrm>
              <a:custGeom>
                <a:avLst/>
                <a:gdLst>
                  <a:gd name="connsiteX0" fmla="*/ 0 w 636309"/>
                  <a:gd name="connsiteY0" fmla="*/ 318154 h 636309"/>
                  <a:gd name="connsiteX1" fmla="*/ 62124 w 636309"/>
                  <a:gd name="connsiteY1" fmla="*/ 168175 h 636309"/>
                  <a:gd name="connsiteX2" fmla="*/ 125467 w 636309"/>
                  <a:gd name="connsiteY2" fmla="*/ 125467 h 636309"/>
                  <a:gd name="connsiteX3" fmla="*/ 168175 w 636309"/>
                  <a:gd name="connsiteY3" fmla="*/ 62124 h 636309"/>
                  <a:gd name="connsiteX4" fmla="*/ 318154 w 636309"/>
                  <a:gd name="connsiteY4" fmla="*/ 0 h 636309"/>
                  <a:gd name="connsiteX5" fmla="*/ 468133 w 636309"/>
                  <a:gd name="connsiteY5" fmla="*/ 62124 h 636309"/>
                  <a:gd name="connsiteX6" fmla="*/ 510840 w 636309"/>
                  <a:gd name="connsiteY6" fmla="*/ 125466 h 636309"/>
                  <a:gd name="connsiteX7" fmla="*/ 574185 w 636309"/>
                  <a:gd name="connsiteY7" fmla="*/ 168175 h 636309"/>
                  <a:gd name="connsiteX8" fmla="*/ 636309 w 636309"/>
                  <a:gd name="connsiteY8" fmla="*/ 318154 h 636309"/>
                  <a:gd name="connsiteX9" fmla="*/ 574185 w 636309"/>
                  <a:gd name="connsiteY9" fmla="*/ 468133 h 636309"/>
                  <a:gd name="connsiteX10" fmla="*/ 510841 w 636309"/>
                  <a:gd name="connsiteY10" fmla="*/ 510841 h 636309"/>
                  <a:gd name="connsiteX11" fmla="*/ 468133 w 636309"/>
                  <a:gd name="connsiteY11" fmla="*/ 574185 h 636309"/>
                  <a:gd name="connsiteX12" fmla="*/ 318154 w 636309"/>
                  <a:gd name="connsiteY12" fmla="*/ 636309 h 636309"/>
                  <a:gd name="connsiteX13" fmla="*/ 168175 w 636309"/>
                  <a:gd name="connsiteY13" fmla="*/ 574185 h 636309"/>
                  <a:gd name="connsiteX14" fmla="*/ 125466 w 636309"/>
                  <a:gd name="connsiteY14" fmla="*/ 510840 h 636309"/>
                  <a:gd name="connsiteX15" fmla="*/ 62124 w 636309"/>
                  <a:gd name="connsiteY15" fmla="*/ 468133 h 636309"/>
                  <a:gd name="connsiteX16" fmla="*/ 0 w 636309"/>
                  <a:gd name="connsiteY16" fmla="*/ 318154 h 63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36309" h="636309">
                    <a:moveTo>
                      <a:pt x="0" y="318154"/>
                    </a:moveTo>
                    <a:cubicBezTo>
                      <a:pt x="0" y="259584"/>
                      <a:pt x="23740" y="206558"/>
                      <a:pt x="62124" y="168175"/>
                    </a:cubicBezTo>
                    <a:lnTo>
                      <a:pt x="125467" y="125467"/>
                    </a:lnTo>
                    <a:lnTo>
                      <a:pt x="168175" y="62124"/>
                    </a:lnTo>
                    <a:cubicBezTo>
                      <a:pt x="206558" y="23740"/>
                      <a:pt x="259584" y="0"/>
                      <a:pt x="318154" y="0"/>
                    </a:cubicBezTo>
                    <a:cubicBezTo>
                      <a:pt x="376725" y="0"/>
                      <a:pt x="429750" y="23741"/>
                      <a:pt x="468133" y="62124"/>
                    </a:cubicBezTo>
                    <a:lnTo>
                      <a:pt x="510840" y="125466"/>
                    </a:lnTo>
                    <a:lnTo>
                      <a:pt x="574185" y="168175"/>
                    </a:lnTo>
                    <a:cubicBezTo>
                      <a:pt x="612569" y="206558"/>
                      <a:pt x="636309" y="259584"/>
                      <a:pt x="636309" y="318154"/>
                    </a:cubicBezTo>
                    <a:cubicBezTo>
                      <a:pt x="636309" y="376725"/>
                      <a:pt x="612569" y="429750"/>
                      <a:pt x="574185" y="468133"/>
                    </a:cubicBezTo>
                    <a:lnTo>
                      <a:pt x="510841" y="510841"/>
                    </a:lnTo>
                    <a:lnTo>
                      <a:pt x="468133" y="574185"/>
                    </a:lnTo>
                    <a:cubicBezTo>
                      <a:pt x="429750" y="612569"/>
                      <a:pt x="376725" y="636309"/>
                      <a:pt x="318154" y="636309"/>
                    </a:cubicBezTo>
                    <a:cubicBezTo>
                      <a:pt x="259584" y="636309"/>
                      <a:pt x="206558" y="612569"/>
                      <a:pt x="168175" y="574185"/>
                    </a:cubicBezTo>
                    <a:lnTo>
                      <a:pt x="125466" y="510840"/>
                    </a:lnTo>
                    <a:lnTo>
                      <a:pt x="62124" y="468133"/>
                    </a:lnTo>
                    <a:cubicBezTo>
                      <a:pt x="23740" y="429750"/>
                      <a:pt x="0" y="376725"/>
                      <a:pt x="0" y="31815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24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2</a:t>
                </a:r>
                <a:endParaRPr lang="zh-CN" altLang="en-US" sz="2400" b="1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Bullet2" descr="53007463-2e32-4d0d-980e-e1e9a1f8d545">
                <a:extLst>
                  <a:ext uri="{FF2B5EF4-FFF2-40B4-BE49-F238E27FC236}">
                    <a16:creationId id="{2B0E0720-5EF3-1F20-5D2D-D8F6AD5D4C1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005038" y="1903959"/>
                <a:ext cx="2014761" cy="8584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kumimoji="1" lang="zh-CN" alt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提升团队影响力</a:t>
                </a:r>
                <a:endParaRPr lang="en-US" dirty="0"/>
              </a:p>
            </p:txBody>
          </p:sp>
          <p:sp>
            <p:nvSpPr>
              <p:cNvPr id="118" name="Text2" descr="c0df98c1-83ae-4a8b-926b-cd04fb52822e">
                <a:extLst>
                  <a:ext uri="{FF2B5EF4-FFF2-40B4-BE49-F238E27FC236}">
                    <a16:creationId id="{F9E34EEB-EEE2-61B4-F361-81F3DC33B6B1}"/>
                  </a:ext>
                </a:extLst>
              </p:cNvPr>
              <p:cNvSpPr/>
              <p:nvPr/>
            </p:nvSpPr>
            <p:spPr>
              <a:xfrm>
                <a:off x="4005038" y="2762400"/>
                <a:ext cx="2014761" cy="1123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积极参与行业活动，发表研究成果，提升团队在业内的知名度。</a:t>
                </a:r>
                <a:endParaRPr lang="en-US" dirty="0"/>
              </a:p>
            </p:txBody>
          </p:sp>
        </p:grpSp>
        <p:grpSp>
          <p:nvGrpSpPr>
            <p:cNvPr id="158" name="组合 157" descr="d01ee35d-a335-4980-87ab-a4e0c1afdf89">
              <a:extLst>
                <a:ext uri="{FF2B5EF4-FFF2-40B4-BE49-F238E27FC236}">
                  <a16:creationId id="{10AADDE3-CBEE-D51E-9842-A3B1A7794765}"/>
                </a:ext>
              </a:extLst>
            </p:cNvPr>
            <p:cNvGrpSpPr/>
            <p:nvPr/>
          </p:nvGrpSpPr>
          <p:grpSpPr>
            <a:xfrm>
              <a:off x="6159500" y="1903959"/>
              <a:ext cx="2609850" cy="1982241"/>
              <a:chOff x="6159500" y="1903959"/>
              <a:chExt cx="2609850" cy="1982241"/>
            </a:xfrm>
          </p:grpSpPr>
          <p:sp>
            <p:nvSpPr>
              <p:cNvPr id="120" name="ComponentBackground3" descr="0b274155-8c1b-4244-92db-a63882c1b346">
                <a:extLst>
                  <a:ext uri="{FF2B5EF4-FFF2-40B4-BE49-F238E27FC236}">
                    <a16:creationId id="{B3C4759B-119F-12DA-A03D-9E06E209F0B7}"/>
                  </a:ext>
                </a:extLst>
              </p:cNvPr>
              <p:cNvSpPr/>
              <p:nvPr/>
            </p:nvSpPr>
            <p:spPr>
              <a:xfrm>
                <a:off x="6444662" y="1903959"/>
                <a:ext cx="2324688" cy="1982241"/>
              </a:xfrm>
              <a:prstGeom prst="roundRect">
                <a:avLst>
                  <a:gd name="adj" fmla="val 8000"/>
                </a:avLst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Number3" descr="ed94f578-ee9e-4289-8ac7-c5448f08a86d">
                <a:extLst>
                  <a:ext uri="{FF2B5EF4-FFF2-40B4-BE49-F238E27FC236}">
                    <a16:creationId id="{F1EEE337-D260-73A4-5992-46920FEE1B0B}"/>
                  </a:ext>
                </a:extLst>
              </p:cNvPr>
              <p:cNvSpPr/>
              <p:nvPr/>
            </p:nvSpPr>
            <p:spPr>
              <a:xfrm>
                <a:off x="6159500" y="2602641"/>
                <a:ext cx="570321" cy="584877"/>
              </a:xfrm>
              <a:custGeom>
                <a:avLst/>
                <a:gdLst>
                  <a:gd name="connsiteX0" fmla="*/ 0 w 636309"/>
                  <a:gd name="connsiteY0" fmla="*/ 318154 h 636309"/>
                  <a:gd name="connsiteX1" fmla="*/ 62124 w 636309"/>
                  <a:gd name="connsiteY1" fmla="*/ 168175 h 636309"/>
                  <a:gd name="connsiteX2" fmla="*/ 125467 w 636309"/>
                  <a:gd name="connsiteY2" fmla="*/ 125467 h 636309"/>
                  <a:gd name="connsiteX3" fmla="*/ 168175 w 636309"/>
                  <a:gd name="connsiteY3" fmla="*/ 62124 h 636309"/>
                  <a:gd name="connsiteX4" fmla="*/ 318154 w 636309"/>
                  <a:gd name="connsiteY4" fmla="*/ 0 h 636309"/>
                  <a:gd name="connsiteX5" fmla="*/ 468133 w 636309"/>
                  <a:gd name="connsiteY5" fmla="*/ 62124 h 636309"/>
                  <a:gd name="connsiteX6" fmla="*/ 510840 w 636309"/>
                  <a:gd name="connsiteY6" fmla="*/ 125466 h 636309"/>
                  <a:gd name="connsiteX7" fmla="*/ 574185 w 636309"/>
                  <a:gd name="connsiteY7" fmla="*/ 168175 h 636309"/>
                  <a:gd name="connsiteX8" fmla="*/ 636309 w 636309"/>
                  <a:gd name="connsiteY8" fmla="*/ 318154 h 636309"/>
                  <a:gd name="connsiteX9" fmla="*/ 574185 w 636309"/>
                  <a:gd name="connsiteY9" fmla="*/ 468133 h 636309"/>
                  <a:gd name="connsiteX10" fmla="*/ 510841 w 636309"/>
                  <a:gd name="connsiteY10" fmla="*/ 510841 h 636309"/>
                  <a:gd name="connsiteX11" fmla="*/ 468133 w 636309"/>
                  <a:gd name="connsiteY11" fmla="*/ 574185 h 636309"/>
                  <a:gd name="connsiteX12" fmla="*/ 318154 w 636309"/>
                  <a:gd name="connsiteY12" fmla="*/ 636309 h 636309"/>
                  <a:gd name="connsiteX13" fmla="*/ 168175 w 636309"/>
                  <a:gd name="connsiteY13" fmla="*/ 574185 h 636309"/>
                  <a:gd name="connsiteX14" fmla="*/ 125466 w 636309"/>
                  <a:gd name="connsiteY14" fmla="*/ 510840 h 636309"/>
                  <a:gd name="connsiteX15" fmla="*/ 62124 w 636309"/>
                  <a:gd name="connsiteY15" fmla="*/ 468133 h 636309"/>
                  <a:gd name="connsiteX16" fmla="*/ 0 w 636309"/>
                  <a:gd name="connsiteY16" fmla="*/ 318154 h 63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36309" h="636309">
                    <a:moveTo>
                      <a:pt x="0" y="318154"/>
                    </a:moveTo>
                    <a:cubicBezTo>
                      <a:pt x="0" y="259584"/>
                      <a:pt x="23740" y="206558"/>
                      <a:pt x="62124" y="168175"/>
                    </a:cubicBezTo>
                    <a:lnTo>
                      <a:pt x="125467" y="125467"/>
                    </a:lnTo>
                    <a:lnTo>
                      <a:pt x="168175" y="62124"/>
                    </a:lnTo>
                    <a:cubicBezTo>
                      <a:pt x="206558" y="23740"/>
                      <a:pt x="259584" y="0"/>
                      <a:pt x="318154" y="0"/>
                    </a:cubicBezTo>
                    <a:cubicBezTo>
                      <a:pt x="376725" y="0"/>
                      <a:pt x="429750" y="23741"/>
                      <a:pt x="468133" y="62124"/>
                    </a:cubicBezTo>
                    <a:lnTo>
                      <a:pt x="510840" y="125466"/>
                    </a:lnTo>
                    <a:lnTo>
                      <a:pt x="574185" y="168175"/>
                    </a:lnTo>
                    <a:cubicBezTo>
                      <a:pt x="612569" y="206558"/>
                      <a:pt x="636309" y="259584"/>
                      <a:pt x="636309" y="318154"/>
                    </a:cubicBezTo>
                    <a:cubicBezTo>
                      <a:pt x="636309" y="376725"/>
                      <a:pt x="612569" y="429750"/>
                      <a:pt x="574185" y="468133"/>
                    </a:cubicBezTo>
                    <a:lnTo>
                      <a:pt x="510841" y="510841"/>
                    </a:lnTo>
                    <a:lnTo>
                      <a:pt x="468133" y="574185"/>
                    </a:lnTo>
                    <a:cubicBezTo>
                      <a:pt x="429750" y="612569"/>
                      <a:pt x="376725" y="636309"/>
                      <a:pt x="318154" y="636309"/>
                    </a:cubicBezTo>
                    <a:cubicBezTo>
                      <a:pt x="259584" y="636309"/>
                      <a:pt x="206558" y="612569"/>
                      <a:pt x="168175" y="574185"/>
                    </a:cubicBezTo>
                    <a:lnTo>
                      <a:pt x="125466" y="510840"/>
                    </a:lnTo>
                    <a:lnTo>
                      <a:pt x="62124" y="468133"/>
                    </a:lnTo>
                    <a:cubicBezTo>
                      <a:pt x="23740" y="429750"/>
                      <a:pt x="0" y="376725"/>
                      <a:pt x="0" y="31815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24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3</a:t>
                </a:r>
                <a:endParaRPr lang="zh-CN" altLang="en-US" sz="2400" b="1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Bullet3" descr="bbd0e2d8-e535-4b53-afd6-3045d6c28789">
                <a:extLst>
                  <a:ext uri="{FF2B5EF4-FFF2-40B4-BE49-F238E27FC236}">
                    <a16:creationId id="{2DD53FF9-EE12-896F-0A6E-68B3E72E117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754588" y="1903959"/>
                <a:ext cx="2014761" cy="8584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kumimoji="1" lang="zh-CN" alt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培养下一代技术领袖</a:t>
                </a:r>
                <a:endParaRPr lang="en-US" dirty="0"/>
              </a:p>
            </p:txBody>
          </p:sp>
          <p:sp>
            <p:nvSpPr>
              <p:cNvPr id="124" name="Text3" descr="e37a710c-734c-4637-a7e8-858f09e88fed">
                <a:extLst>
                  <a:ext uri="{FF2B5EF4-FFF2-40B4-BE49-F238E27FC236}">
                    <a16:creationId id="{ECC900C9-FAB4-D746-2AE1-2F6217F281A5}"/>
                  </a:ext>
                </a:extLst>
              </p:cNvPr>
              <p:cNvSpPr/>
              <p:nvPr/>
            </p:nvSpPr>
            <p:spPr>
              <a:xfrm>
                <a:off x="6754588" y="2762400"/>
                <a:ext cx="2014761" cy="1123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提供丰富的培训和晋升机会，帮助有潜力的成员成长为行业领袖。</a:t>
                </a:r>
                <a:endParaRPr lang="en-US" dirty="0"/>
              </a:p>
            </p:txBody>
          </p:sp>
        </p:grpSp>
        <p:grpSp>
          <p:nvGrpSpPr>
            <p:cNvPr id="159" name="组合 158" descr="ca76d179-83b7-4950-aa15-b4640fa0a3f8">
              <a:extLst>
                <a:ext uri="{FF2B5EF4-FFF2-40B4-BE49-F238E27FC236}">
                  <a16:creationId id="{46267670-0948-10EB-BFF7-1D4021582EC7}"/>
                </a:ext>
              </a:extLst>
            </p:cNvPr>
            <p:cNvGrpSpPr/>
            <p:nvPr/>
          </p:nvGrpSpPr>
          <p:grpSpPr>
            <a:xfrm>
              <a:off x="8909050" y="1903959"/>
              <a:ext cx="2609850" cy="1982241"/>
              <a:chOff x="8909050" y="1903959"/>
              <a:chExt cx="2609850" cy="1982241"/>
            </a:xfrm>
          </p:grpSpPr>
          <p:sp>
            <p:nvSpPr>
              <p:cNvPr id="126" name="ComponentBackground4" descr="923458c4-0f69-4861-a85b-91d81509765a">
                <a:extLst>
                  <a:ext uri="{FF2B5EF4-FFF2-40B4-BE49-F238E27FC236}">
                    <a16:creationId id="{370D8D7B-B2F5-1920-1927-1CFB569CC68A}"/>
                  </a:ext>
                </a:extLst>
              </p:cNvPr>
              <p:cNvSpPr/>
              <p:nvPr/>
            </p:nvSpPr>
            <p:spPr>
              <a:xfrm>
                <a:off x="9194212" y="1903959"/>
                <a:ext cx="2324688" cy="1982241"/>
              </a:xfrm>
              <a:prstGeom prst="roundRect">
                <a:avLst>
                  <a:gd name="adj" fmla="val 8000"/>
                </a:avLst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Number4" descr="935782e0-af61-4ad6-b463-e549d5ca8253">
                <a:extLst>
                  <a:ext uri="{FF2B5EF4-FFF2-40B4-BE49-F238E27FC236}">
                    <a16:creationId id="{7A34C1B5-09B4-C1D2-38F1-5509C3DD3093}"/>
                  </a:ext>
                </a:extLst>
              </p:cNvPr>
              <p:cNvSpPr/>
              <p:nvPr/>
            </p:nvSpPr>
            <p:spPr>
              <a:xfrm>
                <a:off x="8909050" y="2602641"/>
                <a:ext cx="570321" cy="584877"/>
              </a:xfrm>
              <a:custGeom>
                <a:avLst/>
                <a:gdLst>
                  <a:gd name="connsiteX0" fmla="*/ 0 w 636309"/>
                  <a:gd name="connsiteY0" fmla="*/ 318154 h 636309"/>
                  <a:gd name="connsiteX1" fmla="*/ 62124 w 636309"/>
                  <a:gd name="connsiteY1" fmla="*/ 168175 h 636309"/>
                  <a:gd name="connsiteX2" fmla="*/ 125467 w 636309"/>
                  <a:gd name="connsiteY2" fmla="*/ 125467 h 636309"/>
                  <a:gd name="connsiteX3" fmla="*/ 168175 w 636309"/>
                  <a:gd name="connsiteY3" fmla="*/ 62124 h 636309"/>
                  <a:gd name="connsiteX4" fmla="*/ 318154 w 636309"/>
                  <a:gd name="connsiteY4" fmla="*/ 0 h 636309"/>
                  <a:gd name="connsiteX5" fmla="*/ 468133 w 636309"/>
                  <a:gd name="connsiteY5" fmla="*/ 62124 h 636309"/>
                  <a:gd name="connsiteX6" fmla="*/ 510840 w 636309"/>
                  <a:gd name="connsiteY6" fmla="*/ 125466 h 636309"/>
                  <a:gd name="connsiteX7" fmla="*/ 574185 w 636309"/>
                  <a:gd name="connsiteY7" fmla="*/ 168175 h 636309"/>
                  <a:gd name="connsiteX8" fmla="*/ 636309 w 636309"/>
                  <a:gd name="connsiteY8" fmla="*/ 318154 h 636309"/>
                  <a:gd name="connsiteX9" fmla="*/ 574185 w 636309"/>
                  <a:gd name="connsiteY9" fmla="*/ 468133 h 636309"/>
                  <a:gd name="connsiteX10" fmla="*/ 510841 w 636309"/>
                  <a:gd name="connsiteY10" fmla="*/ 510841 h 636309"/>
                  <a:gd name="connsiteX11" fmla="*/ 468133 w 636309"/>
                  <a:gd name="connsiteY11" fmla="*/ 574185 h 636309"/>
                  <a:gd name="connsiteX12" fmla="*/ 318154 w 636309"/>
                  <a:gd name="connsiteY12" fmla="*/ 636309 h 636309"/>
                  <a:gd name="connsiteX13" fmla="*/ 168175 w 636309"/>
                  <a:gd name="connsiteY13" fmla="*/ 574185 h 636309"/>
                  <a:gd name="connsiteX14" fmla="*/ 125466 w 636309"/>
                  <a:gd name="connsiteY14" fmla="*/ 510840 h 636309"/>
                  <a:gd name="connsiteX15" fmla="*/ 62124 w 636309"/>
                  <a:gd name="connsiteY15" fmla="*/ 468133 h 636309"/>
                  <a:gd name="connsiteX16" fmla="*/ 0 w 636309"/>
                  <a:gd name="connsiteY16" fmla="*/ 318154 h 63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36309" h="636309">
                    <a:moveTo>
                      <a:pt x="0" y="318154"/>
                    </a:moveTo>
                    <a:cubicBezTo>
                      <a:pt x="0" y="259584"/>
                      <a:pt x="23740" y="206558"/>
                      <a:pt x="62124" y="168175"/>
                    </a:cubicBezTo>
                    <a:lnTo>
                      <a:pt x="125467" y="125467"/>
                    </a:lnTo>
                    <a:lnTo>
                      <a:pt x="168175" y="62124"/>
                    </a:lnTo>
                    <a:cubicBezTo>
                      <a:pt x="206558" y="23740"/>
                      <a:pt x="259584" y="0"/>
                      <a:pt x="318154" y="0"/>
                    </a:cubicBezTo>
                    <a:cubicBezTo>
                      <a:pt x="376725" y="0"/>
                      <a:pt x="429750" y="23741"/>
                      <a:pt x="468133" y="62124"/>
                    </a:cubicBezTo>
                    <a:lnTo>
                      <a:pt x="510840" y="125466"/>
                    </a:lnTo>
                    <a:lnTo>
                      <a:pt x="574185" y="168175"/>
                    </a:lnTo>
                    <a:cubicBezTo>
                      <a:pt x="612569" y="206558"/>
                      <a:pt x="636309" y="259584"/>
                      <a:pt x="636309" y="318154"/>
                    </a:cubicBezTo>
                    <a:cubicBezTo>
                      <a:pt x="636309" y="376725"/>
                      <a:pt x="612569" y="429750"/>
                      <a:pt x="574185" y="468133"/>
                    </a:cubicBezTo>
                    <a:lnTo>
                      <a:pt x="510841" y="510841"/>
                    </a:lnTo>
                    <a:lnTo>
                      <a:pt x="468133" y="574185"/>
                    </a:lnTo>
                    <a:cubicBezTo>
                      <a:pt x="429750" y="612569"/>
                      <a:pt x="376725" y="636309"/>
                      <a:pt x="318154" y="636309"/>
                    </a:cubicBezTo>
                    <a:cubicBezTo>
                      <a:pt x="259584" y="636309"/>
                      <a:pt x="206558" y="612569"/>
                      <a:pt x="168175" y="574185"/>
                    </a:cubicBezTo>
                    <a:lnTo>
                      <a:pt x="125466" y="510840"/>
                    </a:lnTo>
                    <a:lnTo>
                      <a:pt x="62124" y="468133"/>
                    </a:lnTo>
                    <a:cubicBezTo>
                      <a:pt x="23740" y="429750"/>
                      <a:pt x="0" y="376725"/>
                      <a:pt x="0" y="31815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24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4</a:t>
                </a:r>
                <a:endParaRPr lang="zh-CN" altLang="en-US" sz="2400" b="1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9" name="Bullet4" descr="fa95d651-63fa-4bb7-94a2-002b557e46c0">
                <a:extLst>
                  <a:ext uri="{FF2B5EF4-FFF2-40B4-BE49-F238E27FC236}">
                    <a16:creationId id="{590A0137-020C-047C-2BB7-B51AF62E8C7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04138" y="1903959"/>
                <a:ext cx="2014761" cy="8584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kumimoji="1" lang="zh-CN" alt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推动技术创新</a:t>
                </a:r>
                <a:endParaRPr lang="en-US" dirty="0"/>
              </a:p>
            </p:txBody>
          </p:sp>
          <p:sp>
            <p:nvSpPr>
              <p:cNvPr id="130" name="Text4" descr="75cdf8b7-cee5-4fd0-b19a-f694212ee240">
                <a:extLst>
                  <a:ext uri="{FF2B5EF4-FFF2-40B4-BE49-F238E27FC236}">
                    <a16:creationId id="{6D17DD51-2827-F01E-9ED9-C07FDE5B779D}"/>
                  </a:ext>
                </a:extLst>
              </p:cNvPr>
              <p:cNvSpPr/>
              <p:nvPr/>
            </p:nvSpPr>
            <p:spPr>
              <a:xfrm>
                <a:off x="9504138" y="2762400"/>
                <a:ext cx="2014761" cy="1123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鼓励团队成员探索新技术，设立创新项目，推动行业技术进步。</a:t>
                </a:r>
                <a:endParaRPr lang="en-US" dirty="0"/>
              </a:p>
            </p:txBody>
          </p:sp>
        </p:grpSp>
        <p:grpSp>
          <p:nvGrpSpPr>
            <p:cNvPr id="164" name="组合 163" descr="cb09bee1-3ef1-4afd-9692-a4da6850e62a">
              <a:extLst>
                <a:ext uri="{FF2B5EF4-FFF2-40B4-BE49-F238E27FC236}">
                  <a16:creationId id="{A465F19A-BC02-E3B5-301E-D20C59C2E7D2}"/>
                </a:ext>
              </a:extLst>
            </p:cNvPr>
            <p:cNvGrpSpPr/>
            <p:nvPr/>
          </p:nvGrpSpPr>
          <p:grpSpPr>
            <a:xfrm>
              <a:off x="660400" y="3986759"/>
              <a:ext cx="2609850" cy="1982241"/>
              <a:chOff x="660400" y="3986759"/>
              <a:chExt cx="2609850" cy="1982241"/>
            </a:xfrm>
          </p:grpSpPr>
          <p:sp>
            <p:nvSpPr>
              <p:cNvPr id="132" name="ComponentBackground5" descr="7e7eed87-3dce-4221-9471-82cfd97f9ea0">
                <a:extLst>
                  <a:ext uri="{FF2B5EF4-FFF2-40B4-BE49-F238E27FC236}">
                    <a16:creationId id="{54F94EE6-D0AE-A8D1-D96D-BD529D76DCBE}"/>
                  </a:ext>
                </a:extLst>
              </p:cNvPr>
              <p:cNvSpPr/>
              <p:nvPr/>
            </p:nvSpPr>
            <p:spPr>
              <a:xfrm>
                <a:off x="945562" y="3986759"/>
                <a:ext cx="2324688" cy="1982241"/>
              </a:xfrm>
              <a:prstGeom prst="roundRect">
                <a:avLst>
                  <a:gd name="adj" fmla="val 8000"/>
                </a:avLst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Number5" descr="d3ff9498-05ef-4f23-a003-885e8446edbf">
                <a:extLst>
                  <a:ext uri="{FF2B5EF4-FFF2-40B4-BE49-F238E27FC236}">
                    <a16:creationId id="{F3678DF9-B22A-F7BE-6BB9-1B5B0ED49A20}"/>
                  </a:ext>
                </a:extLst>
              </p:cNvPr>
              <p:cNvSpPr/>
              <p:nvPr/>
            </p:nvSpPr>
            <p:spPr>
              <a:xfrm>
                <a:off x="660400" y="4685441"/>
                <a:ext cx="570321" cy="584877"/>
              </a:xfrm>
              <a:custGeom>
                <a:avLst/>
                <a:gdLst>
                  <a:gd name="connsiteX0" fmla="*/ 0 w 636309"/>
                  <a:gd name="connsiteY0" fmla="*/ 318154 h 636309"/>
                  <a:gd name="connsiteX1" fmla="*/ 62124 w 636309"/>
                  <a:gd name="connsiteY1" fmla="*/ 168175 h 636309"/>
                  <a:gd name="connsiteX2" fmla="*/ 125467 w 636309"/>
                  <a:gd name="connsiteY2" fmla="*/ 125467 h 636309"/>
                  <a:gd name="connsiteX3" fmla="*/ 168175 w 636309"/>
                  <a:gd name="connsiteY3" fmla="*/ 62124 h 636309"/>
                  <a:gd name="connsiteX4" fmla="*/ 318154 w 636309"/>
                  <a:gd name="connsiteY4" fmla="*/ 0 h 636309"/>
                  <a:gd name="connsiteX5" fmla="*/ 468133 w 636309"/>
                  <a:gd name="connsiteY5" fmla="*/ 62124 h 636309"/>
                  <a:gd name="connsiteX6" fmla="*/ 510840 w 636309"/>
                  <a:gd name="connsiteY6" fmla="*/ 125466 h 636309"/>
                  <a:gd name="connsiteX7" fmla="*/ 574185 w 636309"/>
                  <a:gd name="connsiteY7" fmla="*/ 168175 h 636309"/>
                  <a:gd name="connsiteX8" fmla="*/ 636309 w 636309"/>
                  <a:gd name="connsiteY8" fmla="*/ 318154 h 636309"/>
                  <a:gd name="connsiteX9" fmla="*/ 574185 w 636309"/>
                  <a:gd name="connsiteY9" fmla="*/ 468133 h 636309"/>
                  <a:gd name="connsiteX10" fmla="*/ 510841 w 636309"/>
                  <a:gd name="connsiteY10" fmla="*/ 510841 h 636309"/>
                  <a:gd name="connsiteX11" fmla="*/ 468133 w 636309"/>
                  <a:gd name="connsiteY11" fmla="*/ 574185 h 636309"/>
                  <a:gd name="connsiteX12" fmla="*/ 318154 w 636309"/>
                  <a:gd name="connsiteY12" fmla="*/ 636309 h 636309"/>
                  <a:gd name="connsiteX13" fmla="*/ 168175 w 636309"/>
                  <a:gd name="connsiteY13" fmla="*/ 574185 h 636309"/>
                  <a:gd name="connsiteX14" fmla="*/ 125466 w 636309"/>
                  <a:gd name="connsiteY14" fmla="*/ 510840 h 636309"/>
                  <a:gd name="connsiteX15" fmla="*/ 62124 w 636309"/>
                  <a:gd name="connsiteY15" fmla="*/ 468133 h 636309"/>
                  <a:gd name="connsiteX16" fmla="*/ 0 w 636309"/>
                  <a:gd name="connsiteY16" fmla="*/ 318154 h 63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36309" h="636309">
                    <a:moveTo>
                      <a:pt x="0" y="318154"/>
                    </a:moveTo>
                    <a:cubicBezTo>
                      <a:pt x="0" y="259584"/>
                      <a:pt x="23740" y="206558"/>
                      <a:pt x="62124" y="168175"/>
                    </a:cubicBezTo>
                    <a:lnTo>
                      <a:pt x="125467" y="125467"/>
                    </a:lnTo>
                    <a:lnTo>
                      <a:pt x="168175" y="62124"/>
                    </a:lnTo>
                    <a:cubicBezTo>
                      <a:pt x="206558" y="23740"/>
                      <a:pt x="259584" y="0"/>
                      <a:pt x="318154" y="0"/>
                    </a:cubicBezTo>
                    <a:cubicBezTo>
                      <a:pt x="376725" y="0"/>
                      <a:pt x="429750" y="23741"/>
                      <a:pt x="468133" y="62124"/>
                    </a:cubicBezTo>
                    <a:lnTo>
                      <a:pt x="510840" y="125466"/>
                    </a:lnTo>
                    <a:lnTo>
                      <a:pt x="574185" y="168175"/>
                    </a:lnTo>
                    <a:cubicBezTo>
                      <a:pt x="612569" y="206558"/>
                      <a:pt x="636309" y="259584"/>
                      <a:pt x="636309" y="318154"/>
                    </a:cubicBezTo>
                    <a:cubicBezTo>
                      <a:pt x="636309" y="376725"/>
                      <a:pt x="612569" y="429750"/>
                      <a:pt x="574185" y="468133"/>
                    </a:cubicBezTo>
                    <a:lnTo>
                      <a:pt x="510841" y="510841"/>
                    </a:lnTo>
                    <a:lnTo>
                      <a:pt x="468133" y="574185"/>
                    </a:lnTo>
                    <a:cubicBezTo>
                      <a:pt x="429750" y="612569"/>
                      <a:pt x="376725" y="636309"/>
                      <a:pt x="318154" y="636309"/>
                    </a:cubicBezTo>
                    <a:cubicBezTo>
                      <a:pt x="259584" y="636309"/>
                      <a:pt x="206558" y="612569"/>
                      <a:pt x="168175" y="574185"/>
                    </a:cubicBezTo>
                    <a:lnTo>
                      <a:pt x="125466" y="510840"/>
                    </a:lnTo>
                    <a:lnTo>
                      <a:pt x="62124" y="468133"/>
                    </a:lnTo>
                    <a:cubicBezTo>
                      <a:pt x="23740" y="429750"/>
                      <a:pt x="0" y="376725"/>
                      <a:pt x="0" y="318154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24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5</a:t>
                </a:r>
                <a:endParaRPr lang="zh-CN" altLang="en-US" sz="2400" b="1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Bullet5" descr="4b637d2c-8930-4307-9f72-e97b7693f21e">
                <a:extLst>
                  <a:ext uri="{FF2B5EF4-FFF2-40B4-BE49-F238E27FC236}">
                    <a16:creationId id="{3968B282-0BBE-EABB-CB6F-3DBB42D1C92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55488" y="3986759"/>
                <a:ext cx="2014761" cy="8584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kumimoji="1" lang="zh-CN" alt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实现可持续发展</a:t>
                </a:r>
                <a:endParaRPr lang="en-US" dirty="0"/>
              </a:p>
            </p:txBody>
          </p:sp>
          <p:sp>
            <p:nvSpPr>
              <p:cNvPr id="136" name="Text5" descr="3e86a38f-92a8-47a3-89e1-3a9d919baf80">
                <a:extLst>
                  <a:ext uri="{FF2B5EF4-FFF2-40B4-BE49-F238E27FC236}">
                    <a16:creationId id="{61B7DA3A-4117-23A5-9533-2C36050AEFF2}"/>
                  </a:ext>
                </a:extLst>
              </p:cNvPr>
              <p:cNvSpPr/>
              <p:nvPr/>
            </p:nvSpPr>
            <p:spPr>
              <a:xfrm>
                <a:off x="1255488" y="4845200"/>
                <a:ext cx="2014761" cy="1123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注重团队文化建设，提升团队凝聚力，确保团队长远健康发展。</a:t>
                </a:r>
                <a:endParaRPr lang="en-US" dirty="0"/>
              </a:p>
            </p:txBody>
          </p:sp>
        </p:grpSp>
        <p:grpSp>
          <p:nvGrpSpPr>
            <p:cNvPr id="165" name="组合 164" descr="77385a02-1468-4ef2-a146-50ac045ea712">
              <a:extLst>
                <a:ext uri="{FF2B5EF4-FFF2-40B4-BE49-F238E27FC236}">
                  <a16:creationId id="{01B90DDB-E884-75BA-F8B7-4AD1D535C7DE}"/>
                </a:ext>
              </a:extLst>
            </p:cNvPr>
            <p:cNvGrpSpPr/>
            <p:nvPr/>
          </p:nvGrpSpPr>
          <p:grpSpPr>
            <a:xfrm>
              <a:off x="3409950" y="3986759"/>
              <a:ext cx="2609850" cy="1982241"/>
              <a:chOff x="3409950" y="3986759"/>
              <a:chExt cx="2609850" cy="1982241"/>
            </a:xfrm>
          </p:grpSpPr>
          <p:sp>
            <p:nvSpPr>
              <p:cNvPr id="138" name="ComponentBackground6" descr="2cd53092-d1df-4f0a-8194-35d310c49b77">
                <a:extLst>
                  <a:ext uri="{FF2B5EF4-FFF2-40B4-BE49-F238E27FC236}">
                    <a16:creationId id="{189E7C6D-B15B-A6E5-7573-A7635E2F27F3}"/>
                  </a:ext>
                </a:extLst>
              </p:cNvPr>
              <p:cNvSpPr/>
              <p:nvPr/>
            </p:nvSpPr>
            <p:spPr>
              <a:xfrm>
                <a:off x="3695112" y="3986759"/>
                <a:ext cx="2324688" cy="1982241"/>
              </a:xfrm>
              <a:prstGeom prst="roundRect">
                <a:avLst>
                  <a:gd name="adj" fmla="val 8000"/>
                </a:avLst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Number6" descr="9e571736-900f-4136-a89b-c6a980e0e718">
                <a:extLst>
                  <a:ext uri="{FF2B5EF4-FFF2-40B4-BE49-F238E27FC236}">
                    <a16:creationId id="{49F809F0-F2CD-FFB4-FE87-EE7EB062AAD2}"/>
                  </a:ext>
                </a:extLst>
              </p:cNvPr>
              <p:cNvSpPr/>
              <p:nvPr/>
            </p:nvSpPr>
            <p:spPr>
              <a:xfrm>
                <a:off x="3409950" y="4685441"/>
                <a:ext cx="570321" cy="584877"/>
              </a:xfrm>
              <a:custGeom>
                <a:avLst/>
                <a:gdLst>
                  <a:gd name="connsiteX0" fmla="*/ 0 w 636309"/>
                  <a:gd name="connsiteY0" fmla="*/ 318154 h 636309"/>
                  <a:gd name="connsiteX1" fmla="*/ 62124 w 636309"/>
                  <a:gd name="connsiteY1" fmla="*/ 168175 h 636309"/>
                  <a:gd name="connsiteX2" fmla="*/ 125467 w 636309"/>
                  <a:gd name="connsiteY2" fmla="*/ 125467 h 636309"/>
                  <a:gd name="connsiteX3" fmla="*/ 168175 w 636309"/>
                  <a:gd name="connsiteY3" fmla="*/ 62124 h 636309"/>
                  <a:gd name="connsiteX4" fmla="*/ 318154 w 636309"/>
                  <a:gd name="connsiteY4" fmla="*/ 0 h 636309"/>
                  <a:gd name="connsiteX5" fmla="*/ 468133 w 636309"/>
                  <a:gd name="connsiteY5" fmla="*/ 62124 h 636309"/>
                  <a:gd name="connsiteX6" fmla="*/ 510840 w 636309"/>
                  <a:gd name="connsiteY6" fmla="*/ 125466 h 636309"/>
                  <a:gd name="connsiteX7" fmla="*/ 574185 w 636309"/>
                  <a:gd name="connsiteY7" fmla="*/ 168175 h 636309"/>
                  <a:gd name="connsiteX8" fmla="*/ 636309 w 636309"/>
                  <a:gd name="connsiteY8" fmla="*/ 318154 h 636309"/>
                  <a:gd name="connsiteX9" fmla="*/ 574185 w 636309"/>
                  <a:gd name="connsiteY9" fmla="*/ 468133 h 636309"/>
                  <a:gd name="connsiteX10" fmla="*/ 510841 w 636309"/>
                  <a:gd name="connsiteY10" fmla="*/ 510841 h 636309"/>
                  <a:gd name="connsiteX11" fmla="*/ 468133 w 636309"/>
                  <a:gd name="connsiteY11" fmla="*/ 574185 h 636309"/>
                  <a:gd name="connsiteX12" fmla="*/ 318154 w 636309"/>
                  <a:gd name="connsiteY12" fmla="*/ 636309 h 636309"/>
                  <a:gd name="connsiteX13" fmla="*/ 168175 w 636309"/>
                  <a:gd name="connsiteY13" fmla="*/ 574185 h 636309"/>
                  <a:gd name="connsiteX14" fmla="*/ 125466 w 636309"/>
                  <a:gd name="connsiteY14" fmla="*/ 510840 h 636309"/>
                  <a:gd name="connsiteX15" fmla="*/ 62124 w 636309"/>
                  <a:gd name="connsiteY15" fmla="*/ 468133 h 636309"/>
                  <a:gd name="connsiteX16" fmla="*/ 0 w 636309"/>
                  <a:gd name="connsiteY16" fmla="*/ 318154 h 63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36309" h="636309">
                    <a:moveTo>
                      <a:pt x="0" y="318154"/>
                    </a:moveTo>
                    <a:cubicBezTo>
                      <a:pt x="0" y="259584"/>
                      <a:pt x="23740" y="206558"/>
                      <a:pt x="62124" y="168175"/>
                    </a:cubicBezTo>
                    <a:lnTo>
                      <a:pt x="125467" y="125467"/>
                    </a:lnTo>
                    <a:lnTo>
                      <a:pt x="168175" y="62124"/>
                    </a:lnTo>
                    <a:cubicBezTo>
                      <a:pt x="206558" y="23740"/>
                      <a:pt x="259584" y="0"/>
                      <a:pt x="318154" y="0"/>
                    </a:cubicBezTo>
                    <a:cubicBezTo>
                      <a:pt x="376725" y="0"/>
                      <a:pt x="429750" y="23741"/>
                      <a:pt x="468133" y="62124"/>
                    </a:cubicBezTo>
                    <a:lnTo>
                      <a:pt x="510840" y="125466"/>
                    </a:lnTo>
                    <a:lnTo>
                      <a:pt x="574185" y="168175"/>
                    </a:lnTo>
                    <a:cubicBezTo>
                      <a:pt x="612569" y="206558"/>
                      <a:pt x="636309" y="259584"/>
                      <a:pt x="636309" y="318154"/>
                    </a:cubicBezTo>
                    <a:cubicBezTo>
                      <a:pt x="636309" y="376725"/>
                      <a:pt x="612569" y="429750"/>
                      <a:pt x="574185" y="468133"/>
                    </a:cubicBezTo>
                    <a:lnTo>
                      <a:pt x="510841" y="510841"/>
                    </a:lnTo>
                    <a:lnTo>
                      <a:pt x="468133" y="574185"/>
                    </a:lnTo>
                    <a:cubicBezTo>
                      <a:pt x="429750" y="612569"/>
                      <a:pt x="376725" y="636309"/>
                      <a:pt x="318154" y="636309"/>
                    </a:cubicBezTo>
                    <a:cubicBezTo>
                      <a:pt x="259584" y="636309"/>
                      <a:pt x="206558" y="612569"/>
                      <a:pt x="168175" y="574185"/>
                    </a:cubicBezTo>
                    <a:lnTo>
                      <a:pt x="125466" y="510840"/>
                    </a:lnTo>
                    <a:lnTo>
                      <a:pt x="62124" y="468133"/>
                    </a:lnTo>
                    <a:cubicBezTo>
                      <a:pt x="23740" y="429750"/>
                      <a:pt x="0" y="376725"/>
                      <a:pt x="0" y="318154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24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6</a:t>
                </a:r>
                <a:endParaRPr lang="zh-CN" altLang="en-US" sz="2400" b="1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1" name="Bullet6" descr="6e2b7684-55db-4350-ae09-a503cdf61d6b">
                <a:extLst>
                  <a:ext uri="{FF2B5EF4-FFF2-40B4-BE49-F238E27FC236}">
                    <a16:creationId id="{62FE7F93-2BA6-9581-080C-43858A68D8C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005038" y="3986759"/>
                <a:ext cx="2014761" cy="8584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kumimoji="1" lang="zh-CN" alt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加强国际合作</a:t>
                </a:r>
                <a:endParaRPr lang="en-US" dirty="0"/>
              </a:p>
            </p:txBody>
          </p:sp>
          <p:sp>
            <p:nvSpPr>
              <p:cNvPr id="142" name="Text6" descr="0cfaa7bb-1455-46bf-851a-1fbc2b6af32d">
                <a:extLst>
                  <a:ext uri="{FF2B5EF4-FFF2-40B4-BE49-F238E27FC236}">
                    <a16:creationId id="{AF7238DA-8F7A-F50C-3502-0C68825C5896}"/>
                  </a:ext>
                </a:extLst>
              </p:cNvPr>
              <p:cNvSpPr/>
              <p:nvPr/>
            </p:nvSpPr>
            <p:spPr>
              <a:xfrm>
                <a:off x="4005038" y="4845200"/>
                <a:ext cx="2014761" cy="1123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与国际知名企业和研究机构合作，拓展团队的全球视野和影响力。</a:t>
                </a:r>
                <a:endParaRPr lang="en-US" dirty="0"/>
              </a:p>
            </p:txBody>
          </p:sp>
        </p:grpSp>
        <p:grpSp>
          <p:nvGrpSpPr>
            <p:cNvPr id="166" name="组合 165" descr="95658d03-f277-47e8-bc73-e1fae46b66a4">
              <a:extLst>
                <a:ext uri="{FF2B5EF4-FFF2-40B4-BE49-F238E27FC236}">
                  <a16:creationId id="{C9486816-08A0-35C8-7337-07B60FAE00B3}"/>
                </a:ext>
              </a:extLst>
            </p:cNvPr>
            <p:cNvGrpSpPr/>
            <p:nvPr/>
          </p:nvGrpSpPr>
          <p:grpSpPr>
            <a:xfrm>
              <a:off x="6159500" y="3986759"/>
              <a:ext cx="2609850" cy="1982241"/>
              <a:chOff x="6159500" y="3986759"/>
              <a:chExt cx="2609850" cy="1982241"/>
            </a:xfrm>
          </p:grpSpPr>
          <p:sp>
            <p:nvSpPr>
              <p:cNvPr id="144" name="ComponentBackground7" descr="7dfe789c-9d22-4355-9fef-4ac12a755f74">
                <a:extLst>
                  <a:ext uri="{FF2B5EF4-FFF2-40B4-BE49-F238E27FC236}">
                    <a16:creationId id="{1DD4F28B-D1FB-EB4B-0A18-E052BFBCE5E9}"/>
                  </a:ext>
                </a:extLst>
              </p:cNvPr>
              <p:cNvSpPr/>
              <p:nvPr/>
            </p:nvSpPr>
            <p:spPr>
              <a:xfrm>
                <a:off x="6444662" y="3986759"/>
                <a:ext cx="2324688" cy="1982241"/>
              </a:xfrm>
              <a:prstGeom prst="roundRect">
                <a:avLst>
                  <a:gd name="adj" fmla="val 8000"/>
                </a:avLst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Number7" descr="154c4ae6-ce8a-4372-82c6-d41ed7142125">
                <a:extLst>
                  <a:ext uri="{FF2B5EF4-FFF2-40B4-BE49-F238E27FC236}">
                    <a16:creationId id="{D60EA75F-7E1E-D445-E9B0-BC06BCEAC5CB}"/>
                  </a:ext>
                </a:extLst>
              </p:cNvPr>
              <p:cNvSpPr/>
              <p:nvPr/>
            </p:nvSpPr>
            <p:spPr>
              <a:xfrm>
                <a:off x="6159500" y="4685441"/>
                <a:ext cx="570321" cy="584877"/>
              </a:xfrm>
              <a:custGeom>
                <a:avLst/>
                <a:gdLst>
                  <a:gd name="connsiteX0" fmla="*/ 0 w 636309"/>
                  <a:gd name="connsiteY0" fmla="*/ 318154 h 636309"/>
                  <a:gd name="connsiteX1" fmla="*/ 62124 w 636309"/>
                  <a:gd name="connsiteY1" fmla="*/ 168175 h 636309"/>
                  <a:gd name="connsiteX2" fmla="*/ 125467 w 636309"/>
                  <a:gd name="connsiteY2" fmla="*/ 125467 h 636309"/>
                  <a:gd name="connsiteX3" fmla="*/ 168175 w 636309"/>
                  <a:gd name="connsiteY3" fmla="*/ 62124 h 636309"/>
                  <a:gd name="connsiteX4" fmla="*/ 318154 w 636309"/>
                  <a:gd name="connsiteY4" fmla="*/ 0 h 636309"/>
                  <a:gd name="connsiteX5" fmla="*/ 468133 w 636309"/>
                  <a:gd name="connsiteY5" fmla="*/ 62124 h 636309"/>
                  <a:gd name="connsiteX6" fmla="*/ 510840 w 636309"/>
                  <a:gd name="connsiteY6" fmla="*/ 125466 h 636309"/>
                  <a:gd name="connsiteX7" fmla="*/ 574185 w 636309"/>
                  <a:gd name="connsiteY7" fmla="*/ 168175 h 636309"/>
                  <a:gd name="connsiteX8" fmla="*/ 636309 w 636309"/>
                  <a:gd name="connsiteY8" fmla="*/ 318154 h 636309"/>
                  <a:gd name="connsiteX9" fmla="*/ 574185 w 636309"/>
                  <a:gd name="connsiteY9" fmla="*/ 468133 h 636309"/>
                  <a:gd name="connsiteX10" fmla="*/ 510841 w 636309"/>
                  <a:gd name="connsiteY10" fmla="*/ 510841 h 636309"/>
                  <a:gd name="connsiteX11" fmla="*/ 468133 w 636309"/>
                  <a:gd name="connsiteY11" fmla="*/ 574185 h 636309"/>
                  <a:gd name="connsiteX12" fmla="*/ 318154 w 636309"/>
                  <a:gd name="connsiteY12" fmla="*/ 636309 h 636309"/>
                  <a:gd name="connsiteX13" fmla="*/ 168175 w 636309"/>
                  <a:gd name="connsiteY13" fmla="*/ 574185 h 636309"/>
                  <a:gd name="connsiteX14" fmla="*/ 125466 w 636309"/>
                  <a:gd name="connsiteY14" fmla="*/ 510840 h 636309"/>
                  <a:gd name="connsiteX15" fmla="*/ 62124 w 636309"/>
                  <a:gd name="connsiteY15" fmla="*/ 468133 h 636309"/>
                  <a:gd name="connsiteX16" fmla="*/ 0 w 636309"/>
                  <a:gd name="connsiteY16" fmla="*/ 318154 h 63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36309" h="636309">
                    <a:moveTo>
                      <a:pt x="0" y="318154"/>
                    </a:moveTo>
                    <a:cubicBezTo>
                      <a:pt x="0" y="259584"/>
                      <a:pt x="23740" y="206558"/>
                      <a:pt x="62124" y="168175"/>
                    </a:cubicBezTo>
                    <a:lnTo>
                      <a:pt x="125467" y="125467"/>
                    </a:lnTo>
                    <a:lnTo>
                      <a:pt x="168175" y="62124"/>
                    </a:lnTo>
                    <a:cubicBezTo>
                      <a:pt x="206558" y="23740"/>
                      <a:pt x="259584" y="0"/>
                      <a:pt x="318154" y="0"/>
                    </a:cubicBezTo>
                    <a:cubicBezTo>
                      <a:pt x="376725" y="0"/>
                      <a:pt x="429750" y="23741"/>
                      <a:pt x="468133" y="62124"/>
                    </a:cubicBezTo>
                    <a:lnTo>
                      <a:pt x="510840" y="125466"/>
                    </a:lnTo>
                    <a:lnTo>
                      <a:pt x="574185" y="168175"/>
                    </a:lnTo>
                    <a:cubicBezTo>
                      <a:pt x="612569" y="206558"/>
                      <a:pt x="636309" y="259584"/>
                      <a:pt x="636309" y="318154"/>
                    </a:cubicBezTo>
                    <a:cubicBezTo>
                      <a:pt x="636309" y="376725"/>
                      <a:pt x="612569" y="429750"/>
                      <a:pt x="574185" y="468133"/>
                    </a:cubicBezTo>
                    <a:lnTo>
                      <a:pt x="510841" y="510841"/>
                    </a:lnTo>
                    <a:lnTo>
                      <a:pt x="468133" y="574185"/>
                    </a:lnTo>
                    <a:cubicBezTo>
                      <a:pt x="429750" y="612569"/>
                      <a:pt x="376725" y="636309"/>
                      <a:pt x="318154" y="636309"/>
                    </a:cubicBezTo>
                    <a:cubicBezTo>
                      <a:pt x="259584" y="636309"/>
                      <a:pt x="206558" y="612569"/>
                      <a:pt x="168175" y="574185"/>
                    </a:cubicBezTo>
                    <a:lnTo>
                      <a:pt x="125466" y="510840"/>
                    </a:lnTo>
                    <a:lnTo>
                      <a:pt x="62124" y="468133"/>
                    </a:lnTo>
                    <a:cubicBezTo>
                      <a:pt x="23740" y="429750"/>
                      <a:pt x="0" y="376725"/>
                      <a:pt x="0" y="31815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24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7</a:t>
                </a:r>
                <a:endParaRPr lang="zh-CN" altLang="en-US" sz="2400" b="1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7" name="Bullet7" descr="17a081b6-12c0-4272-bb7e-653d29db95fe">
                <a:extLst>
                  <a:ext uri="{FF2B5EF4-FFF2-40B4-BE49-F238E27FC236}">
                    <a16:creationId id="{C1B267D4-48E8-F2B2-A717-DEF65B8FB12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754588" y="3986759"/>
                <a:ext cx="2014761" cy="8584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kumimoji="1" lang="zh-CN" alt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优化团队结构</a:t>
                </a:r>
                <a:endParaRPr lang="en-US" dirty="0"/>
              </a:p>
            </p:txBody>
          </p:sp>
          <p:sp>
            <p:nvSpPr>
              <p:cNvPr id="148" name="Text7" descr="5d36261d-da97-4473-b22d-d2eefa7d8956">
                <a:extLst>
                  <a:ext uri="{FF2B5EF4-FFF2-40B4-BE49-F238E27FC236}">
                    <a16:creationId id="{55F97221-C018-651B-14E6-7CBFEA10CE4C}"/>
                  </a:ext>
                </a:extLst>
              </p:cNvPr>
              <p:cNvSpPr/>
              <p:nvPr/>
            </p:nvSpPr>
            <p:spPr>
              <a:xfrm>
                <a:off x="6754588" y="4845200"/>
                <a:ext cx="2014761" cy="1123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定期评估团队配置，调整人员结构，提高整体效率和协作水平。</a:t>
                </a:r>
                <a:endParaRPr lang="en-US" dirty="0"/>
              </a:p>
            </p:txBody>
          </p:sp>
        </p:grpSp>
        <p:grpSp>
          <p:nvGrpSpPr>
            <p:cNvPr id="167" name="组合 166" descr="168fa038-9189-4e5f-b729-3e7b720bdfab">
              <a:extLst>
                <a:ext uri="{FF2B5EF4-FFF2-40B4-BE49-F238E27FC236}">
                  <a16:creationId id="{8F696A9B-8A9D-501C-A8F7-A0B57625D1F2}"/>
                </a:ext>
              </a:extLst>
            </p:cNvPr>
            <p:cNvGrpSpPr/>
            <p:nvPr/>
          </p:nvGrpSpPr>
          <p:grpSpPr>
            <a:xfrm>
              <a:off x="8909050" y="3986759"/>
              <a:ext cx="2609850" cy="1982241"/>
              <a:chOff x="8909050" y="3986759"/>
              <a:chExt cx="2609850" cy="1982241"/>
            </a:xfrm>
          </p:grpSpPr>
          <p:sp>
            <p:nvSpPr>
              <p:cNvPr id="150" name="ComponentBackground8" descr="7fa096e8-5ae1-4e59-a7d5-465e673aeb7c">
                <a:extLst>
                  <a:ext uri="{FF2B5EF4-FFF2-40B4-BE49-F238E27FC236}">
                    <a16:creationId id="{C57536A5-64BA-FCD1-E717-0DA28D936714}"/>
                  </a:ext>
                </a:extLst>
              </p:cNvPr>
              <p:cNvSpPr/>
              <p:nvPr/>
            </p:nvSpPr>
            <p:spPr>
              <a:xfrm>
                <a:off x="9194212" y="3986759"/>
                <a:ext cx="2324688" cy="1982241"/>
              </a:xfrm>
              <a:prstGeom prst="roundRect">
                <a:avLst>
                  <a:gd name="adj" fmla="val 8000"/>
                </a:avLst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Number8" descr="25acb3b7-868a-48f1-939e-49282a1dbc95">
                <a:extLst>
                  <a:ext uri="{FF2B5EF4-FFF2-40B4-BE49-F238E27FC236}">
                    <a16:creationId id="{4723A51C-BFF5-AB57-3300-5C480C9D7033}"/>
                  </a:ext>
                </a:extLst>
              </p:cNvPr>
              <p:cNvSpPr/>
              <p:nvPr/>
            </p:nvSpPr>
            <p:spPr>
              <a:xfrm>
                <a:off x="8909050" y="4685441"/>
                <a:ext cx="570321" cy="584877"/>
              </a:xfrm>
              <a:custGeom>
                <a:avLst/>
                <a:gdLst>
                  <a:gd name="connsiteX0" fmla="*/ 0 w 636309"/>
                  <a:gd name="connsiteY0" fmla="*/ 318154 h 636309"/>
                  <a:gd name="connsiteX1" fmla="*/ 62124 w 636309"/>
                  <a:gd name="connsiteY1" fmla="*/ 168175 h 636309"/>
                  <a:gd name="connsiteX2" fmla="*/ 125467 w 636309"/>
                  <a:gd name="connsiteY2" fmla="*/ 125467 h 636309"/>
                  <a:gd name="connsiteX3" fmla="*/ 168175 w 636309"/>
                  <a:gd name="connsiteY3" fmla="*/ 62124 h 636309"/>
                  <a:gd name="connsiteX4" fmla="*/ 318154 w 636309"/>
                  <a:gd name="connsiteY4" fmla="*/ 0 h 636309"/>
                  <a:gd name="connsiteX5" fmla="*/ 468133 w 636309"/>
                  <a:gd name="connsiteY5" fmla="*/ 62124 h 636309"/>
                  <a:gd name="connsiteX6" fmla="*/ 510840 w 636309"/>
                  <a:gd name="connsiteY6" fmla="*/ 125466 h 636309"/>
                  <a:gd name="connsiteX7" fmla="*/ 574185 w 636309"/>
                  <a:gd name="connsiteY7" fmla="*/ 168175 h 636309"/>
                  <a:gd name="connsiteX8" fmla="*/ 636309 w 636309"/>
                  <a:gd name="connsiteY8" fmla="*/ 318154 h 636309"/>
                  <a:gd name="connsiteX9" fmla="*/ 574185 w 636309"/>
                  <a:gd name="connsiteY9" fmla="*/ 468133 h 636309"/>
                  <a:gd name="connsiteX10" fmla="*/ 510841 w 636309"/>
                  <a:gd name="connsiteY10" fmla="*/ 510841 h 636309"/>
                  <a:gd name="connsiteX11" fmla="*/ 468133 w 636309"/>
                  <a:gd name="connsiteY11" fmla="*/ 574185 h 636309"/>
                  <a:gd name="connsiteX12" fmla="*/ 318154 w 636309"/>
                  <a:gd name="connsiteY12" fmla="*/ 636309 h 636309"/>
                  <a:gd name="connsiteX13" fmla="*/ 168175 w 636309"/>
                  <a:gd name="connsiteY13" fmla="*/ 574185 h 636309"/>
                  <a:gd name="connsiteX14" fmla="*/ 125466 w 636309"/>
                  <a:gd name="connsiteY14" fmla="*/ 510840 h 636309"/>
                  <a:gd name="connsiteX15" fmla="*/ 62124 w 636309"/>
                  <a:gd name="connsiteY15" fmla="*/ 468133 h 636309"/>
                  <a:gd name="connsiteX16" fmla="*/ 0 w 636309"/>
                  <a:gd name="connsiteY16" fmla="*/ 318154 h 63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36309" h="636309">
                    <a:moveTo>
                      <a:pt x="0" y="318154"/>
                    </a:moveTo>
                    <a:cubicBezTo>
                      <a:pt x="0" y="259584"/>
                      <a:pt x="23740" y="206558"/>
                      <a:pt x="62124" y="168175"/>
                    </a:cubicBezTo>
                    <a:lnTo>
                      <a:pt x="125467" y="125467"/>
                    </a:lnTo>
                    <a:lnTo>
                      <a:pt x="168175" y="62124"/>
                    </a:lnTo>
                    <a:cubicBezTo>
                      <a:pt x="206558" y="23740"/>
                      <a:pt x="259584" y="0"/>
                      <a:pt x="318154" y="0"/>
                    </a:cubicBezTo>
                    <a:cubicBezTo>
                      <a:pt x="376725" y="0"/>
                      <a:pt x="429750" y="23741"/>
                      <a:pt x="468133" y="62124"/>
                    </a:cubicBezTo>
                    <a:lnTo>
                      <a:pt x="510840" y="125466"/>
                    </a:lnTo>
                    <a:lnTo>
                      <a:pt x="574185" y="168175"/>
                    </a:lnTo>
                    <a:cubicBezTo>
                      <a:pt x="612569" y="206558"/>
                      <a:pt x="636309" y="259584"/>
                      <a:pt x="636309" y="318154"/>
                    </a:cubicBezTo>
                    <a:cubicBezTo>
                      <a:pt x="636309" y="376725"/>
                      <a:pt x="612569" y="429750"/>
                      <a:pt x="574185" y="468133"/>
                    </a:cubicBezTo>
                    <a:lnTo>
                      <a:pt x="510841" y="510841"/>
                    </a:lnTo>
                    <a:lnTo>
                      <a:pt x="468133" y="574185"/>
                    </a:lnTo>
                    <a:cubicBezTo>
                      <a:pt x="429750" y="612569"/>
                      <a:pt x="376725" y="636309"/>
                      <a:pt x="318154" y="636309"/>
                    </a:cubicBezTo>
                    <a:cubicBezTo>
                      <a:pt x="259584" y="636309"/>
                      <a:pt x="206558" y="612569"/>
                      <a:pt x="168175" y="574185"/>
                    </a:cubicBezTo>
                    <a:lnTo>
                      <a:pt x="125466" y="510840"/>
                    </a:lnTo>
                    <a:lnTo>
                      <a:pt x="62124" y="468133"/>
                    </a:lnTo>
                    <a:cubicBezTo>
                      <a:pt x="23740" y="429750"/>
                      <a:pt x="0" y="376725"/>
                      <a:pt x="0" y="31815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24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8</a:t>
                </a:r>
                <a:endParaRPr lang="zh-CN" altLang="en-US" sz="2400" b="1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3" name="Bullet8" descr="4098e7a0-b83d-4e41-beea-917b231f2d1d">
                <a:extLst>
                  <a:ext uri="{FF2B5EF4-FFF2-40B4-BE49-F238E27FC236}">
                    <a16:creationId id="{FFD90A6C-FA57-8FC0-B4AA-EC11A4CF118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04138" y="3986759"/>
                <a:ext cx="2014761" cy="8584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kumimoji="1" lang="zh-CN" alt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提升客户满意度</a:t>
                </a:r>
                <a:endParaRPr lang="en-US" dirty="0"/>
              </a:p>
            </p:txBody>
          </p:sp>
          <p:sp>
            <p:nvSpPr>
              <p:cNvPr id="154" name="Text8" descr="e1e7672d-bfaf-4085-b097-b3a664ac941d">
                <a:extLst>
                  <a:ext uri="{FF2B5EF4-FFF2-40B4-BE49-F238E27FC236}">
                    <a16:creationId id="{DBDCB5BA-AADC-3D80-D321-4920F2BB515B}"/>
                  </a:ext>
                </a:extLst>
              </p:cNvPr>
              <p:cNvSpPr/>
              <p:nvPr/>
            </p:nvSpPr>
            <p:spPr>
              <a:xfrm>
                <a:off x="9504138" y="4845200"/>
                <a:ext cx="2014761" cy="1123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聚焦客户需求，持续改进产品和服务质量，确保客户满意度的提升。</a:t>
                </a:r>
                <a:endParaRPr lang="en-US" dirty="0"/>
              </a:p>
            </p:txBody>
          </p:sp>
        </p:grpSp>
      </p:grpSp>
      <p:sp>
        <p:nvSpPr>
          <p:cNvPr id="2" name="" descr="35a15f7c-9d27-4f27-bcb9-d0ad115e013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团队发展愿景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47" name="dfb95d0d-73b7-4616-8845-d96a939ccda8.source.6.zh-Hans.pptx" descr="5e849c8c-f505-4cd6-9025-dabb939fb318">
            <a:extLst>
              <a:ext uri="{FF2B5EF4-FFF2-40B4-BE49-F238E27FC236}">
                <a16:creationId id="{157E2022-392C-531A-1D2E-51081802D5F5}"/>
              </a:ext>
            </a:extLst>
          </p:cNvPr>
          <p:cNvGrpSpPr/>
          <p:nvPr/>
        </p:nvGrpSpPr>
        <p:grpSpPr>
          <a:xfrm>
            <a:off x="673100" y="1122569"/>
            <a:ext cx="10874376" cy="4779152"/>
            <a:chOff x="673100" y="1122569"/>
            <a:chExt cx="10874376" cy="4779152"/>
          </a:xfrm>
        </p:grpSpPr>
        <p:sp>
          <p:nvSpPr>
            <p:cNvPr id="36" name="Title" descr="e3647b97-f71a-42fe-89c8-732e05e86866">
              <a:extLst>
                <a:ext uri="{FF2B5EF4-FFF2-40B4-BE49-F238E27FC236}">
                  <a16:creationId id="{5B5C5DDD-73BE-DC4D-5CDC-29BC6CDA373B}"/>
                </a:ext>
              </a:extLst>
            </p:cNvPr>
            <p:cNvSpPr txBox="1"/>
            <p:nvPr/>
          </p:nvSpPr>
          <p:spPr>
            <a:xfrm>
              <a:off x="673100" y="1122569"/>
              <a:ext cx="10874376" cy="104725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 dirty="0">
                  <a:cs typeface="+mn-ea"/>
                  <a:sym typeface="+mn-lt"/>
                </a:rPr>
                <a:t>为实现愿景而制定的具体行动计划</a:t>
              </a:r>
              <a:endParaRPr lang="en-US" dirty="0"/>
            </a:p>
          </p:txBody>
        </p:sp>
        <p:grpSp>
          <p:nvGrpSpPr>
            <p:cNvPr id="46" name="组合 45" descr="9e074771-f33e-4852-9562-c59f015691d2">
              <a:extLst>
                <a:ext uri="{FF2B5EF4-FFF2-40B4-BE49-F238E27FC236}">
                  <a16:creationId id="{80139099-874E-A763-BAB1-732F77B95842}"/>
                </a:ext>
              </a:extLst>
            </p:cNvPr>
            <p:cNvGrpSpPr/>
            <p:nvPr/>
          </p:nvGrpSpPr>
          <p:grpSpPr>
            <a:xfrm>
              <a:off x="673100" y="2445485"/>
              <a:ext cx="10845800" cy="3456236"/>
              <a:chOff x="673100" y="2445485"/>
              <a:chExt cx="10845800" cy="3456236"/>
            </a:xfrm>
          </p:grpSpPr>
          <p:grpSp>
            <p:nvGrpSpPr>
              <p:cNvPr id="40" name="组合 39" descr="e1668888-bfd9-49e0-9abb-6253825788d8">
                <a:extLst>
                  <a:ext uri="{FF2B5EF4-FFF2-40B4-BE49-F238E27FC236}">
                    <a16:creationId id="{6827454B-BCD3-17CE-A3A8-371CB78FD36D}"/>
                  </a:ext>
                </a:extLst>
              </p:cNvPr>
              <p:cNvGrpSpPr/>
              <p:nvPr/>
            </p:nvGrpSpPr>
            <p:grpSpPr>
              <a:xfrm>
                <a:off x="673100" y="2445486"/>
                <a:ext cx="5378453" cy="1134319"/>
                <a:chOff x="673100" y="2445486"/>
                <a:chExt cx="5378453" cy="1134319"/>
              </a:xfrm>
            </p:grpSpPr>
            <p:sp>
              <p:nvSpPr>
                <p:cNvPr id="26" name="Text1" descr="297d4462-d738-4568-9aac-2ecf123bf496">
                  <a:extLst>
                    <a:ext uri="{FF2B5EF4-FFF2-40B4-BE49-F238E27FC236}">
                      <a16:creationId id="{FB53CFD5-5F98-A440-EAD7-F9388A6560CB}"/>
                    </a:ext>
                  </a:extLst>
                </p:cNvPr>
                <p:cNvSpPr txBox="1"/>
                <p:nvPr/>
              </p:nvSpPr>
              <p:spPr>
                <a:xfrm>
                  <a:off x="673100" y="2928990"/>
                  <a:ext cx="3108325" cy="601981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>
                      <a:cs typeface="+mn-ea"/>
                      <a:sym typeface="+mn-lt"/>
                    </a:rPr>
                    <a:t>在接下来的六个月里，重点提升团队技术能力，通过内部培训与外部资源相结合。</a:t>
                  </a:r>
                  <a:endParaRPr lang="en-US" dirty="0"/>
                </a:p>
              </p:txBody>
            </p:sp>
            <p:sp>
              <p:nvSpPr>
                <p:cNvPr id="27" name="Bullet1" descr="64a237a3-34cf-4a37-97ff-c9336ca3149b">
                  <a:extLst>
                    <a:ext uri="{FF2B5EF4-FFF2-40B4-BE49-F238E27FC236}">
                      <a16:creationId id="{0B36A583-394A-9316-E311-F734F5F8D8B1}"/>
                    </a:ext>
                  </a:extLst>
                </p:cNvPr>
                <p:cNvSpPr txBox="1"/>
                <p:nvPr/>
              </p:nvSpPr>
              <p:spPr>
                <a:xfrm>
                  <a:off x="673100" y="2445486"/>
                  <a:ext cx="3108325" cy="483503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r"/>
                  <a:r>
                    <a:rPr lang="zh-CN" altLang="en-US" sz="1600" b="1" dirty="0">
                      <a:cs typeface="+mn-ea"/>
                      <a:sym typeface="+mn-lt"/>
                    </a:rPr>
                    <a:t>短期计划</a:t>
                  </a:r>
                  <a:endParaRPr lang="en-US" dirty="0"/>
                </a:p>
              </p:txBody>
            </p:sp>
            <p:cxnSp>
              <p:nvCxnSpPr>
                <p:cNvPr id="4" name="íśḷíḍe" descr="cea3f0c7-ef0e-49a2-876a-38e00e4c19a6">
                  <a:extLst>
                    <a:ext uri="{FF2B5EF4-FFF2-40B4-BE49-F238E27FC236}">
                      <a16:creationId id="{2A7008B3-49F3-8767-C7E2-B0865DE055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48099" y="3059847"/>
                  <a:ext cx="1228726" cy="0"/>
                </a:xfrm>
                <a:prstGeom prst="line">
                  <a:avLst/>
                </a:prstGeom>
                <a:ln w="12700" cap="rnd">
                  <a:solidFill>
                    <a:schemeClr val="accent2">
                      <a:lumMod val="100000"/>
                      <a:alpha val="50000"/>
                    </a:schemeClr>
                  </a:solidFill>
                  <a:round/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" name="Number1" descr="e234f694-3dfa-41a1-a5d8-5381abba9113">
                  <a:extLst>
                    <a:ext uri="{FF2B5EF4-FFF2-40B4-BE49-F238E27FC236}">
                      <a16:creationId id="{100635D8-E7CC-F312-A599-5BD7249AACAA}"/>
                    </a:ext>
                  </a:extLst>
                </p:cNvPr>
                <p:cNvSpPr/>
                <p:nvPr/>
              </p:nvSpPr>
              <p:spPr>
                <a:xfrm>
                  <a:off x="5076825" y="2461683"/>
                  <a:ext cx="974728" cy="1118122"/>
                </a:xfrm>
                <a:prstGeom prst="roundRect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400" b="1" dirty="0"/>
                    <a:t>01</a:t>
                  </a:r>
                  <a:endParaRPr lang="zh-CN" altLang="en-US" sz="2400" b="1" dirty="0"/>
                </a:p>
              </p:txBody>
            </p:sp>
          </p:grpSp>
          <p:grpSp>
            <p:nvGrpSpPr>
              <p:cNvPr id="45" name="组合 44" descr="e0bb5039-af13-4866-b2e5-3dd9e879427b">
                <a:extLst>
                  <a:ext uri="{FF2B5EF4-FFF2-40B4-BE49-F238E27FC236}">
                    <a16:creationId id="{D1B573E1-F992-6334-ADC3-D633006839F8}"/>
                  </a:ext>
                </a:extLst>
              </p:cNvPr>
              <p:cNvGrpSpPr/>
              <p:nvPr/>
            </p:nvGrpSpPr>
            <p:grpSpPr>
              <a:xfrm>
                <a:off x="6140446" y="2445485"/>
                <a:ext cx="5378454" cy="1134320"/>
                <a:chOff x="6140446" y="2445485"/>
                <a:chExt cx="5378454" cy="1134320"/>
              </a:xfrm>
            </p:grpSpPr>
            <p:sp>
              <p:nvSpPr>
                <p:cNvPr id="20" name="Text2" descr="50e55887-a352-40e4-afe8-092110b295c8">
                  <a:extLst>
                    <a:ext uri="{FF2B5EF4-FFF2-40B4-BE49-F238E27FC236}">
                      <a16:creationId id="{ED140428-66B2-6AEE-466C-B183510F5015}"/>
                    </a:ext>
                  </a:extLst>
                </p:cNvPr>
                <p:cNvSpPr txBox="1"/>
                <p:nvPr/>
              </p:nvSpPr>
              <p:spPr>
                <a:xfrm>
                  <a:off x="8410575" y="2928989"/>
                  <a:ext cx="3108325" cy="601981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>
                      <a:cs typeface="+mn-ea"/>
                      <a:sym typeface="+mn-lt"/>
                    </a:rPr>
                    <a:t>未来一至两年内，加强团队在行业内的影响力，通过参与大型项目与发表研究成果。</a:t>
                  </a:r>
                  <a:endParaRPr lang="en-US" dirty="0"/>
                </a:p>
              </p:txBody>
            </p:sp>
            <p:sp>
              <p:nvSpPr>
                <p:cNvPr id="21" name="Bullet2" descr="147a83fe-ddea-4401-8756-704eb27f1e04">
                  <a:extLst>
                    <a:ext uri="{FF2B5EF4-FFF2-40B4-BE49-F238E27FC236}">
                      <a16:creationId id="{6468C70F-CC32-0DEB-120F-C3D0A1490BF3}"/>
                    </a:ext>
                  </a:extLst>
                </p:cNvPr>
                <p:cNvSpPr txBox="1"/>
                <p:nvPr/>
              </p:nvSpPr>
              <p:spPr>
                <a:xfrm>
                  <a:off x="8410575" y="2445485"/>
                  <a:ext cx="3108325" cy="483503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/>
                  <a:r>
                    <a:rPr lang="zh-CN" altLang="en-US" sz="1600" b="1" dirty="0">
                      <a:cs typeface="+mn-ea"/>
                      <a:sym typeface="+mn-lt"/>
                    </a:rPr>
                    <a:t>中期计划</a:t>
                  </a:r>
                  <a:endParaRPr lang="en-US" dirty="0"/>
                </a:p>
              </p:txBody>
            </p:sp>
            <p:cxnSp>
              <p:nvCxnSpPr>
                <p:cNvPr id="10" name="î$ļîdê" descr="fac9b454-bae4-48f1-97ff-3c30ec3c8837">
                  <a:extLst>
                    <a:ext uri="{FF2B5EF4-FFF2-40B4-BE49-F238E27FC236}">
                      <a16:creationId id="{C18F82E0-FA9E-533C-F061-79EE13A15F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15175" y="3059846"/>
                  <a:ext cx="1228726" cy="0"/>
                </a:xfrm>
                <a:prstGeom prst="line">
                  <a:avLst/>
                </a:prstGeom>
                <a:ln w="12700" cap="rnd">
                  <a:solidFill>
                    <a:schemeClr val="accent2">
                      <a:lumMod val="100000"/>
                      <a:alpha val="50000"/>
                    </a:schemeClr>
                  </a:solidFill>
                  <a:round/>
                  <a:headEnd type="none"/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" name="Number2" descr="9053745a-84b9-4201-a33c-51dab8ed893e">
                  <a:extLst>
                    <a:ext uri="{FF2B5EF4-FFF2-40B4-BE49-F238E27FC236}">
                      <a16:creationId id="{3A167E28-05F5-8382-9BB9-F1FE1AD68B9A}"/>
                    </a:ext>
                  </a:extLst>
                </p:cNvPr>
                <p:cNvSpPr/>
                <p:nvPr/>
              </p:nvSpPr>
              <p:spPr>
                <a:xfrm>
                  <a:off x="6140446" y="2461683"/>
                  <a:ext cx="974728" cy="1118122"/>
                </a:xfrm>
                <a:prstGeom prst="roundRect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400" b="1" dirty="0"/>
                    <a:t>04</a:t>
                  </a:r>
                  <a:endParaRPr lang="zh-CN" altLang="en-US" sz="2400" b="1" dirty="0"/>
                </a:p>
              </p:txBody>
            </p:sp>
          </p:grpSp>
          <p:grpSp>
            <p:nvGrpSpPr>
              <p:cNvPr id="41" name="组合 40" descr="0fc51626-6431-4fdd-ba03-440f94cb1dc9">
                <a:extLst>
                  <a:ext uri="{FF2B5EF4-FFF2-40B4-BE49-F238E27FC236}">
                    <a16:creationId id="{CC697C41-E14C-03C4-7487-F4B47D78A9AD}"/>
                  </a:ext>
                </a:extLst>
              </p:cNvPr>
              <p:cNvGrpSpPr/>
              <p:nvPr/>
            </p:nvGrpSpPr>
            <p:grpSpPr>
              <a:xfrm>
                <a:off x="673100" y="3586893"/>
                <a:ext cx="5378453" cy="1153870"/>
                <a:chOff x="673100" y="3586893"/>
                <a:chExt cx="5378453" cy="1153870"/>
              </a:xfrm>
            </p:grpSpPr>
            <p:sp>
              <p:nvSpPr>
                <p:cNvPr id="24" name="Text3" descr="8c8e30b7-1b14-4dbc-954d-f3d832d1756c">
                  <a:extLst>
                    <a:ext uri="{FF2B5EF4-FFF2-40B4-BE49-F238E27FC236}">
                      <a16:creationId id="{F41534AC-9ED4-B69F-531A-47BAE51C794A}"/>
                    </a:ext>
                  </a:extLst>
                </p:cNvPr>
                <p:cNvSpPr txBox="1"/>
                <p:nvPr/>
              </p:nvSpPr>
              <p:spPr>
                <a:xfrm>
                  <a:off x="673100" y="4070397"/>
                  <a:ext cx="3108325" cy="601981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>
                      <a:cs typeface="+mn-ea"/>
                      <a:sym typeface="+mn-lt"/>
                    </a:rPr>
                    <a:t>三至五年内，打造一个具有国际竞争力的技术团队，通过持续的技术创新和人才培养。</a:t>
                  </a:r>
                  <a:endParaRPr lang="en-US" dirty="0"/>
                </a:p>
              </p:txBody>
            </p:sp>
            <p:sp>
              <p:nvSpPr>
                <p:cNvPr id="25" name="Bullet3" descr="e5954200-c5da-4e86-97f6-e828aaecf410">
                  <a:extLst>
                    <a:ext uri="{FF2B5EF4-FFF2-40B4-BE49-F238E27FC236}">
                      <a16:creationId id="{74D4B454-47BE-93E6-1FA7-8FD93ACB7505}"/>
                    </a:ext>
                  </a:extLst>
                </p:cNvPr>
                <p:cNvSpPr txBox="1"/>
                <p:nvPr/>
              </p:nvSpPr>
              <p:spPr>
                <a:xfrm>
                  <a:off x="673100" y="3586893"/>
                  <a:ext cx="3108325" cy="483503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r"/>
                  <a:r>
                    <a:rPr lang="zh-CN" altLang="en-US" sz="1600" b="1" dirty="0">
                      <a:cs typeface="+mn-ea"/>
                      <a:sym typeface="+mn-lt"/>
                    </a:rPr>
                    <a:t>长期计划</a:t>
                  </a:r>
                  <a:endParaRPr lang="en-US" dirty="0"/>
                </a:p>
              </p:txBody>
            </p:sp>
            <p:cxnSp>
              <p:nvCxnSpPr>
                <p:cNvPr id="8" name="íSľîḋê" descr="7748d2c9-200f-4eec-8ec3-72b56e3d47be">
                  <a:extLst>
                    <a:ext uri="{FF2B5EF4-FFF2-40B4-BE49-F238E27FC236}">
                      <a16:creationId id="{AA1ABBFD-BCA2-AB8C-4220-7CE93C6EAB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48100" y="4201254"/>
                  <a:ext cx="1228725" cy="0"/>
                </a:xfrm>
                <a:prstGeom prst="line">
                  <a:avLst/>
                </a:prstGeom>
                <a:ln w="12700" cap="rnd">
                  <a:solidFill>
                    <a:schemeClr val="accent2">
                      <a:lumMod val="100000"/>
                      <a:alpha val="50000"/>
                    </a:schemeClr>
                  </a:solidFill>
                  <a:round/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Number3" descr="86344900-92bc-430d-a5fa-c74dd453deb5">
                  <a:extLst>
                    <a:ext uri="{FF2B5EF4-FFF2-40B4-BE49-F238E27FC236}">
                      <a16:creationId id="{32F65F9A-CD3E-A4A0-E415-ABB3A33AEC68}"/>
                    </a:ext>
                  </a:extLst>
                </p:cNvPr>
                <p:cNvSpPr/>
                <p:nvPr/>
              </p:nvSpPr>
              <p:spPr>
                <a:xfrm>
                  <a:off x="5076825" y="3622641"/>
                  <a:ext cx="974728" cy="1118122"/>
                </a:xfrm>
                <a:prstGeom prst="roundRect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400" b="1" dirty="0"/>
                    <a:t>02</a:t>
                  </a:r>
                  <a:endParaRPr lang="zh-CN" altLang="en-US" sz="2400" b="1" dirty="0"/>
                </a:p>
              </p:txBody>
            </p:sp>
          </p:grpSp>
          <p:grpSp>
            <p:nvGrpSpPr>
              <p:cNvPr id="44" name="组合 43" descr="5c9d5334-0f87-4de8-bcb9-a66a18f132fe">
                <a:extLst>
                  <a:ext uri="{FF2B5EF4-FFF2-40B4-BE49-F238E27FC236}">
                    <a16:creationId id="{17EECF8A-8689-CBB4-6C29-EDDFFE8E9E38}"/>
                  </a:ext>
                </a:extLst>
              </p:cNvPr>
              <p:cNvGrpSpPr/>
              <p:nvPr/>
            </p:nvGrpSpPr>
            <p:grpSpPr>
              <a:xfrm>
                <a:off x="6140446" y="3586892"/>
                <a:ext cx="5378454" cy="1153871"/>
                <a:chOff x="6140446" y="3586892"/>
                <a:chExt cx="5378454" cy="1153871"/>
              </a:xfrm>
            </p:grpSpPr>
            <p:sp>
              <p:nvSpPr>
                <p:cNvPr id="18" name="Text4" descr="6c8c81fd-5b08-48b3-bb9b-c4b54bc565ae">
                  <a:extLst>
                    <a:ext uri="{FF2B5EF4-FFF2-40B4-BE49-F238E27FC236}">
                      <a16:creationId id="{7736805C-1817-4470-F60F-D117D26FD5A5}"/>
                    </a:ext>
                  </a:extLst>
                </p:cNvPr>
                <p:cNvSpPr txBox="1"/>
                <p:nvPr/>
              </p:nvSpPr>
              <p:spPr>
                <a:xfrm>
                  <a:off x="8410575" y="4070396"/>
                  <a:ext cx="3108325" cy="601981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>
                      <a:cs typeface="+mn-ea"/>
                      <a:sym typeface="+mn-lt"/>
                    </a:rPr>
                    <a:t>优化资源分配，确保关键项目获得足够支持，提高整体效率和成果。</a:t>
                  </a:r>
                  <a:endParaRPr lang="en-US" dirty="0"/>
                </a:p>
              </p:txBody>
            </p:sp>
            <p:sp>
              <p:nvSpPr>
                <p:cNvPr id="19" name="Bullet4" descr="4b06cf6d-53ac-4a3a-b66f-bf67c60bb343">
                  <a:extLst>
                    <a:ext uri="{FF2B5EF4-FFF2-40B4-BE49-F238E27FC236}">
                      <a16:creationId id="{0EA77831-CBA3-A6D8-B4EE-CA9419896913}"/>
                    </a:ext>
                  </a:extLst>
                </p:cNvPr>
                <p:cNvSpPr txBox="1"/>
                <p:nvPr/>
              </p:nvSpPr>
              <p:spPr>
                <a:xfrm>
                  <a:off x="8410575" y="3586892"/>
                  <a:ext cx="3108325" cy="483503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/>
                  <a:r>
                    <a:rPr lang="zh-CN" altLang="en-US" sz="1600" b="1" dirty="0">
                      <a:cs typeface="+mn-ea"/>
                      <a:sym typeface="+mn-lt"/>
                    </a:rPr>
                    <a:t>资源配置</a:t>
                  </a:r>
                  <a:endParaRPr lang="en-US" dirty="0"/>
                </a:p>
              </p:txBody>
            </p:sp>
            <p:cxnSp>
              <p:nvCxnSpPr>
                <p:cNvPr id="14" name="îšlïďê" descr="9e03c39f-e435-4639-986f-390464456c1a">
                  <a:extLst>
                    <a:ext uri="{FF2B5EF4-FFF2-40B4-BE49-F238E27FC236}">
                      <a16:creationId id="{F9987B82-27FD-94D6-0280-6A8F111348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15175" y="4201253"/>
                  <a:ext cx="1228725" cy="0"/>
                </a:xfrm>
                <a:prstGeom prst="line">
                  <a:avLst/>
                </a:prstGeom>
                <a:ln w="12700" cap="rnd">
                  <a:solidFill>
                    <a:schemeClr val="accent2">
                      <a:lumMod val="100000"/>
                      <a:alpha val="50000"/>
                    </a:schemeClr>
                  </a:solidFill>
                  <a:round/>
                  <a:headEnd type="none"/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" name="Number4" descr="5a2dbb38-9626-4b90-8cc1-7eaf90422308">
                  <a:extLst>
                    <a:ext uri="{FF2B5EF4-FFF2-40B4-BE49-F238E27FC236}">
                      <a16:creationId id="{E2D1FFBF-18CB-6586-5A34-0F73DBA74F90}"/>
                    </a:ext>
                  </a:extLst>
                </p:cNvPr>
                <p:cNvSpPr/>
                <p:nvPr/>
              </p:nvSpPr>
              <p:spPr>
                <a:xfrm>
                  <a:off x="6140446" y="3622641"/>
                  <a:ext cx="974728" cy="1118122"/>
                </a:xfrm>
                <a:prstGeom prst="roundRect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400" b="1" dirty="0"/>
                    <a:t>05</a:t>
                  </a:r>
                  <a:endParaRPr lang="zh-CN" altLang="en-US" sz="2400" b="1" dirty="0"/>
                </a:p>
              </p:txBody>
            </p:sp>
          </p:grpSp>
          <p:grpSp>
            <p:nvGrpSpPr>
              <p:cNvPr id="42" name="组合 41" descr="719b0443-0c64-4243-9f07-a28e46996739">
                <a:extLst>
                  <a:ext uri="{FF2B5EF4-FFF2-40B4-BE49-F238E27FC236}">
                    <a16:creationId id="{99290371-204A-654D-84DA-3DC0A3AF4210}"/>
                  </a:ext>
                </a:extLst>
              </p:cNvPr>
              <p:cNvGrpSpPr/>
              <p:nvPr/>
            </p:nvGrpSpPr>
            <p:grpSpPr>
              <a:xfrm>
                <a:off x="673100" y="4728300"/>
                <a:ext cx="5378453" cy="1173421"/>
                <a:chOff x="673100" y="4728300"/>
                <a:chExt cx="5378453" cy="1173421"/>
              </a:xfrm>
            </p:grpSpPr>
            <p:sp>
              <p:nvSpPr>
                <p:cNvPr id="22" name="Text5" descr="b876659a-2b0e-4bf9-aabf-3a8f4dd41b0a">
                  <a:extLst>
                    <a:ext uri="{FF2B5EF4-FFF2-40B4-BE49-F238E27FC236}">
                      <a16:creationId id="{A3FF17FD-0ACB-D77E-211A-6266A7114AF3}"/>
                    </a:ext>
                  </a:extLst>
                </p:cNvPr>
                <p:cNvSpPr txBox="1"/>
                <p:nvPr/>
              </p:nvSpPr>
              <p:spPr>
                <a:xfrm>
                  <a:off x="673100" y="5211804"/>
                  <a:ext cx="3108325" cy="601981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>
                      <a:cs typeface="+mn-ea"/>
                      <a:sym typeface="+mn-lt"/>
                    </a:rPr>
                    <a:t>建立风险识别和管理机制，定期评估项目进展，及时应对潜在问题。</a:t>
                  </a:r>
                  <a:endParaRPr lang="en-US" dirty="0"/>
                </a:p>
              </p:txBody>
            </p:sp>
            <p:sp>
              <p:nvSpPr>
                <p:cNvPr id="23" name="Bullet5" descr="07e2a9d2-fe39-4411-b76b-498336f01cdb">
                  <a:extLst>
                    <a:ext uri="{FF2B5EF4-FFF2-40B4-BE49-F238E27FC236}">
                      <a16:creationId id="{2FD2F274-F288-0B5D-4F7B-0A93A3CBADB9}"/>
                    </a:ext>
                  </a:extLst>
                </p:cNvPr>
                <p:cNvSpPr txBox="1"/>
                <p:nvPr/>
              </p:nvSpPr>
              <p:spPr>
                <a:xfrm>
                  <a:off x="673100" y="4728300"/>
                  <a:ext cx="3108325" cy="483503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r"/>
                  <a:r>
                    <a:rPr lang="zh-CN" altLang="en-US" sz="1600" b="1" dirty="0">
                      <a:cs typeface="+mn-ea"/>
                      <a:sym typeface="+mn-lt"/>
                    </a:rPr>
                    <a:t>风险管理</a:t>
                  </a:r>
                  <a:endParaRPr lang="en-US" dirty="0"/>
                </a:p>
              </p:txBody>
            </p:sp>
            <p:cxnSp>
              <p:nvCxnSpPr>
                <p:cNvPr id="5" name="ïŝļïḋê" descr="6afcf1c1-1d8c-48c2-9927-c5e67fbf7005">
                  <a:extLst>
                    <a:ext uri="{FF2B5EF4-FFF2-40B4-BE49-F238E27FC236}">
                      <a16:creationId id="{6EDF1F83-9742-7678-EACA-A4F5F4A26ABA}"/>
                    </a:ext>
                  </a:extLst>
                </p:cNvPr>
                <p:cNvCxnSpPr/>
                <p:nvPr/>
              </p:nvCxnSpPr>
              <p:spPr>
                <a:xfrm>
                  <a:off x="3848099" y="5342661"/>
                  <a:ext cx="1228726" cy="0"/>
                </a:xfrm>
                <a:prstGeom prst="line">
                  <a:avLst/>
                </a:prstGeom>
                <a:ln w="12700" cap="rnd">
                  <a:solidFill>
                    <a:schemeClr val="accent2">
                      <a:lumMod val="100000"/>
                      <a:alpha val="50000"/>
                    </a:schemeClr>
                  </a:solidFill>
                  <a:round/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Number5" descr="1b5793bc-3ef9-426c-bd89-461c51989751">
                  <a:extLst>
                    <a:ext uri="{FF2B5EF4-FFF2-40B4-BE49-F238E27FC236}">
                      <a16:creationId id="{4FC8B7D1-6118-DD0F-C905-EF8409653455}"/>
                    </a:ext>
                  </a:extLst>
                </p:cNvPr>
                <p:cNvSpPr/>
                <p:nvPr/>
              </p:nvSpPr>
              <p:spPr>
                <a:xfrm>
                  <a:off x="5076825" y="4783599"/>
                  <a:ext cx="974728" cy="1118122"/>
                </a:xfrm>
                <a:prstGeom prst="roundRect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400" b="1" dirty="0"/>
                    <a:t>03</a:t>
                  </a:r>
                  <a:endParaRPr lang="zh-CN" altLang="en-US" sz="2400" b="1" dirty="0"/>
                </a:p>
              </p:txBody>
            </p:sp>
          </p:grpSp>
          <p:grpSp>
            <p:nvGrpSpPr>
              <p:cNvPr id="43" name="组合 42" descr="4fa17949-ad93-4abe-bd07-3d8ad2e5d6b0">
                <a:extLst>
                  <a:ext uri="{FF2B5EF4-FFF2-40B4-BE49-F238E27FC236}">
                    <a16:creationId id="{1BF0FA12-DA90-5387-D875-87AC2DAE1507}"/>
                  </a:ext>
                </a:extLst>
              </p:cNvPr>
              <p:cNvGrpSpPr/>
              <p:nvPr/>
            </p:nvGrpSpPr>
            <p:grpSpPr>
              <a:xfrm>
                <a:off x="6140446" y="4728299"/>
                <a:ext cx="5378454" cy="1173422"/>
                <a:chOff x="6140446" y="4728299"/>
                <a:chExt cx="5378454" cy="1173422"/>
              </a:xfrm>
            </p:grpSpPr>
            <p:sp>
              <p:nvSpPr>
                <p:cNvPr id="16" name="Text6" descr="98dca3e7-6105-4659-83b2-0864fc3eecbd">
                  <a:extLst>
                    <a:ext uri="{FF2B5EF4-FFF2-40B4-BE49-F238E27FC236}">
                      <a16:creationId id="{6CE1620A-F483-E2EB-713D-6C072C44540A}"/>
                    </a:ext>
                  </a:extLst>
                </p:cNvPr>
                <p:cNvSpPr txBox="1"/>
                <p:nvPr/>
              </p:nvSpPr>
              <p:spPr>
                <a:xfrm>
                  <a:off x="8410575" y="5211803"/>
                  <a:ext cx="3108325" cy="601981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>
                      <a:cs typeface="+mn-ea"/>
                      <a:sym typeface="+mn-lt"/>
                    </a:rPr>
                    <a:t>制定科学合理的绩效评估体系，每季度审核进展，确保持续改进和提升。</a:t>
                  </a:r>
                  <a:endParaRPr lang="en-US" dirty="0"/>
                </a:p>
              </p:txBody>
            </p:sp>
            <p:sp>
              <p:nvSpPr>
                <p:cNvPr id="17" name="Bullet6" descr="ab02650c-9e99-4d72-ab80-c761d453afa4">
                  <a:extLst>
                    <a:ext uri="{FF2B5EF4-FFF2-40B4-BE49-F238E27FC236}">
                      <a16:creationId id="{154C1E78-6CB7-1490-1B84-1E66978CA9AE}"/>
                    </a:ext>
                  </a:extLst>
                </p:cNvPr>
                <p:cNvSpPr txBox="1"/>
                <p:nvPr/>
              </p:nvSpPr>
              <p:spPr>
                <a:xfrm>
                  <a:off x="8410575" y="4728299"/>
                  <a:ext cx="3108325" cy="483503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/>
                  <a:r>
                    <a:rPr lang="zh-CN" altLang="en-US" sz="1600" b="1" dirty="0">
                      <a:cs typeface="+mn-ea"/>
                      <a:sym typeface="+mn-lt"/>
                    </a:rPr>
                    <a:t>绩效评估</a:t>
                  </a:r>
                  <a:endParaRPr lang="en-US" dirty="0"/>
                </a:p>
              </p:txBody>
            </p:sp>
            <p:cxnSp>
              <p:nvCxnSpPr>
                <p:cNvPr id="11" name="îşļiḋê" descr="c06bb44f-391e-4738-aa54-3739f9b135cc">
                  <a:extLst>
                    <a:ext uri="{FF2B5EF4-FFF2-40B4-BE49-F238E27FC236}">
                      <a16:creationId id="{0AA01BCB-01F0-0469-65F7-2B0EA2F99D11}"/>
                    </a:ext>
                  </a:extLst>
                </p:cNvPr>
                <p:cNvCxnSpPr/>
                <p:nvPr/>
              </p:nvCxnSpPr>
              <p:spPr>
                <a:xfrm>
                  <a:off x="7115175" y="5342660"/>
                  <a:ext cx="1228726" cy="0"/>
                </a:xfrm>
                <a:prstGeom prst="line">
                  <a:avLst/>
                </a:prstGeom>
                <a:ln w="12700" cap="rnd">
                  <a:solidFill>
                    <a:schemeClr val="accent2">
                      <a:lumMod val="100000"/>
                      <a:alpha val="50000"/>
                    </a:schemeClr>
                  </a:solidFill>
                  <a:round/>
                  <a:headEnd type="none"/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Number6" descr="8d304617-384d-4edb-9918-941022af2bf0">
                  <a:extLst>
                    <a:ext uri="{FF2B5EF4-FFF2-40B4-BE49-F238E27FC236}">
                      <a16:creationId id="{B1690A11-3A54-942D-5357-175E2F7C8F89}"/>
                    </a:ext>
                  </a:extLst>
                </p:cNvPr>
                <p:cNvSpPr/>
                <p:nvPr/>
              </p:nvSpPr>
              <p:spPr>
                <a:xfrm>
                  <a:off x="6140446" y="4783599"/>
                  <a:ext cx="974728" cy="1118122"/>
                </a:xfrm>
                <a:prstGeom prst="roundRect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400" b="1" dirty="0"/>
                    <a:t>06</a:t>
                  </a:r>
                  <a:endParaRPr lang="zh-CN" altLang="en-US" sz="2400" b="1" dirty="0"/>
                </a:p>
              </p:txBody>
            </p:sp>
          </p:grpSp>
        </p:grpSp>
      </p:grpSp>
      <p:sp>
        <p:nvSpPr>
          <p:cNvPr id="2" name="" descr="35a15f7c-9d27-4f27-bcb9-d0ad115e013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行动计划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" descr="5aaaafa1-bf97-4ade-8993-e3fb13c5a87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谢谢观看</a:t>
            </a:r>
            <a:endParaRPr lang="en-US" dirty="0"/>
          </a:p>
        </p:txBody>
      </p:sp>
      <p:sp>
        <p:nvSpPr>
          <p:cNvPr id="4" name="" descr="7f557e78-d799-408d-9439-41948ab0408d"/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报告人名称</a:t>
            </a:r>
            <a:endParaRPr lang="en-US" dirty="0"/>
          </a:p>
        </p:txBody>
      </p:sp>
      <p:sp>
        <p:nvSpPr>
          <p:cNvPr id="5" name="" descr="e6a72665-885e-4d17-96a0-b40e8a986b5b"/>
          <p:cNvSpPr>
            <a:spLocks noGrp="1"/>
          </p:cNvSpPr>
          <p:nvPr>
            <p:ph type="body" sz="quarter" idx="14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AS_NET" val="8.0.0"/>
  <p:tag name="AS_OS" val="Microsoft Windows NT 10.0.22631.0"/>
  <p:tag name="AS_RELEASE_DATE" val="2023.10.14"/>
  <p:tag name="AS_TITLE" val="Aspose.Slides for .NET6"/>
  <p:tag name="AS_VERSION" val="23.10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ISLIDE.THEME" val="c6c7db88-f372-4e0d-97a9-10dfd93ce8d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891850;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high-tech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high-tech"/>
</p:tagLst>
</file>

<file path=ppt/tags/tag5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fun"/>
</p:tagLst>
</file>

<file path=ppt/tags/tag6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retro"/>
</p:tagLst>
</file>

<file path=ppt/tags/tag7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9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modern"/>
</p:tagLst>
</file>

<file path=ppt/tags/tag84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creative"/>
</p:tagLst>
</file>

<file path=ppt/theme/theme1.xml><?xml version="1.0" encoding="utf-8"?>
<a:theme xmlns:r="http://schemas.openxmlformats.org/officeDocument/2006/relationships"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8490FF"/>
      </a:accent1>
      <a:accent2>
        <a:srgbClr val="CCD9E5"/>
      </a:accent2>
      <a:accent3>
        <a:srgbClr val="4932BA"/>
      </a:accent3>
      <a:accent4>
        <a:srgbClr val="662C91"/>
      </a:accent4>
      <a:accent5>
        <a:srgbClr val="F9B04F"/>
      </a:accent5>
      <a:accent6>
        <a:srgbClr val="CBD8E4"/>
      </a:accent6>
      <a:hlink>
        <a:srgbClr val="4276AA"/>
      </a:hlink>
      <a:folHlink>
        <a:srgbClr val="BFBFBF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Template>iSlide#c6c7db88-f372-4e0d-97a9-10dfd93ce8d8</Template>
  <Manager>iSlide</Manager>
  <Company>iSlide</Company>
  <PresentationFormat>Widescreen</PresentationFormat>
  <Paragraphs>102</Paragraphs>
  <Slides>12</Slides>
  <Notes>7</Notes>
  <TotalTime>61</TotalTime>
  <HiddenSlides>7</HiddenSlides>
  <MMClips>0</MMClips>
  <ScaleCrop>0</ScaleCrop>
  <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baseType="lpstr" size="17">
      <vt:lpstr>Arial</vt:lpstr>
      <vt:lpstr>微软雅黑</vt:lpstr>
      <vt:lpstr>Calibri Light</vt:lpstr>
      <vt:lpstr>Calibri</vt:lpstr>
      <vt:lpstr>Designed by iSlide</vt:lpstr>
      <vt:lpstr>Presentation Title Goes Here</vt:lpstr>
      <vt:lpstr>Agenda</vt:lpstr>
      <vt:lpstr>Click to add title</vt:lpstr>
      <vt:lpstr>Click to add title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2023-06-15T16:00:00Z</dcterms:created>
  <dc:creator>iSlide</dc:creator>
  <cp:lastModifiedBy>iSlide</cp:lastModifiedBy>
  <cp:lastPrinted>2023-06-15T16:00:00Z</cp:lastPrinted>
  <dcterms:modified xsi:type="dcterms:W3CDTF">2024-01-12T11:15:03Z</dcterms:modified>
  <cp:revision>1</cp:revision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ISLIDE.THEME">
    <vt:lpwstr>c6c7db88-f372-4e0d-97a9-10dfd93ce8d8</vt:lpwstr>
  </property>
</Properties>
</file>