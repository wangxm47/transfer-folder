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gs/tag7122.xml" ContentType="application/vnd.openxmlformats-officedocument.presentationml.tag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tags/tag10623.xml" ContentType="application/vnd.openxmlformats-officedocument.presentationml.tag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arget="docProps/app.xml" Type="http://schemas.openxmlformats.org/officeDocument/2006/relationships/extended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p15="http://schemas.microsoft.com/office/powerpoint/2012/main"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deacc7a8e107425c"/>
    <p:sldId id="257" r:id="R39024ced40164be5"/>
    <p:sldId id="258" r:id="R18a394bc3a114c86"/>
    <p:sldId id="259" r:id="R9975ec0bee3341fc"/>
    <p:sldId id="260" r:id="R67c518ec807a4b62"/>
    <p:sldId id="261" r:id="Ree4edcb90f8c463a"/>
    <p:sldId id="262" r:id="R2df6bbc019514277"/>
    <p:sldId id="263" r:id="R2a0bc34385c44e1a"/>
    <p:sldId id="264" r:id="R50d49ac36ac14052"/>
    <p:sldId id="265" r:id="R1d79623b5e4e42e4"/>
    <p:sldId id="266" r:id="R937b0c3466804b95"/>
    <p:sldId id="267" r:id="R7c0b78875b1042ba"/>
    <p:sldId id="268" r:id="R94465335f4df4c7e"/>
    <p:sldId id="269" r:id="Rbdb0aad553f14b82"/>
    <p:sldId id="270" r:id="R3ebb65490ea44f1d"/>
    <p:sldId id="271" r:id="R57e6ffd09727439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52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660" y="1080"/>
      </p:cViewPr>
      <p:guideLst>
        <p:guide pos="416"/>
        <p:guide pos="7242"/>
        <p:guide orient="horz" pos="648"/>
        <p:guide orient="horz" pos="712"/>
        <p:guide orient="horz" pos="3952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1.xml" Id="rId1" /><Relationship Type="http://schemas.openxmlformats.org/officeDocument/2006/relationships/tags" Target="tags/tag1.xml" Id="rId14" /><Relationship Type="http://schemas.openxmlformats.org/officeDocument/2006/relationships/presProps" Target="presProps.xml" Id="rId15" /><Relationship Type="http://schemas.openxmlformats.org/officeDocument/2006/relationships/viewProps" Target="viewProps.xml" Id="rId16" /><Relationship Type="http://schemas.openxmlformats.org/officeDocument/2006/relationships/theme" Target="theme/theme1.xml" Id="rId17" /><Relationship Type="http://schemas.openxmlformats.org/officeDocument/2006/relationships/tableStyles" Target="tableStyles.xml" Id="rId18" /><Relationship Type="http://schemas.openxmlformats.org/officeDocument/2006/relationships/slide" Target="/ppt/slides/slide6.xml" Id="Rdeacc7a8e107425c" /><Relationship Type="http://schemas.openxmlformats.org/officeDocument/2006/relationships/slide" Target="/ppt/slides/slide7.xml" Id="R39024ced40164be5" /><Relationship Type="http://schemas.openxmlformats.org/officeDocument/2006/relationships/slide" Target="/ppt/slides/slide8.xml" Id="R18a394bc3a114c86" /><Relationship Type="http://schemas.openxmlformats.org/officeDocument/2006/relationships/slide" Target="/ppt/slides/slide9.xml" Id="R9975ec0bee3341fc" /><Relationship Type="http://schemas.openxmlformats.org/officeDocument/2006/relationships/slide" Target="/ppt/slides/slide10.xml" Id="R67c518ec807a4b62" /><Relationship Type="http://schemas.openxmlformats.org/officeDocument/2006/relationships/slide" Target="/ppt/slides/slide11.xml" Id="Ree4edcb90f8c463a" /><Relationship Type="http://schemas.openxmlformats.org/officeDocument/2006/relationships/slide" Target="/ppt/slides/slide12.xml" Id="R2df6bbc019514277" /><Relationship Type="http://schemas.openxmlformats.org/officeDocument/2006/relationships/slide" Target="/ppt/slides/slide13.xml" Id="R2a0bc34385c44e1a" /><Relationship Type="http://schemas.openxmlformats.org/officeDocument/2006/relationships/slide" Target="/ppt/slides/slide14.xml" Id="R50d49ac36ac14052" /><Relationship Type="http://schemas.openxmlformats.org/officeDocument/2006/relationships/slide" Target="/ppt/slides/slide15.xml" Id="R1d79623b5e4e42e4" /><Relationship Type="http://schemas.openxmlformats.org/officeDocument/2006/relationships/slide" Target="/ppt/slides/slide16.xml" Id="R937b0c3466804b95" /><Relationship Type="http://schemas.openxmlformats.org/officeDocument/2006/relationships/slide" Target="/ppt/slides/slide17.xml" Id="R7c0b78875b1042ba" /><Relationship Type="http://schemas.openxmlformats.org/officeDocument/2006/relationships/slide" Target="/ppt/slides/slide18.xml" Id="R94465335f4df4c7e" /><Relationship Type="http://schemas.openxmlformats.org/officeDocument/2006/relationships/slide" Target="/ppt/slides/slide19.xml" Id="Rbdb0aad553f14b82" /><Relationship Type="http://schemas.openxmlformats.org/officeDocument/2006/relationships/slide" Target="/ppt/slides/slide20.xml" Id="R3ebb65490ea44f1d" /><Relationship Type="http://schemas.openxmlformats.org/officeDocument/2006/relationships/slide" Target="/ppt/slides/slide21.xml" Id="R57e6ffd097274391" /></Relationships>
</file>

<file path=ppt/slideLayouts/_rels/slideLayout1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1" name="" descr="abc2e08c-41bd-477a-8d04-3b95e7ad93e6"/>
          <p:cNvGrpSpPr/>
          <p:nvPr/>
        </p:nvGrpSpPr>
        <p:grpSpPr>
          <a:xfrm>
            <a:off x="0" y="0"/>
            <a:ext cx="12192000" cy="6858000"/>
            <a:chExt cx="12192000" cy="6858000"/>
          </a:xfrm>
        </p:grpSpPr>
        <p:sp>
          <p:nvSpPr>
            <p:cNvPr id="13" name="" descr="3e7bb07a-19b8-4d27-a60b-f462d3162553"/>
            <p:cNvSpPr/>
            <p:nvPr/>
          </p:nvSpPr>
          <p:spPr>
            <a:xfrm>
              <a:off x="8953500" y="0"/>
              <a:ext cx="3238500" cy="2483086"/>
            </a:xfrm>
            <a:custGeom>
              <a:gdLst>
                <a:gd name="connsiteX0" fmla="*/ 148111 w 4985657"/>
                <a:gd name="connsiteY0" fmla="*/ 0 h 3822701"/>
                <a:gd name="connsiteX1" fmla="*/ 4985657 w 4985657"/>
                <a:gd name="connsiteY1" fmla="*/ 0 h 3822701"/>
                <a:gd name="connsiteX2" fmla="*/ 4985657 w 4985657"/>
                <a:gd name="connsiteY2" fmla="*/ 2950785 h 3822701"/>
                <a:gd name="connsiteX3" fmla="*/ 4967877 w 4985657"/>
                <a:gd name="connsiteY3" fmla="*/ 2970348 h 3822701"/>
                <a:gd name="connsiteX4" fmla="*/ 2910115 w 4985657"/>
                <a:gd name="connsiteY4" fmla="*/ 3822701 h 3822701"/>
                <a:gd name="connsiteX5" fmla="*/ 0 w 4985657"/>
                <a:gd name="connsiteY5" fmla="*/ 912586 h 3822701"/>
                <a:gd name="connsiteX6" fmla="*/ 130833 w 4985657"/>
                <a:gd name="connsiteY6" fmla="*/ 47207 h 3822701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85657" h="3822701">
                  <a:moveTo>
                    <a:pt x="148111" y="0"/>
                  </a:moveTo>
                  <a:lnTo>
                    <a:pt x="4985657" y="0"/>
                  </a:lnTo>
                  <a:lnTo>
                    <a:pt x="4985657" y="2950785"/>
                  </a:lnTo>
                  <a:lnTo>
                    <a:pt x="4967877" y="2970348"/>
                  </a:lnTo>
                  <a:cubicBezTo>
                    <a:pt x="4441250" y="3496975"/>
                    <a:pt x="3713721" y="3822701"/>
                    <a:pt x="2910115" y="3822701"/>
                  </a:cubicBezTo>
                  <a:cubicBezTo>
                    <a:pt x="1302903" y="3822701"/>
                    <a:pt x="0" y="2519798"/>
                    <a:pt x="0" y="912586"/>
                  </a:cubicBezTo>
                  <a:cubicBezTo>
                    <a:pt x="0" y="611234"/>
                    <a:pt x="45805" y="320580"/>
                    <a:pt x="130833" y="47207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254000" dist="254000" dir="2700000" algn="ctr" rotWithShape="0">
                <a:schemeClr val="accent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" descr="0ff5e405-c7d5-455a-821c-9c17aafad9bc"/>
            <p:cNvSpPr/>
            <p:nvPr/>
          </p:nvSpPr>
          <p:spPr>
            <a:xfrm>
              <a:off x="0" y="2438400"/>
              <a:ext cx="5415209" cy="4419600"/>
            </a:xfrm>
            <a:custGeom>
              <a:gdLst>
                <a:gd name="connsiteX0" fmla="*/ 2465048 w 6520544"/>
                <a:gd name="connsiteY0" fmla="*/ 0 h 5321715"/>
                <a:gd name="connsiteX1" fmla="*/ 6520544 w 6520544"/>
                <a:gd name="connsiteY1" fmla="*/ 4055496 h 5321715"/>
                <a:gd name="connsiteX2" fmla="*/ 6338217 w 6520544"/>
                <a:gd name="connsiteY2" fmla="*/ 5261477 h 5321715"/>
                <a:gd name="connsiteX3" fmla="*/ 6316170 w 6520544"/>
                <a:gd name="connsiteY3" fmla="*/ 5321715 h 5321715"/>
                <a:gd name="connsiteX4" fmla="*/ 0 w 6520544"/>
                <a:gd name="connsiteY4" fmla="*/ 5321715 h 5321715"/>
                <a:gd name="connsiteX5" fmla="*/ 0 w 6520544"/>
                <a:gd name="connsiteY5" fmla="*/ 836001 h 5321715"/>
                <a:gd name="connsiteX6" fmla="*/ 38580 w 6520544"/>
                <a:gd name="connsiteY6" fmla="*/ 805684 h 5321715"/>
                <a:gd name="connsiteX7" fmla="*/ 2465048 w 6520544"/>
                <a:gd name="connsiteY7" fmla="*/ 0 h 532171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20544" h="5321715">
                  <a:moveTo>
                    <a:pt x="2465048" y="0"/>
                  </a:moveTo>
                  <a:cubicBezTo>
                    <a:pt x="4704838" y="0"/>
                    <a:pt x="6520544" y="1815707"/>
                    <a:pt x="6520544" y="4055496"/>
                  </a:cubicBezTo>
                  <a:cubicBezTo>
                    <a:pt x="6520544" y="4475457"/>
                    <a:pt x="6456711" y="4880508"/>
                    <a:pt x="6338217" y="5261477"/>
                  </a:cubicBezTo>
                  <a:lnTo>
                    <a:pt x="6316170" y="5321715"/>
                  </a:lnTo>
                  <a:lnTo>
                    <a:pt x="0" y="5321715"/>
                  </a:lnTo>
                  <a:lnTo>
                    <a:pt x="0" y="836001"/>
                  </a:lnTo>
                  <a:lnTo>
                    <a:pt x="38580" y="805684"/>
                  </a:lnTo>
                  <a:cubicBezTo>
                    <a:pt x="715210" y="299663"/>
                    <a:pt x="1555134" y="0"/>
                    <a:pt x="2465048" y="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254000" dist="254000" dir="2700000" algn="ctr" rotWithShape="0">
                <a:schemeClr val="accent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6" name="" descr="c8a33e87-01b9-43f2-a46a-f92ab6988441"/>
            <p:cNvSpPr/>
            <p:nvPr/>
          </p:nvSpPr>
          <p:spPr>
            <a:xfrm>
              <a:off x="2357547" y="1554647"/>
              <a:ext cx="1166703" cy="11667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254000" dist="254000" dir="2700000" algn="ctr" rotWithShape="0">
                <a:schemeClr val="accent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" name="" descr="e3c8ef30-11ac-43c7-9b0f-ee8425188f21"/>
            <p:cNvSpPr/>
            <p:nvPr/>
          </p:nvSpPr>
          <p:spPr>
            <a:xfrm>
              <a:off x="164429" y="1915688"/>
              <a:ext cx="7596940" cy="4190187"/>
            </a:xfrm>
            <a:prstGeom prst="rect">
              <a:avLst/>
            </a:prstGeom>
            <a:blipFill>
              <a:blip r:embed="rId1"/>
              <a:stretch>
                <a:fillRect l="-1354" r="-720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" descr="34942c8b-ccd9-4c08-a54e-b900bcbb99e2"/>
            <p:cNvSpPr/>
            <p:nvPr/>
          </p:nvSpPr>
          <p:spPr>
            <a:xfrm>
              <a:off x="1239436" y="381000"/>
              <a:ext cx="1434438" cy="1534688"/>
            </a:xfrm>
            <a:prstGeom prst="rect">
              <a:avLst/>
            </a:prstGeom>
            <a:blipFill dpi="0" rotWithShape="1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" descr="54e5757e-7fe0-4695-9b30-1b1478f2e05e"/>
          <p:cNvSpPr>
            <a:spLocks noGrp="1"/>
          </p:cNvSpPr>
          <p:nvPr>
            <p:ph type="ctrTitle" hasCustomPrompt="1"/>
          </p:nvPr>
        </p:nvSpPr>
        <p:spPr>
          <a:xfrm>
            <a:off x="5810251" y="1130301"/>
            <a:ext cx="5708650" cy="2298699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9" name="" descr="56d73aa7-f565-4e18-8f42-0ae94756192d"/>
          <p:cNvSpPr>
            <a:spLocks noGrp="1"/>
          </p:cNvSpPr>
          <p:nvPr>
            <p:ph type="subTitle" sz="quarter" idx="1" hasCustomPrompt="1"/>
          </p:nvPr>
        </p:nvSpPr>
        <p:spPr>
          <a:xfrm>
            <a:off x="5810251" y="3613387"/>
            <a:ext cx="5708650" cy="869780"/>
          </a:xfrm>
          <a:prstGeom prst="roundRect">
            <a:avLst>
              <a:gd name="adj" fmla="val 0"/>
            </a:avLst>
          </a:prstGeom>
          <a:noFill/>
          <a:ln w="25400">
            <a:noFill/>
          </a:ln>
          <a:effectLst/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lang="en-US" sz="2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/>
              <a:t>Click to add subtitle</a:t>
            </a:r>
            <a:endParaRPr lang="en-US"/>
          </a:p>
        </p:txBody>
      </p:sp>
      <p:sp>
        <p:nvSpPr>
          <p:cNvPr id="4" name="" descr="9a4f9195-7b91-4b9c-a316-efea7b0be5ac"/>
          <p:cNvSpPr>
            <a:spLocks noGrp="1"/>
          </p:cNvSpPr>
          <p:nvPr>
            <p:ph type="body" sz="quarter" idx="13" hasCustomPrompt="1"/>
          </p:nvPr>
        </p:nvSpPr>
        <p:spPr>
          <a:xfrm>
            <a:off x="6359071" y="5393647"/>
            <a:ext cx="5159829" cy="345518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" descr="3d69e862-08ce-4b84-a297-7097292ef046"/>
          <p:cNvSpPr>
            <a:spLocks noGrp="1"/>
          </p:cNvSpPr>
          <p:nvPr>
            <p:ph type="body" sz="quarter" idx="14" hasCustomPrompt="1"/>
          </p:nvPr>
        </p:nvSpPr>
        <p:spPr>
          <a:xfrm>
            <a:off x="6359071" y="5760358"/>
            <a:ext cx="5159829" cy="345518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cxnSp>
        <p:nvCxnSpPr>
          <p:cNvPr id="22" name="" descr="40a6bac2-b51e-4d2d-b14c-3e1786cbbbff"/>
          <p:cNvCxnSpPr/>
          <p:nvPr/>
        </p:nvCxnSpPr>
        <p:spPr>
          <a:xfrm>
            <a:off x="10174515" y="4281714"/>
            <a:ext cx="1300843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4bb7bf7e-a09e-4e65-adc9-ef3903bea94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 descr="69d11cf0-e01a-41dd-9aa5-5aca337ff53f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 descr="a7393d21-bba3-4c9c-a3ed-28055242b39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2fbaf502-10e0-4b70-bb1f-0b743125978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" descr="63bcae21-ca05-4f74-9be8-75c28acddd6f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7" name="" descr="740cefc1-fbc3-49ed-955d-fdea053ff2ec"/>
          <p:cNvGrpSpPr/>
          <p:nvPr/>
        </p:nvGrpSpPr>
        <p:grpSpPr>
          <a:xfrm>
            <a:off x="1" y="1"/>
            <a:ext cx="12191998" cy="6857998"/>
            <a:chOff x="1" y="1"/>
            <a:chExt cx="12191998" cy="6857998"/>
          </a:xfrm>
        </p:grpSpPr>
        <p:sp>
          <p:nvSpPr>
            <p:cNvPr id="8" name="" descr="0678a927-f58c-43b9-93d9-a5ccdce588ab"/>
            <p:cNvSpPr/>
            <p:nvPr/>
          </p:nvSpPr>
          <p:spPr>
            <a:xfrm>
              <a:off x="1" y="1"/>
              <a:ext cx="2639609" cy="3429001"/>
            </a:xfrm>
            <a:custGeom>
              <a:gdLst>
                <a:gd name="connsiteX0" fmla="*/ 0 w 2639609"/>
                <a:gd name="connsiteY0" fmla="*/ 0 h 3429001"/>
                <a:gd name="connsiteX1" fmla="*/ 1971609 w 2639609"/>
                <a:gd name="connsiteY1" fmla="*/ 0 h 3429001"/>
                <a:gd name="connsiteX2" fmla="*/ 2538383 w 2639609"/>
                <a:gd name="connsiteY2" fmla="*/ 981822 h 3429001"/>
                <a:gd name="connsiteX3" fmla="*/ 2538383 w 2639609"/>
                <a:gd name="connsiteY3" fmla="*/ 1737691 h 3429001"/>
                <a:gd name="connsiteX4" fmla="*/ 1780086 w 2639609"/>
                <a:gd name="connsiteY4" fmla="*/ 3051067 h 3429001"/>
                <a:gd name="connsiteX5" fmla="*/ 1125571 w 2639609"/>
                <a:gd name="connsiteY5" fmla="*/ 3429001 h 3429001"/>
                <a:gd name="connsiteX6" fmla="*/ 0 w 2639609"/>
                <a:gd name="connsiteY6" fmla="*/ 3429001 h 3429001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39609" h="3429001">
                  <a:moveTo>
                    <a:pt x="0" y="0"/>
                  </a:moveTo>
                  <a:lnTo>
                    <a:pt x="1971609" y="0"/>
                  </a:lnTo>
                  <a:lnTo>
                    <a:pt x="2538383" y="981822"/>
                  </a:lnTo>
                  <a:cubicBezTo>
                    <a:pt x="2673351" y="1215715"/>
                    <a:pt x="2673351" y="1503798"/>
                    <a:pt x="2538383" y="1737691"/>
                  </a:cubicBezTo>
                  <a:lnTo>
                    <a:pt x="1780086" y="3051067"/>
                  </a:lnTo>
                  <a:cubicBezTo>
                    <a:pt x="1645119" y="3284958"/>
                    <a:pt x="1395633" y="3429001"/>
                    <a:pt x="1125571" y="3429001"/>
                  </a:cubicBezTo>
                  <a:lnTo>
                    <a:pt x="0" y="3429001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" descr="95390958-f038-4518-b526-3b92535cc6aa"/>
            <p:cNvSpPr/>
            <p:nvPr/>
          </p:nvSpPr>
          <p:spPr>
            <a:xfrm>
              <a:off x="10015488" y="4494774"/>
              <a:ext cx="2176511" cy="2349727"/>
            </a:xfrm>
            <a:custGeom>
              <a:gdLst>
                <a:gd name="connsiteX0" fmla="*/ 1120304 w 2342892"/>
                <a:gd name="connsiteY0" fmla="*/ 0 h 2529350"/>
                <a:gd name="connsiteX1" fmla="*/ 2242404 w 2342892"/>
                <a:gd name="connsiteY1" fmla="*/ 0 h 2529350"/>
                <a:gd name="connsiteX2" fmla="*/ 2316485 w 2342892"/>
                <a:gd name="connsiteY2" fmla="*/ 4918 h 2529350"/>
                <a:gd name="connsiteX3" fmla="*/ 2342892 w 2342892"/>
                <a:gd name="connsiteY3" fmla="*/ 10225 h 2529350"/>
                <a:gd name="connsiteX4" fmla="*/ 2342892 w 2342892"/>
                <a:gd name="connsiteY4" fmla="*/ 2529350 h 2529350"/>
                <a:gd name="connsiteX5" fmla="*/ 489863 w 2342892"/>
                <a:gd name="connsiteY5" fmla="*/ 2529350 h 2529350"/>
                <a:gd name="connsiteX6" fmla="*/ 74895 w 2342892"/>
                <a:gd name="connsiteY6" fmla="*/ 1810622 h 2529350"/>
                <a:gd name="connsiteX7" fmla="*/ 74895 w 2342892"/>
                <a:gd name="connsiteY7" fmla="*/ 1251370 h 2529350"/>
                <a:gd name="connsiteX8" fmla="*/ 635945 w 2342892"/>
                <a:gd name="connsiteY8" fmla="*/ 279627 h 2529350"/>
                <a:gd name="connsiteX9" fmla="*/ 1120304 w 2342892"/>
                <a:gd name="connsiteY9" fmla="*/ 0 h 25293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42892" h="2529350">
                  <a:moveTo>
                    <a:pt x="1120304" y="0"/>
                  </a:moveTo>
                  <a:lnTo>
                    <a:pt x="2242404" y="0"/>
                  </a:lnTo>
                  <a:cubicBezTo>
                    <a:pt x="2267381" y="0"/>
                    <a:pt x="2292120" y="1666"/>
                    <a:pt x="2316485" y="4918"/>
                  </a:cubicBezTo>
                  <a:lnTo>
                    <a:pt x="2342892" y="10225"/>
                  </a:lnTo>
                  <a:lnTo>
                    <a:pt x="2342892" y="2529350"/>
                  </a:lnTo>
                  <a:lnTo>
                    <a:pt x="489863" y="2529350"/>
                  </a:lnTo>
                  <a:lnTo>
                    <a:pt x="74895" y="1810622"/>
                  </a:lnTo>
                  <a:cubicBezTo>
                    <a:pt x="-24965" y="1637570"/>
                    <a:pt x="-24965" y="1424422"/>
                    <a:pt x="74895" y="1251370"/>
                  </a:cubicBezTo>
                  <a:lnTo>
                    <a:pt x="635945" y="279627"/>
                  </a:lnTo>
                  <a:cubicBezTo>
                    <a:pt x="735900" y="106574"/>
                    <a:pt x="920489" y="0"/>
                    <a:pt x="1120304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" descr="9758355a-f996-4fed-a50f-780a2ee64248"/>
            <p:cNvSpPr/>
            <p:nvPr/>
          </p:nvSpPr>
          <p:spPr>
            <a:xfrm rot="5400000">
              <a:off x="9884526" y="5176015"/>
              <a:ext cx="669270" cy="756708"/>
            </a:xfrm>
            <a:custGeom>
              <a:gdLst>
                <a:gd name="connsiteX0" fmla="*/ 1496663 w 1635382"/>
                <a:gd name="connsiteY0" fmla="*/ 679532 h 1849045"/>
                <a:gd name="connsiteX1" fmla="*/ 432721 w 1635382"/>
                <a:gd name="connsiteY1" fmla="*/ 41167 h 1849045"/>
                <a:gd name="connsiteX2" fmla="*/ 0 w 1635382"/>
                <a:gd name="connsiteY2" fmla="*/ 286245 h 1849045"/>
                <a:gd name="connsiteX3" fmla="*/ 0 w 1635382"/>
                <a:gd name="connsiteY3" fmla="*/ 1562881 h 1849045"/>
                <a:gd name="connsiteX4" fmla="*/ 432721 w 1635382"/>
                <a:gd name="connsiteY4" fmla="*/ 1807864 h 1849045"/>
                <a:gd name="connsiteX5" fmla="*/ 1496568 w 1635382"/>
                <a:gd name="connsiteY5" fmla="*/ 1169594 h 1849045"/>
                <a:gd name="connsiteX6" fmla="*/ 1496663 w 1635382"/>
                <a:gd name="connsiteY6" fmla="*/ 679532 h 184904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5382" h="1849045">
                  <a:moveTo>
                    <a:pt x="1496663" y="679532"/>
                  </a:moveTo>
                  <a:lnTo>
                    <a:pt x="432721" y="41167"/>
                  </a:lnTo>
                  <a:cubicBezTo>
                    <a:pt x="242316" y="-73133"/>
                    <a:pt x="0" y="64122"/>
                    <a:pt x="0" y="286245"/>
                  </a:cubicBezTo>
                  <a:lnTo>
                    <a:pt x="0" y="1562881"/>
                  </a:lnTo>
                  <a:cubicBezTo>
                    <a:pt x="0" y="1785004"/>
                    <a:pt x="242316" y="1922164"/>
                    <a:pt x="432721" y="1807864"/>
                  </a:cubicBezTo>
                  <a:lnTo>
                    <a:pt x="1496568" y="1169594"/>
                  </a:lnTo>
                  <a:cubicBezTo>
                    <a:pt x="1681639" y="1058532"/>
                    <a:pt x="1681639" y="790499"/>
                    <a:pt x="1496663" y="679532"/>
                  </a:cubicBezTo>
                  <a:close/>
                </a:path>
              </a:pathLst>
            </a:custGeom>
            <a:solidFill>
              <a:schemeClr val="accent1">
                <a:alpha val="59000"/>
              </a:schemeClr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180000" tIns="46800" rIns="90000" bIns="46800" numCol="1" spcCol="0" rtlCol="0" fromWordArt="0" anchor="ctr" anchorCtr="0" forceAA="0" compatLnSpc="1">
              <a:normAutofit/>
            </a:bodyPr>
            <a:lstStyle/>
            <a:p>
              <a:pPr algn="ctr"/>
              <a:endParaRPr lang="zh-CN" altLang="en-US" sz="2400" b="1">
                <a:solidFill>
                  <a:schemeClr val="tx1"/>
                </a:solidFill>
              </a:endParaRPr>
            </a:p>
          </p:txBody>
        </p:sp>
        <p:sp>
          <p:nvSpPr>
            <p:cNvPr id="17" name="" descr="49d0f385-915c-4c4f-bd64-18f67a02dae7"/>
            <p:cNvSpPr/>
            <p:nvPr/>
          </p:nvSpPr>
          <p:spPr>
            <a:xfrm>
              <a:off x="8051799" y="6000771"/>
              <a:ext cx="2280349" cy="857228"/>
            </a:xfrm>
            <a:custGeom>
              <a:gdLst>
                <a:gd name="connsiteX0" fmla="*/ 786519 w 2454668"/>
                <a:gd name="connsiteY0" fmla="*/ 0 h 922758"/>
                <a:gd name="connsiteX1" fmla="*/ 1668292 w 2454668"/>
                <a:gd name="connsiteY1" fmla="*/ 0 h 922758"/>
                <a:gd name="connsiteX2" fmla="*/ 2048837 w 2454668"/>
                <a:gd name="connsiteY2" fmla="*/ 219737 h 922758"/>
                <a:gd name="connsiteX3" fmla="*/ 2454668 w 2454668"/>
                <a:gd name="connsiteY3" fmla="*/ 922758 h 922758"/>
                <a:gd name="connsiteX4" fmla="*/ 0 w 2454668"/>
                <a:gd name="connsiteY4" fmla="*/ 922758 h 922758"/>
                <a:gd name="connsiteX5" fmla="*/ 405899 w 2454668"/>
                <a:gd name="connsiteY5" fmla="*/ 219737 h 922758"/>
                <a:gd name="connsiteX6" fmla="*/ 786519 w 2454668"/>
                <a:gd name="connsiteY6" fmla="*/ 0 h 9227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4668" h="922757">
                  <a:moveTo>
                    <a:pt x="786519" y="0"/>
                  </a:moveTo>
                  <a:lnTo>
                    <a:pt x="1668292" y="0"/>
                  </a:lnTo>
                  <a:cubicBezTo>
                    <a:pt x="1825310" y="0"/>
                    <a:pt x="1970365" y="83748"/>
                    <a:pt x="2048837" y="219737"/>
                  </a:cubicBezTo>
                  <a:lnTo>
                    <a:pt x="2454668" y="922758"/>
                  </a:lnTo>
                  <a:lnTo>
                    <a:pt x="0" y="922758"/>
                  </a:lnTo>
                  <a:lnTo>
                    <a:pt x="405899" y="219737"/>
                  </a:lnTo>
                  <a:cubicBezTo>
                    <a:pt x="484446" y="83748"/>
                    <a:pt x="629501" y="0"/>
                    <a:pt x="786519" y="0"/>
                  </a:cubicBez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400" b="1">
                <a:solidFill>
                  <a:schemeClr val="tx1"/>
                </a:solidFill>
              </a:endParaRPr>
            </a:p>
          </p:txBody>
        </p:sp>
        <p:sp>
          <p:nvSpPr>
            <p:cNvPr id="18" name="" descr="0cf737da-46bb-4c66-8b8a-1d5cda6b1280"/>
            <p:cNvSpPr/>
            <p:nvPr/>
          </p:nvSpPr>
          <p:spPr>
            <a:xfrm rot="5400000">
              <a:off x="216089" y="3584951"/>
              <a:ext cx="414745" cy="468930"/>
            </a:xfrm>
            <a:custGeom>
              <a:gdLst>
                <a:gd name="connsiteX0" fmla="*/ 1496663 w 1635382"/>
                <a:gd name="connsiteY0" fmla="*/ 679532 h 1849045"/>
                <a:gd name="connsiteX1" fmla="*/ 432721 w 1635382"/>
                <a:gd name="connsiteY1" fmla="*/ 41167 h 1849045"/>
                <a:gd name="connsiteX2" fmla="*/ 0 w 1635382"/>
                <a:gd name="connsiteY2" fmla="*/ 286245 h 1849045"/>
                <a:gd name="connsiteX3" fmla="*/ 0 w 1635382"/>
                <a:gd name="connsiteY3" fmla="*/ 1562881 h 1849045"/>
                <a:gd name="connsiteX4" fmla="*/ 432721 w 1635382"/>
                <a:gd name="connsiteY4" fmla="*/ 1807864 h 1849045"/>
                <a:gd name="connsiteX5" fmla="*/ 1496568 w 1635382"/>
                <a:gd name="connsiteY5" fmla="*/ 1169594 h 1849045"/>
                <a:gd name="connsiteX6" fmla="*/ 1496663 w 1635382"/>
                <a:gd name="connsiteY6" fmla="*/ 679532 h 184904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35382" h="1849045">
                  <a:moveTo>
                    <a:pt x="1496663" y="679532"/>
                  </a:moveTo>
                  <a:lnTo>
                    <a:pt x="432721" y="41167"/>
                  </a:lnTo>
                  <a:cubicBezTo>
                    <a:pt x="242316" y="-73133"/>
                    <a:pt x="0" y="64122"/>
                    <a:pt x="0" y="286245"/>
                  </a:cubicBezTo>
                  <a:lnTo>
                    <a:pt x="0" y="1562881"/>
                  </a:lnTo>
                  <a:cubicBezTo>
                    <a:pt x="0" y="1785004"/>
                    <a:pt x="242316" y="1922164"/>
                    <a:pt x="432721" y="1807864"/>
                  </a:cubicBezTo>
                  <a:lnTo>
                    <a:pt x="1496568" y="1169594"/>
                  </a:lnTo>
                  <a:cubicBezTo>
                    <a:pt x="1681639" y="1058532"/>
                    <a:pt x="1681639" y="790499"/>
                    <a:pt x="1496663" y="679532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</p:grpSp>
      <p:sp>
        <p:nvSpPr>
          <p:cNvPr id="2" name="" descr="2f311108-e344-4d10-bdc7-abd9df5abedd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Agenda</a:t>
            </a:r>
            <a:endParaRPr lang="en-US"/>
          </a:p>
        </p:txBody>
      </p:sp>
      <p:sp>
        <p:nvSpPr>
          <p:cNvPr id="3" name="" descr="588f6fdf-7d92-4322-aef9-c571c8063f5b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 descr="5527a847-803b-43af-8b16-5317134f572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" descr="fb4894f4-24c5-4975-8b04-d9966305f9f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" descr="be39571f-a8c8-4122-ab7a-3d95ef20bf5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" descr="164d3d28-ff96-45eb-9825-1f73e5f8701b"/>
          <p:cNvCxnSpPr/>
          <p:nvPr/>
        </p:nvCxnSpPr>
        <p:spPr>
          <a:xfrm flipH="1"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" descr="55133688-287c-4109-88ad-5662b9e56a55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" descr="8e7b3a25-df2d-44c8-acea-b084c815bf46"/>
          <p:cNvGrpSpPr/>
          <p:nvPr/>
        </p:nvGrpSpPr>
        <p:grpSpPr>
          <a:xfrm flipH="1">
            <a:off x="0" y="0"/>
            <a:ext cx="12192000" cy="6858000"/>
            <a:chExt cx="12192000" cy="6858000"/>
          </a:xfrm>
        </p:grpSpPr>
        <p:sp>
          <p:nvSpPr>
            <p:cNvPr id="3" name="" descr="98dadc6b-fc0c-48c2-92aa-d6d5d22405e3"/>
            <p:cNvSpPr/>
            <p:nvPr/>
          </p:nvSpPr>
          <p:spPr>
            <a:xfrm>
              <a:off x="8953500" y="0"/>
              <a:ext cx="3238500" cy="2483086"/>
            </a:xfrm>
            <a:custGeom>
              <a:gdLst>
                <a:gd name="connsiteX0" fmla="*/ 148111 w 4985657"/>
                <a:gd name="connsiteY0" fmla="*/ 0 h 3822701"/>
                <a:gd name="connsiteX1" fmla="*/ 4985657 w 4985657"/>
                <a:gd name="connsiteY1" fmla="*/ 0 h 3822701"/>
                <a:gd name="connsiteX2" fmla="*/ 4985657 w 4985657"/>
                <a:gd name="connsiteY2" fmla="*/ 2950785 h 3822701"/>
                <a:gd name="connsiteX3" fmla="*/ 4967877 w 4985657"/>
                <a:gd name="connsiteY3" fmla="*/ 2970348 h 3822701"/>
                <a:gd name="connsiteX4" fmla="*/ 2910115 w 4985657"/>
                <a:gd name="connsiteY4" fmla="*/ 3822701 h 3822701"/>
                <a:gd name="connsiteX5" fmla="*/ 0 w 4985657"/>
                <a:gd name="connsiteY5" fmla="*/ 912586 h 3822701"/>
                <a:gd name="connsiteX6" fmla="*/ 130833 w 4985657"/>
                <a:gd name="connsiteY6" fmla="*/ 47207 h 3822701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85657" h="3822701">
                  <a:moveTo>
                    <a:pt x="148111" y="0"/>
                  </a:moveTo>
                  <a:lnTo>
                    <a:pt x="4985657" y="0"/>
                  </a:lnTo>
                  <a:lnTo>
                    <a:pt x="4985657" y="2950785"/>
                  </a:lnTo>
                  <a:lnTo>
                    <a:pt x="4967877" y="2970348"/>
                  </a:lnTo>
                  <a:cubicBezTo>
                    <a:pt x="4441250" y="3496975"/>
                    <a:pt x="3713721" y="3822701"/>
                    <a:pt x="2910115" y="3822701"/>
                  </a:cubicBezTo>
                  <a:cubicBezTo>
                    <a:pt x="1302903" y="3822701"/>
                    <a:pt x="0" y="2519798"/>
                    <a:pt x="0" y="912586"/>
                  </a:cubicBezTo>
                  <a:cubicBezTo>
                    <a:pt x="0" y="611234"/>
                    <a:pt x="45805" y="320580"/>
                    <a:pt x="130833" y="47207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254000" dist="254000" dir="2700000" algn="ctr" rotWithShape="0">
                <a:schemeClr val="accent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7" name="" descr="2fb6c4af-b2e0-44b9-b0f0-117e7287499a"/>
            <p:cNvSpPr/>
            <p:nvPr/>
          </p:nvSpPr>
          <p:spPr>
            <a:xfrm>
              <a:off x="0" y="2438400"/>
              <a:ext cx="5415209" cy="4419600"/>
            </a:xfrm>
            <a:custGeom>
              <a:gdLst>
                <a:gd name="connsiteX0" fmla="*/ 2465048 w 6520544"/>
                <a:gd name="connsiteY0" fmla="*/ 0 h 5321715"/>
                <a:gd name="connsiteX1" fmla="*/ 6520544 w 6520544"/>
                <a:gd name="connsiteY1" fmla="*/ 4055496 h 5321715"/>
                <a:gd name="connsiteX2" fmla="*/ 6338217 w 6520544"/>
                <a:gd name="connsiteY2" fmla="*/ 5261477 h 5321715"/>
                <a:gd name="connsiteX3" fmla="*/ 6316170 w 6520544"/>
                <a:gd name="connsiteY3" fmla="*/ 5321715 h 5321715"/>
                <a:gd name="connsiteX4" fmla="*/ 0 w 6520544"/>
                <a:gd name="connsiteY4" fmla="*/ 5321715 h 5321715"/>
                <a:gd name="connsiteX5" fmla="*/ 0 w 6520544"/>
                <a:gd name="connsiteY5" fmla="*/ 836001 h 5321715"/>
                <a:gd name="connsiteX6" fmla="*/ 38580 w 6520544"/>
                <a:gd name="connsiteY6" fmla="*/ 805684 h 5321715"/>
                <a:gd name="connsiteX7" fmla="*/ 2465048 w 6520544"/>
                <a:gd name="connsiteY7" fmla="*/ 0 h 532171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20544" h="5321715">
                  <a:moveTo>
                    <a:pt x="2465048" y="0"/>
                  </a:moveTo>
                  <a:cubicBezTo>
                    <a:pt x="4704838" y="0"/>
                    <a:pt x="6520544" y="1815707"/>
                    <a:pt x="6520544" y="4055496"/>
                  </a:cubicBezTo>
                  <a:cubicBezTo>
                    <a:pt x="6520544" y="4475457"/>
                    <a:pt x="6456711" y="4880508"/>
                    <a:pt x="6338217" y="5261477"/>
                  </a:cubicBezTo>
                  <a:lnTo>
                    <a:pt x="6316170" y="5321715"/>
                  </a:lnTo>
                  <a:lnTo>
                    <a:pt x="0" y="5321715"/>
                  </a:lnTo>
                  <a:lnTo>
                    <a:pt x="0" y="836001"/>
                  </a:lnTo>
                  <a:lnTo>
                    <a:pt x="38580" y="805684"/>
                  </a:lnTo>
                  <a:cubicBezTo>
                    <a:pt x="715210" y="299663"/>
                    <a:pt x="1555134" y="0"/>
                    <a:pt x="2465048" y="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254000" dist="254000" dir="2700000" algn="ctr" rotWithShape="0">
                <a:schemeClr val="accent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9" name="" descr="a5d32e2b-d027-4c67-aa98-f11f98680fe8"/>
            <p:cNvSpPr/>
            <p:nvPr/>
          </p:nvSpPr>
          <p:spPr>
            <a:xfrm>
              <a:off x="2357547" y="1554647"/>
              <a:ext cx="1166703" cy="11667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254000" dist="254000" dir="2700000" algn="ctr" rotWithShape="0">
                <a:schemeClr val="accent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0" name="" descr="d5f5f4b1-016a-4526-a89e-954444d0b09a"/>
            <p:cNvSpPr/>
            <p:nvPr/>
          </p:nvSpPr>
          <p:spPr>
            <a:xfrm>
              <a:off x="164429" y="1915688"/>
              <a:ext cx="7596940" cy="4190187"/>
            </a:xfrm>
            <a:prstGeom prst="rect">
              <a:avLst/>
            </a:prstGeom>
            <a:blipFill>
              <a:blip r:embed="rId1"/>
              <a:stretch>
                <a:fillRect l="-1354" r="-720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" descr="e3c28e71-1c04-431c-bfba-634e3f4ddbc1"/>
            <p:cNvSpPr/>
            <p:nvPr/>
          </p:nvSpPr>
          <p:spPr>
            <a:xfrm>
              <a:off x="1239436" y="381000"/>
              <a:ext cx="1434438" cy="1534688"/>
            </a:xfrm>
            <a:prstGeom prst="rect">
              <a:avLst/>
            </a:prstGeom>
            <a:blipFill dpi="0" rotWithShape="1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" descr="9fd659bc-16f9-4172-8281-f2630c3378bd"/>
          <p:cNvSpPr>
            <a:spLocks noGrp="1"/>
          </p:cNvSpPr>
          <p:nvPr>
            <p:ph type="title" hasCustomPrompt="1"/>
          </p:nvPr>
        </p:nvSpPr>
        <p:spPr>
          <a:xfrm>
            <a:off x="660401" y="2438400"/>
            <a:ext cx="5682342" cy="10792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25" name="" descr="c69a4dd6-fc89-45ad-8811-2ecf70c4ec38"/>
          <p:cNvSpPr>
            <a:spLocks noGrp="1"/>
          </p:cNvSpPr>
          <p:nvPr>
            <p:ph type="body" sz="quarter" idx="1" hasCustomPrompt="1"/>
          </p:nvPr>
        </p:nvSpPr>
        <p:spPr>
          <a:xfrm>
            <a:off x="660401" y="3529453"/>
            <a:ext cx="5682342" cy="10792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/>
              <a:t>Click to add text</a:t>
            </a:r>
            <a:endParaRPr lang="en-US"/>
          </a:p>
        </p:txBody>
      </p:sp>
      <p:sp>
        <p:nvSpPr>
          <p:cNvPr id="4" name="" descr="ff47510e-fda5-47d3-9ece-7fc731b8ec3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2024/3/26</a:t>
            </a:fld>
            <a:endParaRPr lang="en-US" altLang="zh-CN"/>
          </a:p>
        </p:txBody>
      </p:sp>
      <p:sp>
        <p:nvSpPr>
          <p:cNvPr id="6" name="" descr="ebcb005e-1112-47e4-8186-b5a8b46355c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iSlide</a:t>
            </a:r>
            <a:endParaRPr lang="zh-CN" altLang="en-US"/>
          </a:p>
        </p:txBody>
      </p:sp>
      <p:sp>
        <p:nvSpPr>
          <p:cNvPr id="8" name="" descr="f70798f6-ae7f-43e5-a289-7bed56f480c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f2cb5a3e-a56f-4039-90cf-356862657e2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 descr="400b64cf-882d-4b1e-9600-86e3564b967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" descr="cd3ce058-cef5-4330-8a42-0658039e8a5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 descr="87a83e77-094b-4000-9f84-1af8a390a5a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cfab3df0-a590-4704-b039-53696c30710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" descr="766d38fa-343a-4806-82bb-0eebaac9583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" descr="c81a21e8-2deb-42bf-b7d4-2119d52711b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" descr="89d87e90-6939-4231-a129-cf4e42d94378"/>
          <p:cNvGrpSpPr/>
          <p:nvPr/>
        </p:nvGrpSpPr>
        <p:grpSpPr>
          <a:xfrm>
            <a:off x="0" y="0"/>
            <a:ext cx="12192000" cy="6858000"/>
            <a:chExt cx="12192000" cy="6858000"/>
          </a:xfrm>
        </p:grpSpPr>
        <p:sp>
          <p:nvSpPr>
            <p:cNvPr id="3" name="" descr="e10278a3-0bfd-4aef-a537-47a060c5c326"/>
            <p:cNvSpPr/>
            <p:nvPr/>
          </p:nvSpPr>
          <p:spPr>
            <a:xfrm>
              <a:off x="8953500" y="0"/>
              <a:ext cx="3238500" cy="2483086"/>
            </a:xfrm>
            <a:custGeom>
              <a:gdLst>
                <a:gd name="connsiteX0" fmla="*/ 148111 w 4985657"/>
                <a:gd name="connsiteY0" fmla="*/ 0 h 3822701"/>
                <a:gd name="connsiteX1" fmla="*/ 4985657 w 4985657"/>
                <a:gd name="connsiteY1" fmla="*/ 0 h 3822701"/>
                <a:gd name="connsiteX2" fmla="*/ 4985657 w 4985657"/>
                <a:gd name="connsiteY2" fmla="*/ 2950785 h 3822701"/>
                <a:gd name="connsiteX3" fmla="*/ 4967877 w 4985657"/>
                <a:gd name="connsiteY3" fmla="*/ 2970348 h 3822701"/>
                <a:gd name="connsiteX4" fmla="*/ 2910115 w 4985657"/>
                <a:gd name="connsiteY4" fmla="*/ 3822701 h 3822701"/>
                <a:gd name="connsiteX5" fmla="*/ 0 w 4985657"/>
                <a:gd name="connsiteY5" fmla="*/ 912586 h 3822701"/>
                <a:gd name="connsiteX6" fmla="*/ 130833 w 4985657"/>
                <a:gd name="connsiteY6" fmla="*/ 47207 h 3822701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85657" h="3822701">
                  <a:moveTo>
                    <a:pt x="148111" y="0"/>
                  </a:moveTo>
                  <a:lnTo>
                    <a:pt x="4985657" y="0"/>
                  </a:lnTo>
                  <a:lnTo>
                    <a:pt x="4985657" y="2950785"/>
                  </a:lnTo>
                  <a:lnTo>
                    <a:pt x="4967877" y="2970348"/>
                  </a:lnTo>
                  <a:cubicBezTo>
                    <a:pt x="4441250" y="3496975"/>
                    <a:pt x="3713721" y="3822701"/>
                    <a:pt x="2910115" y="3822701"/>
                  </a:cubicBezTo>
                  <a:cubicBezTo>
                    <a:pt x="1302903" y="3822701"/>
                    <a:pt x="0" y="2519798"/>
                    <a:pt x="0" y="912586"/>
                  </a:cubicBezTo>
                  <a:cubicBezTo>
                    <a:pt x="0" y="611234"/>
                    <a:pt x="45805" y="320580"/>
                    <a:pt x="130833" y="47207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254000" dist="254000" dir="2700000" algn="ctr" rotWithShape="0">
                <a:schemeClr val="accent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9" name="" descr="6ebe579b-6aee-4516-8246-938e3478c188"/>
            <p:cNvSpPr/>
            <p:nvPr/>
          </p:nvSpPr>
          <p:spPr>
            <a:xfrm>
              <a:off x="0" y="2438400"/>
              <a:ext cx="5415209" cy="4419600"/>
            </a:xfrm>
            <a:custGeom>
              <a:gdLst>
                <a:gd name="connsiteX0" fmla="*/ 2465048 w 6520544"/>
                <a:gd name="connsiteY0" fmla="*/ 0 h 5321715"/>
                <a:gd name="connsiteX1" fmla="*/ 6520544 w 6520544"/>
                <a:gd name="connsiteY1" fmla="*/ 4055496 h 5321715"/>
                <a:gd name="connsiteX2" fmla="*/ 6338217 w 6520544"/>
                <a:gd name="connsiteY2" fmla="*/ 5261477 h 5321715"/>
                <a:gd name="connsiteX3" fmla="*/ 6316170 w 6520544"/>
                <a:gd name="connsiteY3" fmla="*/ 5321715 h 5321715"/>
                <a:gd name="connsiteX4" fmla="*/ 0 w 6520544"/>
                <a:gd name="connsiteY4" fmla="*/ 5321715 h 5321715"/>
                <a:gd name="connsiteX5" fmla="*/ 0 w 6520544"/>
                <a:gd name="connsiteY5" fmla="*/ 836001 h 5321715"/>
                <a:gd name="connsiteX6" fmla="*/ 38580 w 6520544"/>
                <a:gd name="connsiteY6" fmla="*/ 805684 h 5321715"/>
                <a:gd name="connsiteX7" fmla="*/ 2465048 w 6520544"/>
                <a:gd name="connsiteY7" fmla="*/ 0 h 532171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20544" h="5321715">
                  <a:moveTo>
                    <a:pt x="2465048" y="0"/>
                  </a:moveTo>
                  <a:cubicBezTo>
                    <a:pt x="4704838" y="0"/>
                    <a:pt x="6520544" y="1815707"/>
                    <a:pt x="6520544" y="4055496"/>
                  </a:cubicBezTo>
                  <a:cubicBezTo>
                    <a:pt x="6520544" y="4475457"/>
                    <a:pt x="6456711" y="4880508"/>
                    <a:pt x="6338217" y="5261477"/>
                  </a:cubicBezTo>
                  <a:lnTo>
                    <a:pt x="6316170" y="5321715"/>
                  </a:lnTo>
                  <a:lnTo>
                    <a:pt x="0" y="5321715"/>
                  </a:lnTo>
                  <a:lnTo>
                    <a:pt x="0" y="836001"/>
                  </a:lnTo>
                  <a:lnTo>
                    <a:pt x="38580" y="805684"/>
                  </a:lnTo>
                  <a:cubicBezTo>
                    <a:pt x="715210" y="299663"/>
                    <a:pt x="1555134" y="0"/>
                    <a:pt x="2465048" y="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254000" dist="254000" dir="2700000" algn="ctr" rotWithShape="0">
                <a:schemeClr val="accent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4" name="" descr="fc0a1c73-cc7f-4ff8-9e68-3ec49a313228"/>
            <p:cNvSpPr/>
            <p:nvPr/>
          </p:nvSpPr>
          <p:spPr>
            <a:xfrm>
              <a:off x="2357547" y="1554647"/>
              <a:ext cx="1166703" cy="116670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75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  <a:effectLst>
              <a:outerShdw blurRad="254000" dist="254000" dir="2700000" algn="ctr" rotWithShape="0">
                <a:schemeClr val="accent1">
                  <a:lumMod val="50000"/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5" name="" descr="88d2066c-722f-43be-a33b-0017c65df20f"/>
            <p:cNvSpPr/>
            <p:nvPr/>
          </p:nvSpPr>
          <p:spPr>
            <a:xfrm>
              <a:off x="164429" y="1915688"/>
              <a:ext cx="7596940" cy="4190187"/>
            </a:xfrm>
            <a:prstGeom prst="rect">
              <a:avLst/>
            </a:prstGeom>
            <a:blipFill>
              <a:blip r:embed="rId1"/>
              <a:stretch>
                <a:fillRect l="-1354" r="-720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" descr="fe5bffdb-bb38-4541-8fd1-961ec2f30ee2"/>
            <p:cNvSpPr/>
            <p:nvPr/>
          </p:nvSpPr>
          <p:spPr>
            <a:xfrm>
              <a:off x="1239436" y="381000"/>
              <a:ext cx="1434438" cy="1534688"/>
            </a:xfrm>
            <a:prstGeom prst="rect">
              <a:avLst/>
            </a:prstGeom>
            <a:blipFill dpi="0" rotWithShape="1"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" descr="c8c10203-b01e-4718-b441-9df04cdd5b09"/>
          <p:cNvSpPr>
            <a:spLocks noGrp="1"/>
          </p:cNvSpPr>
          <p:nvPr>
            <p:ph type="title" hasCustomPrompt="1"/>
          </p:nvPr>
        </p:nvSpPr>
        <p:spPr>
          <a:xfrm>
            <a:off x="6359071" y="1163563"/>
            <a:ext cx="5159829" cy="3016551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r">
              <a:lnSpc>
                <a:spcPct val="100000"/>
              </a:lnSpc>
              <a:defRPr sz="66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4" name="" descr="b5b9daf2-226a-4c4f-909d-0152a4a757ba"/>
          <p:cNvSpPr>
            <a:spLocks noGrp="1"/>
          </p:cNvSpPr>
          <p:nvPr>
            <p:ph type="body" sz="quarter" idx="13" hasCustomPrompt="1"/>
          </p:nvPr>
        </p:nvSpPr>
        <p:spPr>
          <a:xfrm>
            <a:off x="6359071" y="5393647"/>
            <a:ext cx="5159829" cy="345518"/>
          </a:xfrm>
          <a:prstGeom prst="rect">
            <a:avLst/>
          </a:prstGeom>
        </p:spPr>
        <p:txBody>
          <a:bodyPr wrap="square" lIns="9000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Presenter name</a:t>
            </a:r>
            <a:endParaRPr lang="en-US"/>
          </a:p>
        </p:txBody>
      </p:sp>
      <p:sp>
        <p:nvSpPr>
          <p:cNvPr id="7" name="" descr="c6e3f85e-4354-4275-bd11-6a56b17c98bc"/>
          <p:cNvSpPr>
            <a:spLocks noGrp="1"/>
          </p:cNvSpPr>
          <p:nvPr>
            <p:ph type="body" sz="quarter" idx="14" hasCustomPrompt="1"/>
          </p:nvPr>
        </p:nvSpPr>
        <p:spPr>
          <a:xfrm>
            <a:off x="6359071" y="5760358"/>
            <a:ext cx="5159829" cy="345518"/>
          </a:xfrm>
          <a:prstGeom prst="rect">
            <a:avLst/>
          </a:prstGeom>
        </p:spPr>
        <p:txBody>
          <a:bodyPr wrap="non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media/image3.png" Type="http://schemas.openxmlformats.org/officeDocument/2006/relationships/image"/><Relationship Id="rId9" Target="../media/image2.pn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20" name=""/>
          <p:cNvGrpSpPr/>
          <p:nvPr/>
        </p:nvGrpSpPr>
        <p:grpSpPr>
          <a:xfrm>
            <a:off x="218049" y="373912"/>
            <a:ext cx="11824396" cy="6188133"/>
            <a:chOff x="218049" y="373912"/>
            <a:chExt cx="11824396" cy="6188133"/>
          </a:xfrm>
        </p:grpSpPr>
        <p:sp>
          <p:nvSpPr>
            <p:cNvPr id="16" name=""/>
            <p:cNvSpPr/>
            <p:nvPr/>
          </p:nvSpPr>
          <p:spPr>
            <a:xfrm>
              <a:off x="218049" y="373912"/>
              <a:ext cx="804679" cy="1000555"/>
            </a:xfrm>
            <a:prstGeom prst="rect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"/>
            <p:cNvSpPr/>
            <p:nvPr/>
          </p:nvSpPr>
          <p:spPr>
            <a:xfrm>
              <a:off x="10755087" y="5184716"/>
              <a:ext cx="1287358" cy="1377329"/>
            </a:xfrm>
            <a:prstGeom prst="rect">
              <a:avLst/>
            </a:prstGeom>
            <a:blipFill dpi="0" rotWithShape="1"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9" name=""/>
            <p:cNvGrpSpPr/>
            <p:nvPr/>
          </p:nvGrpSpPr>
          <p:grpSpPr>
            <a:xfrm>
              <a:off x="10879138" y="398858"/>
              <a:ext cx="870025" cy="1513285"/>
              <a:chOff x="10879138" y="398858"/>
              <a:chExt cx="870025" cy="1513285"/>
            </a:xfrm>
          </p:grpSpPr>
          <p:sp>
            <p:nvSpPr>
              <p:cNvPr id="106" name=""/>
              <p:cNvSpPr/>
              <p:nvPr/>
            </p:nvSpPr>
            <p:spPr bwMode="auto">
              <a:xfrm rot="4360179">
                <a:off x="10981756" y="965992"/>
                <a:ext cx="304800" cy="363538"/>
              </a:xfrm>
              <a:custGeom>
                <a:gdLst>
                  <a:gd name="T0" fmla="*/ 0 w 192"/>
                  <a:gd name="T1" fmla="*/ 77 h 229"/>
                  <a:gd name="T2" fmla="*/ 111 w 192"/>
                  <a:gd name="T3" fmla="*/ 0 h 229"/>
                  <a:gd name="T4" fmla="*/ 192 w 192"/>
                  <a:gd name="T5" fmla="*/ 229 h 229"/>
                  <a:gd name="T6" fmla="*/ 0 w 192"/>
                  <a:gd name="T7" fmla="*/ 77 h 229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2" h="229">
                    <a:moveTo>
                      <a:pt x="0" y="77"/>
                    </a:moveTo>
                    <a:lnTo>
                      <a:pt x="111" y="0"/>
                    </a:lnTo>
                    <a:lnTo>
                      <a:pt x="192" y="229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FA837F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"/>
              <p:cNvSpPr>
                <a:spLocks noChangeArrowheads="1"/>
              </p:cNvSpPr>
              <p:nvPr/>
            </p:nvSpPr>
            <p:spPr bwMode="auto">
              <a:xfrm rot="4360179">
                <a:off x="11510851" y="1789906"/>
                <a:ext cx="122237" cy="122238"/>
              </a:xfrm>
              <a:prstGeom prst="ellipse">
                <a:avLst/>
              </a:prstGeom>
              <a:solidFill>
                <a:srgbClr val="606CE2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"/>
              <p:cNvSpPr/>
              <p:nvPr/>
            </p:nvSpPr>
            <p:spPr bwMode="auto">
              <a:xfrm rot="4360179">
                <a:off x="11668201" y="634231"/>
                <a:ext cx="82550" cy="79375"/>
              </a:xfrm>
              <a:custGeom>
                <a:gdLst>
                  <a:gd name="T0" fmla="*/ 20 w 32"/>
                  <a:gd name="T1" fmla="*/ 31 h 31"/>
                  <a:gd name="T2" fmla="*/ 1 w 32"/>
                  <a:gd name="T3" fmla="*/ 21 h 31"/>
                  <a:gd name="T4" fmla="*/ 1 w 32"/>
                  <a:gd name="T5" fmla="*/ 19 h 31"/>
                  <a:gd name="T6" fmla="*/ 10 w 32"/>
                  <a:gd name="T7" fmla="*/ 1 h 31"/>
                  <a:gd name="T8" fmla="*/ 12 w 32"/>
                  <a:gd name="T9" fmla="*/ 0 h 31"/>
                  <a:gd name="T10" fmla="*/ 30 w 32"/>
                  <a:gd name="T11" fmla="*/ 9 h 31"/>
                  <a:gd name="T12" fmla="*/ 31 w 32"/>
                  <a:gd name="T13" fmla="*/ 12 h 31"/>
                  <a:gd name="T14" fmla="*/ 22 w 32"/>
                  <a:gd name="T15" fmla="*/ 30 h 31"/>
                  <a:gd name="T16" fmla="*/ 20 w 32"/>
                  <a:gd name="T17" fmla="*/ 31 h 31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31">
                    <a:moveTo>
                      <a:pt x="20" y="31"/>
                    </a:moveTo>
                    <a:cubicBezTo>
                      <a:pt x="1" y="21"/>
                      <a:pt x="1" y="21"/>
                      <a:pt x="1" y="21"/>
                    </a:cubicBezTo>
                    <a:cubicBezTo>
                      <a:pt x="0" y="21"/>
                      <a:pt x="0" y="20"/>
                      <a:pt x="1" y="19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30" y="9"/>
                      <a:pt x="30" y="9"/>
                      <a:pt x="30" y="9"/>
                    </a:cubicBezTo>
                    <a:cubicBezTo>
                      <a:pt x="31" y="10"/>
                      <a:pt x="32" y="11"/>
                      <a:pt x="31" y="12"/>
                    </a:cubicBezTo>
                    <a:cubicBezTo>
                      <a:pt x="22" y="30"/>
                      <a:pt x="22" y="30"/>
                      <a:pt x="22" y="30"/>
                    </a:cubicBezTo>
                    <a:cubicBezTo>
                      <a:pt x="21" y="31"/>
                      <a:pt x="20" y="31"/>
                      <a:pt x="20" y="31"/>
                    </a:cubicBezTo>
                    <a:close/>
                  </a:path>
                </a:pathLst>
              </a:custGeom>
              <a:solidFill>
                <a:srgbClr val="FFCB4A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"/>
              <p:cNvSpPr/>
              <p:nvPr/>
            </p:nvSpPr>
            <p:spPr bwMode="auto">
              <a:xfrm>
                <a:off x="10879138" y="398858"/>
                <a:ext cx="639762" cy="447675"/>
              </a:xfrm>
              <a:custGeom>
                <a:gdLst>
                  <a:gd name="T0" fmla="*/ 67 w 252"/>
                  <a:gd name="T1" fmla="*/ 176 h 176"/>
                  <a:gd name="T2" fmla="*/ 57 w 252"/>
                  <a:gd name="T3" fmla="*/ 175 h 176"/>
                  <a:gd name="T4" fmla="*/ 0 w 252"/>
                  <a:gd name="T5" fmla="*/ 163 h 176"/>
                  <a:gd name="T6" fmla="*/ 7 w 252"/>
                  <a:gd name="T7" fmla="*/ 133 h 176"/>
                  <a:gd name="T8" fmla="*/ 63 w 252"/>
                  <a:gd name="T9" fmla="*/ 145 h 176"/>
                  <a:gd name="T10" fmla="*/ 78 w 252"/>
                  <a:gd name="T11" fmla="*/ 141 h 176"/>
                  <a:gd name="T12" fmla="*/ 84 w 252"/>
                  <a:gd name="T13" fmla="*/ 127 h 176"/>
                  <a:gd name="T14" fmla="*/ 84 w 252"/>
                  <a:gd name="T15" fmla="*/ 118 h 176"/>
                  <a:gd name="T16" fmla="*/ 101 w 252"/>
                  <a:gd name="T17" fmla="*/ 79 h 176"/>
                  <a:gd name="T18" fmla="*/ 142 w 252"/>
                  <a:gd name="T19" fmla="*/ 68 h 176"/>
                  <a:gd name="T20" fmla="*/ 152 w 252"/>
                  <a:gd name="T21" fmla="*/ 70 h 176"/>
                  <a:gd name="T22" fmla="*/ 167 w 252"/>
                  <a:gd name="T23" fmla="*/ 67 h 176"/>
                  <a:gd name="T24" fmla="*/ 173 w 252"/>
                  <a:gd name="T25" fmla="*/ 53 h 176"/>
                  <a:gd name="T26" fmla="*/ 194 w 252"/>
                  <a:gd name="T27" fmla="*/ 11 h 176"/>
                  <a:gd name="T28" fmla="*/ 240 w 252"/>
                  <a:gd name="T29" fmla="*/ 7 h 176"/>
                  <a:gd name="T30" fmla="*/ 252 w 252"/>
                  <a:gd name="T31" fmla="*/ 12 h 176"/>
                  <a:gd name="T32" fmla="*/ 240 w 252"/>
                  <a:gd name="T33" fmla="*/ 40 h 176"/>
                  <a:gd name="T34" fmla="*/ 228 w 252"/>
                  <a:gd name="T35" fmla="*/ 35 h 176"/>
                  <a:gd name="T36" fmla="*/ 211 w 252"/>
                  <a:gd name="T37" fmla="*/ 37 h 176"/>
                  <a:gd name="T38" fmla="*/ 204 w 252"/>
                  <a:gd name="T39" fmla="*/ 52 h 176"/>
                  <a:gd name="T40" fmla="*/ 186 w 252"/>
                  <a:gd name="T41" fmla="*/ 91 h 176"/>
                  <a:gd name="T42" fmla="*/ 145 w 252"/>
                  <a:gd name="T43" fmla="*/ 100 h 176"/>
                  <a:gd name="T44" fmla="*/ 136 w 252"/>
                  <a:gd name="T45" fmla="*/ 98 h 176"/>
                  <a:gd name="T46" fmla="*/ 121 w 252"/>
                  <a:gd name="T47" fmla="*/ 102 h 176"/>
                  <a:gd name="T48" fmla="*/ 114 w 252"/>
                  <a:gd name="T49" fmla="*/ 116 h 176"/>
                  <a:gd name="T50" fmla="*/ 115 w 252"/>
                  <a:gd name="T51" fmla="*/ 125 h 176"/>
                  <a:gd name="T52" fmla="*/ 98 w 252"/>
                  <a:gd name="T53" fmla="*/ 164 h 176"/>
                  <a:gd name="T54" fmla="*/ 67 w 252"/>
                  <a:gd name="T55" fmla="*/ 176 h 17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51" h="176">
                    <a:moveTo>
                      <a:pt x="67" y="176"/>
                    </a:moveTo>
                    <a:cubicBezTo>
                      <a:pt x="64" y="176"/>
                      <a:pt x="60" y="175"/>
                      <a:pt x="57" y="175"/>
                    </a:cubicBezTo>
                    <a:cubicBezTo>
                      <a:pt x="0" y="163"/>
                      <a:pt x="0" y="163"/>
                      <a:pt x="0" y="163"/>
                    </a:cubicBezTo>
                    <a:cubicBezTo>
                      <a:pt x="7" y="133"/>
                      <a:pt x="7" y="133"/>
                      <a:pt x="7" y="133"/>
                    </a:cubicBezTo>
                    <a:cubicBezTo>
                      <a:pt x="63" y="145"/>
                      <a:pt x="63" y="145"/>
                      <a:pt x="63" y="145"/>
                    </a:cubicBezTo>
                    <a:cubicBezTo>
                      <a:pt x="69" y="146"/>
                      <a:pt x="74" y="144"/>
                      <a:pt x="78" y="141"/>
                    </a:cubicBezTo>
                    <a:cubicBezTo>
                      <a:pt x="82" y="137"/>
                      <a:pt x="84" y="132"/>
                      <a:pt x="84" y="127"/>
                    </a:cubicBezTo>
                    <a:cubicBezTo>
                      <a:pt x="84" y="118"/>
                      <a:pt x="84" y="118"/>
                      <a:pt x="84" y="118"/>
                    </a:cubicBezTo>
                    <a:cubicBezTo>
                      <a:pt x="83" y="103"/>
                      <a:pt x="89" y="88"/>
                      <a:pt x="101" y="79"/>
                    </a:cubicBezTo>
                    <a:cubicBezTo>
                      <a:pt x="112" y="69"/>
                      <a:pt x="128" y="65"/>
                      <a:pt x="142" y="68"/>
                    </a:cubicBezTo>
                    <a:cubicBezTo>
                      <a:pt x="152" y="70"/>
                      <a:pt x="152" y="70"/>
                      <a:pt x="152" y="70"/>
                    </a:cubicBezTo>
                    <a:cubicBezTo>
                      <a:pt x="157" y="72"/>
                      <a:pt x="162" y="70"/>
                      <a:pt x="167" y="67"/>
                    </a:cubicBezTo>
                    <a:cubicBezTo>
                      <a:pt x="171" y="63"/>
                      <a:pt x="173" y="58"/>
                      <a:pt x="173" y="53"/>
                    </a:cubicBezTo>
                    <a:cubicBezTo>
                      <a:pt x="172" y="36"/>
                      <a:pt x="180" y="21"/>
                      <a:pt x="194" y="11"/>
                    </a:cubicBezTo>
                    <a:cubicBezTo>
                      <a:pt x="208" y="2"/>
                      <a:pt x="225" y="0"/>
                      <a:pt x="240" y="7"/>
                    </a:cubicBezTo>
                    <a:cubicBezTo>
                      <a:pt x="252" y="12"/>
                      <a:pt x="252" y="12"/>
                      <a:pt x="252" y="12"/>
                    </a:cubicBezTo>
                    <a:cubicBezTo>
                      <a:pt x="240" y="40"/>
                      <a:pt x="240" y="40"/>
                      <a:pt x="240" y="40"/>
                    </a:cubicBezTo>
                    <a:cubicBezTo>
                      <a:pt x="228" y="35"/>
                      <a:pt x="228" y="35"/>
                      <a:pt x="228" y="35"/>
                    </a:cubicBezTo>
                    <a:cubicBezTo>
                      <a:pt x="222" y="33"/>
                      <a:pt x="216" y="33"/>
                      <a:pt x="211" y="37"/>
                    </a:cubicBezTo>
                    <a:cubicBezTo>
                      <a:pt x="206" y="40"/>
                      <a:pt x="203" y="46"/>
                      <a:pt x="204" y="52"/>
                    </a:cubicBezTo>
                    <a:cubicBezTo>
                      <a:pt x="204" y="67"/>
                      <a:pt x="198" y="81"/>
                      <a:pt x="186" y="91"/>
                    </a:cubicBezTo>
                    <a:cubicBezTo>
                      <a:pt x="175" y="100"/>
                      <a:pt x="160" y="104"/>
                      <a:pt x="145" y="100"/>
                    </a:cubicBezTo>
                    <a:cubicBezTo>
                      <a:pt x="136" y="98"/>
                      <a:pt x="136" y="98"/>
                      <a:pt x="136" y="98"/>
                    </a:cubicBezTo>
                    <a:cubicBezTo>
                      <a:pt x="130" y="97"/>
                      <a:pt x="125" y="98"/>
                      <a:pt x="121" y="102"/>
                    </a:cubicBezTo>
                    <a:cubicBezTo>
                      <a:pt x="116" y="106"/>
                      <a:pt x="114" y="111"/>
                      <a:pt x="114" y="116"/>
                    </a:cubicBezTo>
                    <a:cubicBezTo>
                      <a:pt x="115" y="125"/>
                      <a:pt x="115" y="125"/>
                      <a:pt x="115" y="125"/>
                    </a:cubicBezTo>
                    <a:cubicBezTo>
                      <a:pt x="116" y="140"/>
                      <a:pt x="110" y="154"/>
                      <a:pt x="98" y="164"/>
                    </a:cubicBezTo>
                    <a:cubicBezTo>
                      <a:pt x="89" y="172"/>
                      <a:pt x="78" y="176"/>
                      <a:pt x="67" y="176"/>
                    </a:cubicBezTo>
                    <a:close/>
                  </a:path>
                </a:pathLst>
              </a:custGeom>
              <a:solidFill>
                <a:srgbClr val="6778E2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8" name=""/>
            <p:cNvGrpSpPr/>
            <p:nvPr/>
          </p:nvGrpSpPr>
          <p:grpSpPr>
            <a:xfrm>
              <a:off x="248442" y="5045809"/>
              <a:ext cx="1009649" cy="1363881"/>
              <a:chOff x="248442" y="5045809"/>
              <a:chExt cx="1009649" cy="1363881"/>
            </a:xfrm>
          </p:grpSpPr>
          <p:sp>
            <p:nvSpPr>
              <p:cNvPr id="108" name=""/>
              <p:cNvSpPr/>
              <p:nvPr/>
            </p:nvSpPr>
            <p:spPr bwMode="auto">
              <a:xfrm>
                <a:off x="421479" y="5045809"/>
                <a:ext cx="344487" cy="277813"/>
              </a:xfrm>
              <a:custGeom>
                <a:gdLst>
                  <a:gd name="T0" fmla="*/ 217 w 217"/>
                  <a:gd name="T1" fmla="*/ 45 h 175"/>
                  <a:gd name="T2" fmla="*/ 31 w 217"/>
                  <a:gd name="T3" fmla="*/ 175 h 175"/>
                  <a:gd name="T4" fmla="*/ 0 w 217"/>
                  <a:gd name="T5" fmla="*/ 130 h 175"/>
                  <a:gd name="T6" fmla="*/ 186 w 217"/>
                  <a:gd name="T7" fmla="*/ 0 h 175"/>
                  <a:gd name="T8" fmla="*/ 217 w 217"/>
                  <a:gd name="T9" fmla="*/ 45 h 175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" h="175">
                    <a:moveTo>
                      <a:pt x="217" y="45"/>
                    </a:moveTo>
                    <a:lnTo>
                      <a:pt x="31" y="175"/>
                    </a:lnTo>
                    <a:lnTo>
                      <a:pt x="0" y="130"/>
                    </a:lnTo>
                    <a:lnTo>
                      <a:pt x="186" y="0"/>
                    </a:lnTo>
                    <a:lnTo>
                      <a:pt x="217" y="45"/>
                    </a:lnTo>
                    <a:close/>
                  </a:path>
                </a:pathLst>
              </a:custGeom>
              <a:solidFill>
                <a:srgbClr val="5A6BEF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"/>
              <p:cNvSpPr>
                <a:spLocks noChangeArrowheads="1"/>
              </p:cNvSpPr>
              <p:nvPr/>
            </p:nvSpPr>
            <p:spPr bwMode="auto">
              <a:xfrm>
                <a:off x="248442" y="5476022"/>
                <a:ext cx="133350" cy="131763"/>
              </a:xfrm>
              <a:prstGeom prst="ellipse">
                <a:avLst/>
              </a:prstGeom>
              <a:solidFill>
                <a:srgbClr val="FA837F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"/>
              <p:cNvSpPr>
                <a:spLocks noChangeArrowheads="1"/>
              </p:cNvSpPr>
              <p:nvPr/>
            </p:nvSpPr>
            <p:spPr bwMode="auto">
              <a:xfrm>
                <a:off x="1135854" y="5750659"/>
                <a:ext cx="122237" cy="120650"/>
              </a:xfrm>
              <a:prstGeom prst="ellipse">
                <a:avLst/>
              </a:prstGeom>
              <a:solidFill>
                <a:srgbClr val="FDD051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"/>
              <p:cNvSpPr/>
              <p:nvPr/>
            </p:nvSpPr>
            <p:spPr bwMode="auto">
              <a:xfrm>
                <a:off x="635792" y="5896709"/>
                <a:ext cx="174625" cy="176213"/>
              </a:xfrm>
              <a:custGeom>
                <a:gdLst>
                  <a:gd name="T0" fmla="*/ 42 w 69"/>
                  <a:gd name="T1" fmla="*/ 68 h 69"/>
                  <a:gd name="T2" fmla="*/ 2 w 69"/>
                  <a:gd name="T3" fmla="*/ 48 h 69"/>
                  <a:gd name="T4" fmla="*/ 1 w 69"/>
                  <a:gd name="T5" fmla="*/ 43 h 69"/>
                  <a:gd name="T6" fmla="*/ 21 w 69"/>
                  <a:gd name="T7" fmla="*/ 3 h 69"/>
                  <a:gd name="T8" fmla="*/ 26 w 69"/>
                  <a:gd name="T9" fmla="*/ 1 h 69"/>
                  <a:gd name="T10" fmla="*/ 66 w 69"/>
                  <a:gd name="T11" fmla="*/ 22 h 69"/>
                  <a:gd name="T12" fmla="*/ 68 w 69"/>
                  <a:gd name="T13" fmla="*/ 26 h 69"/>
                  <a:gd name="T14" fmla="*/ 47 w 69"/>
                  <a:gd name="T15" fmla="*/ 66 h 69"/>
                  <a:gd name="T16" fmla="*/ 42 w 69"/>
                  <a:gd name="T17" fmla="*/ 68 h 69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" h="69">
                    <a:moveTo>
                      <a:pt x="42" y="68"/>
                    </a:moveTo>
                    <a:cubicBezTo>
                      <a:pt x="2" y="48"/>
                      <a:pt x="2" y="48"/>
                      <a:pt x="2" y="48"/>
                    </a:cubicBezTo>
                    <a:cubicBezTo>
                      <a:pt x="1" y="47"/>
                      <a:pt x="0" y="44"/>
                      <a:pt x="1" y="43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2" y="1"/>
                      <a:pt x="24" y="0"/>
                      <a:pt x="26" y="1"/>
                    </a:cubicBezTo>
                    <a:cubicBezTo>
                      <a:pt x="66" y="22"/>
                      <a:pt x="66" y="22"/>
                      <a:pt x="66" y="22"/>
                    </a:cubicBezTo>
                    <a:cubicBezTo>
                      <a:pt x="68" y="23"/>
                      <a:pt x="69" y="25"/>
                      <a:pt x="68" y="26"/>
                    </a:cubicBezTo>
                    <a:cubicBezTo>
                      <a:pt x="47" y="66"/>
                      <a:pt x="47" y="66"/>
                      <a:pt x="47" y="66"/>
                    </a:cubicBezTo>
                    <a:cubicBezTo>
                      <a:pt x="46" y="68"/>
                      <a:pt x="44" y="69"/>
                      <a:pt x="42" y="68"/>
                    </a:cubicBezTo>
                    <a:close/>
                  </a:path>
                </a:pathLst>
              </a:custGeom>
              <a:solidFill>
                <a:srgbClr val="ADE0F3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"/>
              <p:cNvSpPr/>
              <p:nvPr/>
            </p:nvSpPr>
            <p:spPr bwMode="auto">
              <a:xfrm>
                <a:off x="273842" y="5835015"/>
                <a:ext cx="147637" cy="574675"/>
              </a:xfrm>
              <a:custGeom>
                <a:gdLst>
                  <a:gd name="T0" fmla="*/ 14 w 58"/>
                  <a:gd name="T1" fmla="*/ 226 h 226"/>
                  <a:gd name="T2" fmla="*/ 0 w 58"/>
                  <a:gd name="T3" fmla="*/ 211 h 226"/>
                  <a:gd name="T4" fmla="*/ 32 w 58"/>
                  <a:gd name="T5" fmla="*/ 179 h 226"/>
                  <a:gd name="T6" fmla="*/ 36 w 58"/>
                  <a:gd name="T7" fmla="*/ 167 h 226"/>
                  <a:gd name="T8" fmla="*/ 29 w 58"/>
                  <a:gd name="T9" fmla="*/ 155 h 226"/>
                  <a:gd name="T10" fmla="*/ 23 w 58"/>
                  <a:gd name="T11" fmla="*/ 152 h 226"/>
                  <a:gd name="T12" fmla="*/ 5 w 58"/>
                  <a:gd name="T13" fmla="*/ 125 h 226"/>
                  <a:gd name="T14" fmla="*/ 16 w 58"/>
                  <a:gd name="T15" fmla="*/ 95 h 226"/>
                  <a:gd name="T16" fmla="*/ 21 w 58"/>
                  <a:gd name="T17" fmla="*/ 90 h 226"/>
                  <a:gd name="T18" fmla="*/ 26 w 58"/>
                  <a:gd name="T19" fmla="*/ 77 h 226"/>
                  <a:gd name="T20" fmla="*/ 19 w 58"/>
                  <a:gd name="T21" fmla="*/ 66 h 226"/>
                  <a:gd name="T22" fmla="*/ 2 w 58"/>
                  <a:gd name="T23" fmla="*/ 36 h 226"/>
                  <a:gd name="T24" fmla="*/ 18 w 58"/>
                  <a:gd name="T25" fmla="*/ 5 h 226"/>
                  <a:gd name="T26" fmla="*/ 27 w 58"/>
                  <a:gd name="T27" fmla="*/ 0 h 226"/>
                  <a:gd name="T28" fmla="*/ 38 w 58"/>
                  <a:gd name="T29" fmla="*/ 17 h 226"/>
                  <a:gd name="T30" fmla="*/ 29 w 58"/>
                  <a:gd name="T31" fmla="*/ 23 h 226"/>
                  <a:gd name="T32" fmla="*/ 22 w 58"/>
                  <a:gd name="T33" fmla="*/ 36 h 226"/>
                  <a:gd name="T34" fmla="*/ 29 w 58"/>
                  <a:gd name="T35" fmla="*/ 49 h 226"/>
                  <a:gd name="T36" fmla="*/ 46 w 58"/>
                  <a:gd name="T37" fmla="*/ 75 h 226"/>
                  <a:gd name="T38" fmla="*/ 36 w 58"/>
                  <a:gd name="T39" fmla="*/ 105 h 226"/>
                  <a:gd name="T40" fmla="*/ 30 w 58"/>
                  <a:gd name="T41" fmla="*/ 110 h 226"/>
                  <a:gd name="T42" fmla="*/ 26 w 58"/>
                  <a:gd name="T43" fmla="*/ 123 h 226"/>
                  <a:gd name="T44" fmla="*/ 33 w 58"/>
                  <a:gd name="T45" fmla="*/ 134 h 226"/>
                  <a:gd name="T46" fmla="*/ 39 w 58"/>
                  <a:gd name="T47" fmla="*/ 138 h 226"/>
                  <a:gd name="T48" fmla="*/ 57 w 58"/>
                  <a:gd name="T49" fmla="*/ 164 h 226"/>
                  <a:gd name="T50" fmla="*/ 46 w 58"/>
                  <a:gd name="T51" fmla="*/ 194 h 226"/>
                  <a:gd name="T52" fmla="*/ 14 w 58"/>
                  <a:gd name="T53" fmla="*/ 226 h 22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" h="226">
                    <a:moveTo>
                      <a:pt x="14" y="226"/>
                    </a:moveTo>
                    <a:cubicBezTo>
                      <a:pt x="0" y="211"/>
                      <a:pt x="0" y="211"/>
                      <a:pt x="0" y="211"/>
                    </a:cubicBezTo>
                    <a:cubicBezTo>
                      <a:pt x="32" y="179"/>
                      <a:pt x="32" y="179"/>
                      <a:pt x="32" y="179"/>
                    </a:cubicBezTo>
                    <a:cubicBezTo>
                      <a:pt x="35" y="176"/>
                      <a:pt x="37" y="171"/>
                      <a:pt x="36" y="167"/>
                    </a:cubicBezTo>
                    <a:cubicBezTo>
                      <a:pt x="36" y="162"/>
                      <a:pt x="33" y="158"/>
                      <a:pt x="29" y="155"/>
                    </a:cubicBezTo>
                    <a:cubicBezTo>
                      <a:pt x="23" y="152"/>
                      <a:pt x="23" y="152"/>
                      <a:pt x="23" y="152"/>
                    </a:cubicBezTo>
                    <a:cubicBezTo>
                      <a:pt x="13" y="146"/>
                      <a:pt x="7" y="137"/>
                      <a:pt x="5" y="125"/>
                    </a:cubicBezTo>
                    <a:cubicBezTo>
                      <a:pt x="4" y="114"/>
                      <a:pt x="8" y="103"/>
                      <a:pt x="16" y="95"/>
                    </a:cubicBezTo>
                    <a:cubicBezTo>
                      <a:pt x="21" y="90"/>
                      <a:pt x="21" y="90"/>
                      <a:pt x="21" y="90"/>
                    </a:cubicBezTo>
                    <a:cubicBezTo>
                      <a:pt x="25" y="87"/>
                      <a:pt x="27" y="82"/>
                      <a:pt x="26" y="77"/>
                    </a:cubicBezTo>
                    <a:cubicBezTo>
                      <a:pt x="26" y="73"/>
                      <a:pt x="23" y="69"/>
                      <a:pt x="19" y="66"/>
                    </a:cubicBezTo>
                    <a:cubicBezTo>
                      <a:pt x="8" y="60"/>
                      <a:pt x="2" y="48"/>
                      <a:pt x="2" y="36"/>
                    </a:cubicBezTo>
                    <a:cubicBezTo>
                      <a:pt x="2" y="24"/>
                      <a:pt x="8" y="12"/>
                      <a:pt x="18" y="5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38" y="17"/>
                      <a:pt x="38" y="17"/>
                      <a:pt x="38" y="17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5" y="26"/>
                      <a:pt x="22" y="30"/>
                      <a:pt x="22" y="36"/>
                    </a:cubicBezTo>
                    <a:cubicBezTo>
                      <a:pt x="22" y="41"/>
                      <a:pt x="25" y="46"/>
                      <a:pt x="29" y="49"/>
                    </a:cubicBezTo>
                    <a:cubicBezTo>
                      <a:pt x="39" y="54"/>
                      <a:pt x="45" y="64"/>
                      <a:pt x="46" y="75"/>
                    </a:cubicBezTo>
                    <a:cubicBezTo>
                      <a:pt x="48" y="86"/>
                      <a:pt x="44" y="97"/>
                      <a:pt x="36" y="105"/>
                    </a:cubicBezTo>
                    <a:cubicBezTo>
                      <a:pt x="30" y="110"/>
                      <a:pt x="30" y="110"/>
                      <a:pt x="30" y="110"/>
                    </a:cubicBezTo>
                    <a:cubicBezTo>
                      <a:pt x="27" y="113"/>
                      <a:pt x="25" y="118"/>
                      <a:pt x="26" y="123"/>
                    </a:cubicBezTo>
                    <a:cubicBezTo>
                      <a:pt x="26" y="128"/>
                      <a:pt x="29" y="132"/>
                      <a:pt x="33" y="134"/>
                    </a:cubicBezTo>
                    <a:cubicBezTo>
                      <a:pt x="39" y="138"/>
                      <a:pt x="39" y="138"/>
                      <a:pt x="39" y="138"/>
                    </a:cubicBezTo>
                    <a:cubicBezTo>
                      <a:pt x="49" y="143"/>
                      <a:pt x="55" y="153"/>
                      <a:pt x="57" y="164"/>
                    </a:cubicBezTo>
                    <a:cubicBezTo>
                      <a:pt x="58" y="175"/>
                      <a:pt x="54" y="186"/>
                      <a:pt x="46" y="194"/>
                    </a:cubicBezTo>
                    <a:lnTo>
                      <a:pt x="14" y="226"/>
                    </a:lnTo>
                    <a:close/>
                  </a:path>
                </a:pathLst>
              </a:custGeom>
              <a:solidFill>
                <a:srgbClr val="8996F7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/>
              <a:t>Click to add title</a:t>
            </a:r>
            <a:endParaRPr 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Click to add text</a:t>
            </a:r>
            <a:endParaRPr lang="en-US"/>
          </a:p>
          <a:p>
            <a:pPr lvl="1"/>
            <a:r>
              <a:rPr lang="zh-CN" altLang="en-US"/>
              <a:t>Second level</a:t>
            </a:r>
            <a:endParaRPr lang="en-US"/>
          </a:p>
          <a:p>
            <a:pPr lvl="2"/>
            <a:r>
              <a:rPr lang="zh-CN" altLang="en-US"/>
              <a:t>Third level</a:t>
            </a:r>
            <a:endParaRPr lang="en-US"/>
          </a:p>
          <a:p>
            <a:pPr lvl="3"/>
            <a:r>
              <a:rPr lang="zh-CN" altLang="en-US"/>
              <a:t>Fourth level</a:t>
            </a:r>
            <a:endParaRPr lang="en-US"/>
          </a:p>
          <a:p>
            <a:pPr lvl="4"/>
            <a:r>
              <a:rPr lang="zh-CN" altLang="en-US"/>
              <a:t>Fifth level</a:t>
            </a:r>
            <a:endParaRPr lang="en-US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iming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65348b59947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ef7b138b1540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4a60854a32748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42bb99aca39411e" /><Relationship Type="http://schemas.openxmlformats.org/officeDocument/2006/relationships/tags" Target="/ppt/tags/tag7122.xml" Id="rId1" /><Relationship Type="http://schemas.openxmlformats.org/officeDocument/2006/relationships/image" Target="/ppt/media/image322.jpeg" Id="rI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3a45e438ebd4c98" /><Relationship Type="http://schemas.openxmlformats.org/officeDocument/2006/relationships/tags" Target="/ppt/tags/tag10623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64e1f90fa7442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662d4ac8ee949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60e7b56c81849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f5fdae9f2d44a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cb1fb327e4b48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b862b5b7ef74f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9ba7fcdab2848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894cabcf02d412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d048e5ab86d44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f3a904bd18c44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4c5bf98a604992" /></Relationships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54e5757e-7fe0-4695-9b30-1b1478f2e05e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储干转正汇报</a:t>
            </a:r>
            <a:endParaRPr lang="en-US" dirty="0"/>
          </a:p>
        </p:txBody>
      </p:sp>
      <p:sp>
        <p:nvSpPr>
          <p:cNvPr id="9" name="" descr="56d73aa7-f565-4e18-8f42-0ae94756192d"/>
          <p:cNvSpPr>
            <a:spLocks noGrp="1"/>
          </p:cNvSpPr>
          <p:nvPr>
            <p:ph type="subTitle"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从技术到管理的蜕变与展望</a:t>
            </a:r>
            <a:endParaRPr lang="en-US" dirty="0"/>
          </a:p>
        </p:txBody>
      </p:sp>
      <p:sp>
        <p:nvSpPr>
          <p:cNvPr id="4" name="" descr="9a4f9195-7b91-4b9c-a316-efea7b0be5ac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报告人名称</a:t>
            </a:r>
            <a:endParaRPr lang="en-US" dirty="0"/>
          </a:p>
        </p:txBody>
      </p:sp>
      <p:sp>
        <p:nvSpPr>
          <p:cNvPr id="7" name="" descr="3d69e862-08ce-4b84-a297-7097292ef046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" descr="2f311108-e344-4d10-bdc7-abd9df5abedd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3" name="" descr="588f6fdf-7d92-4322-aef9-c571c8063f5b"/>
          <p:cNvSpPr>
            <a:spLocks noGrp="1"/>
          </p:cNvSpPr>
          <p:nvPr>
            <p:ph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自我介绍</a:t>
            </a:r>
            <a:endParaRPr lang="en-US" dirty="0"/>
          </a:p>
          <a:p>
            <a:pPr/>
            <a:r>
              <a:rPr lang="zh-CN" altLang="en-US" dirty="0"/>
              <a:t>项目经历</a:t>
            </a:r>
            <a:endParaRPr lang="en-US" dirty="0"/>
          </a:p>
          <a:p>
            <a:pPr/>
            <a:r>
              <a:rPr lang="zh-CN" altLang="en-US" dirty="0"/>
              <a:t>工作总结</a:t>
            </a:r>
            <a:endParaRPr lang="en-US" dirty="0"/>
          </a:p>
          <a:p>
            <a:pPr/>
            <a:r>
              <a:rPr lang="zh-CN" altLang="en-US" dirty="0"/>
              <a:t>工作规划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9fd659bc-16f9-4172-8281-f2630c3378bd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自我介绍</a:t>
            </a:r>
            <a:endParaRPr lang="en-US" dirty="0"/>
          </a:p>
        </p:txBody>
      </p:sp>
      <p:sp>
        <p:nvSpPr>
          <p:cNvPr id="25" name="" descr="c69a4dd6-fc89-45ad-8811-2ecf70c4ec38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简述个人背景、入职经历与角色认知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2" name="c2f15ef4-7467-40f7-b56f-f9401ae6e529.source.6.zh-Hans.pptx" descr="ec3fc785-fbdb-4e5d-822f-7cdbcedc218e">
            <a:extLst>
              <a:ext uri="{FF2B5EF4-FFF2-40B4-BE49-F238E27FC236}">
                <a16:creationId id="{5E7C25A6-7D43-5675-4639-F3B46152FAA5}"/>
              </a:ext>
            </a:extLst>
          </p:cNvPr>
          <p:cNvGrpSpPr/>
          <p:nvPr/>
        </p:nvGrpSpPr>
        <p:grpSpPr>
          <a:xfrm>
            <a:off x="1" y="1130300"/>
            <a:ext cx="11518899" cy="5727698"/>
            <a:chOff x="1" y="1130300"/>
            <a:chExt cx="11518899" cy="5727698"/>
          </a:xfrm>
        </p:grpSpPr>
        <p:sp>
          <p:nvSpPr>
            <p:cNvPr id="11" name="PictureMisc1" descr="5b6711b0-8710-4e37-a165-5c68815e1b43">
              <a:extLst>
                <a:ext uri="{FF2B5EF4-FFF2-40B4-BE49-F238E27FC236}">
                  <a16:creationId id="{901D4A89-8718-B189-C90F-9BE0DBF49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" y="1130300"/>
              <a:ext cx="4091213" cy="5727698"/>
            </a:xfrm>
            <a:prstGeom prst="rect">
              <a:avLst/>
            </a:prstGeom>
            <a:blipFill>
              <a:blip r:embed="rId4"/>
              <a:srcRect/>
              <a:stretch>
                <a:fillRect l="-40411" r="-108477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400" dirty="0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4" name="Title" descr="972657cf-4d3e-4ef8-ae26-81e715f215bb">
              <a:extLst>
                <a:ext uri="{FF2B5EF4-FFF2-40B4-BE49-F238E27FC236}">
                  <a16:creationId id="{16968B17-890A-504C-4491-F3DFEC4F63DE}"/>
                </a:ext>
              </a:extLst>
            </p:cNvPr>
            <p:cNvSpPr>
              <a:spLocks/>
            </p:cNvSpPr>
            <p:nvPr/>
          </p:nvSpPr>
          <p:spPr>
            <a:xfrm>
              <a:off x="660400" y="1130300"/>
              <a:ext cx="3430814" cy="16637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defTabSz="913765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教育背景与职业起点</a:t>
              </a:r>
              <a:endParaRPr lang="en-US" dirty="0"/>
            </a:p>
          </p:txBody>
        </p:sp>
        <p:grpSp>
          <p:nvGrpSpPr>
            <p:cNvPr id="45" name="组合 44" descr="1d6507c3-2d21-40f2-a13a-12ed7f6c2ac0">
              <a:extLst>
                <a:ext uri="{FF2B5EF4-FFF2-40B4-BE49-F238E27FC236}">
                  <a16:creationId id="{FF8417B0-7D55-EC99-BC09-950BA4EF1C49}"/>
                </a:ext>
              </a:extLst>
            </p:cNvPr>
            <p:cNvGrpSpPr/>
            <p:nvPr/>
          </p:nvGrpSpPr>
          <p:grpSpPr>
            <a:xfrm>
              <a:off x="4598420" y="1130300"/>
              <a:ext cx="3407569" cy="1667934"/>
              <a:chOff x="4598420" y="1130300"/>
              <a:chExt cx="3407569" cy="1667934"/>
            </a:xfrm>
          </p:grpSpPr>
          <p:sp>
            <p:nvSpPr>
              <p:cNvPr id="40" name="Bullet1" descr="b1166e1c-d7da-4bdb-8c69-d65f3d6c6e40">
                <a:extLst>
                  <a:ext uri="{FF2B5EF4-FFF2-40B4-BE49-F238E27FC236}">
                    <a16:creationId id="{0E033602-C241-6A8C-4A2F-5FFD787317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41131" y="1186622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毕业时间与院校</a:t>
                </a:r>
                <a:endParaRPr lang="en-US" dirty="0"/>
              </a:p>
            </p:txBody>
          </p:sp>
          <p:sp>
            <p:nvSpPr>
              <p:cNvPr id="41" name="Text1" descr="d1521579-b2ff-429b-8fe6-d4f59460bb75">
                <a:extLst>
                  <a:ext uri="{FF2B5EF4-FFF2-40B4-BE49-F238E27FC236}">
                    <a16:creationId id="{916E3304-1011-A594-4B75-7034FB85B9FE}"/>
                  </a:ext>
                </a:extLst>
              </p:cNvPr>
              <p:cNvSpPr/>
              <p:nvPr/>
            </p:nvSpPr>
            <p:spPr>
              <a:xfrm>
                <a:off x="5241131" y="1656902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2020年毕业于清华大学计算机科学与技术专业。</a:t>
                </a:r>
                <a:endParaRPr lang="en-US" dirty="0"/>
              </a:p>
            </p:txBody>
          </p:sp>
          <p:sp>
            <p:nvSpPr>
              <p:cNvPr id="42" name="Number1" descr="fafef53e-294f-4aec-846a-bc0d43ec673e">
                <a:extLst>
                  <a:ext uri="{FF2B5EF4-FFF2-40B4-BE49-F238E27FC236}">
                    <a16:creationId id="{CB8F457C-71D4-9DED-EA2B-F2EC71242D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420" y="1130300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1</a:t>
                </a:r>
                <a:endParaRPr lang="zh-CN" altLang="en-US" dirty="0">
                  <a:sym typeface="+mn-lt"/>
                </a:endParaRPr>
              </a:p>
            </p:txBody>
          </p:sp>
        </p:grpSp>
        <p:grpSp>
          <p:nvGrpSpPr>
            <p:cNvPr id="46" name="组合 45" descr="ff00ff9e-c368-4cca-ab16-7ce6b25ec43b">
              <a:extLst>
                <a:ext uri="{FF2B5EF4-FFF2-40B4-BE49-F238E27FC236}">
                  <a16:creationId id="{D56F33EB-B77A-90FC-7369-F806D88E3163}"/>
                </a:ext>
              </a:extLst>
            </p:cNvPr>
            <p:cNvGrpSpPr/>
            <p:nvPr/>
          </p:nvGrpSpPr>
          <p:grpSpPr>
            <a:xfrm>
              <a:off x="4598420" y="2798233"/>
              <a:ext cx="3407569" cy="1667934"/>
              <a:chOff x="4598420" y="2798233"/>
              <a:chExt cx="3407569" cy="1667934"/>
            </a:xfrm>
          </p:grpSpPr>
          <p:sp>
            <p:nvSpPr>
              <p:cNvPr id="37" name="Bullet2" descr="319a44c9-0f6d-47a6-abbc-b14076d5227e">
                <a:extLst>
                  <a:ext uri="{FF2B5EF4-FFF2-40B4-BE49-F238E27FC236}">
                    <a16:creationId id="{C40B9008-4C02-11D8-89E2-C50B3EF2B6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41131" y="2854555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入职时间与公司</a:t>
                </a:r>
                <a:endParaRPr lang="en-US" dirty="0"/>
              </a:p>
            </p:txBody>
          </p:sp>
          <p:sp>
            <p:nvSpPr>
              <p:cNvPr id="38" name="Text2" descr="1cb86280-f471-4166-9ebf-ae35eeebb9d9">
                <a:extLst>
                  <a:ext uri="{FF2B5EF4-FFF2-40B4-BE49-F238E27FC236}">
                    <a16:creationId id="{DFE089DA-CAE1-2BB5-4868-05ADF72627B7}"/>
                  </a:ext>
                </a:extLst>
              </p:cNvPr>
              <p:cNvSpPr/>
              <p:nvPr/>
            </p:nvSpPr>
            <p:spPr>
              <a:xfrm>
                <a:off x="5241131" y="3324835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同年加入腾讯公司，担任软件开发工程师。</a:t>
                </a:r>
                <a:endParaRPr lang="en-US" dirty="0"/>
              </a:p>
            </p:txBody>
          </p:sp>
          <p:sp>
            <p:nvSpPr>
              <p:cNvPr id="39" name="Number2" descr="e625f9f1-1d36-4a04-8d4b-06fc4405f74f">
                <a:extLst>
                  <a:ext uri="{FF2B5EF4-FFF2-40B4-BE49-F238E27FC236}">
                    <a16:creationId id="{73A26129-63D2-7588-F308-1A4BCAA23B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420" y="2798233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2</a:t>
                </a:r>
                <a:endParaRPr lang="zh-CN" altLang="en-US" dirty="0">
                  <a:sym typeface="+mn-lt"/>
                </a:endParaRPr>
              </a:p>
            </p:txBody>
          </p:sp>
        </p:grpSp>
        <p:grpSp>
          <p:nvGrpSpPr>
            <p:cNvPr id="47" name="组合 46" descr="770032ef-e2bb-4571-9817-db31a4582c6d">
              <a:extLst>
                <a:ext uri="{FF2B5EF4-FFF2-40B4-BE49-F238E27FC236}">
                  <a16:creationId id="{E06991D3-9E24-B55F-A6E3-F82339358D97}"/>
                </a:ext>
              </a:extLst>
            </p:cNvPr>
            <p:cNvGrpSpPr/>
            <p:nvPr/>
          </p:nvGrpSpPr>
          <p:grpSpPr>
            <a:xfrm>
              <a:off x="4598420" y="4466166"/>
              <a:ext cx="3407569" cy="1667934"/>
              <a:chOff x="4598420" y="4466166"/>
              <a:chExt cx="3407569" cy="1667934"/>
            </a:xfrm>
          </p:grpSpPr>
          <p:sp>
            <p:nvSpPr>
              <p:cNvPr id="34" name="Bullet3" descr="58094d01-309a-456f-bf6a-053ac91ab2ce">
                <a:extLst>
                  <a:ext uri="{FF2B5EF4-FFF2-40B4-BE49-F238E27FC236}">
                    <a16:creationId id="{78869ECB-A6EC-1CBB-B28E-DDB8FB7E60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41131" y="4522488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学术研究方向</a:t>
                </a:r>
                <a:endParaRPr lang="en-US" dirty="0"/>
              </a:p>
            </p:txBody>
          </p:sp>
          <p:sp>
            <p:nvSpPr>
              <p:cNvPr id="35" name="Text3" descr="6afb745d-8779-4077-8b1a-e71d1fe1bb6f">
                <a:extLst>
                  <a:ext uri="{FF2B5EF4-FFF2-40B4-BE49-F238E27FC236}">
                    <a16:creationId id="{648082A1-B9A6-02AA-BE54-B4E128E3C123}"/>
                  </a:ext>
                </a:extLst>
              </p:cNvPr>
              <p:cNvSpPr/>
              <p:nvPr/>
            </p:nvSpPr>
            <p:spPr>
              <a:xfrm>
                <a:off x="5241131" y="4992768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在校期间专注于人工智能与机器学习的研究。</a:t>
                </a:r>
                <a:endParaRPr lang="en-US" dirty="0"/>
              </a:p>
            </p:txBody>
          </p:sp>
          <p:sp>
            <p:nvSpPr>
              <p:cNvPr id="36" name="Number3" descr="9f3e987c-f5e1-4127-a214-22c9b486746e">
                <a:extLst>
                  <a:ext uri="{FF2B5EF4-FFF2-40B4-BE49-F238E27FC236}">
                    <a16:creationId id="{36E0C4C5-5C33-2489-30C6-D028BEE12C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420" y="4466166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3</a:t>
                </a:r>
                <a:endParaRPr lang="zh-CN" altLang="en-US" dirty="0">
                  <a:sym typeface="+mn-lt"/>
                </a:endParaRPr>
              </a:p>
            </p:txBody>
          </p:sp>
        </p:grpSp>
        <p:grpSp>
          <p:nvGrpSpPr>
            <p:cNvPr id="49" name="组合 48" descr="e1a43015-6af7-421d-bdf9-5ad8c5483804">
              <a:extLst>
                <a:ext uri="{FF2B5EF4-FFF2-40B4-BE49-F238E27FC236}">
                  <a16:creationId id="{3A9D66E6-4C94-CDF5-B1AE-BBE80F83AC77}"/>
                </a:ext>
              </a:extLst>
            </p:cNvPr>
            <p:cNvGrpSpPr/>
            <p:nvPr/>
          </p:nvGrpSpPr>
          <p:grpSpPr>
            <a:xfrm>
              <a:off x="8111331" y="1130300"/>
              <a:ext cx="3407569" cy="1667934"/>
              <a:chOff x="8111331" y="1130300"/>
              <a:chExt cx="3407569" cy="1667934"/>
            </a:xfrm>
          </p:grpSpPr>
          <p:sp>
            <p:nvSpPr>
              <p:cNvPr id="28" name="Bullet4" descr="ac6f6e71-080f-41a4-bc87-b5defc0b46de">
                <a:extLst>
                  <a:ext uri="{FF2B5EF4-FFF2-40B4-BE49-F238E27FC236}">
                    <a16:creationId id="{C12F327B-2060-0D19-DE31-222682FDD8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54042" y="1186622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首份工作职责</a:t>
                </a:r>
                <a:endParaRPr lang="en-US" dirty="0"/>
              </a:p>
            </p:txBody>
          </p:sp>
          <p:sp>
            <p:nvSpPr>
              <p:cNvPr id="29" name="Text4" descr="015cb56b-995a-475e-a04d-11aa99e0337b">
                <a:extLst>
                  <a:ext uri="{FF2B5EF4-FFF2-40B4-BE49-F238E27FC236}">
                    <a16:creationId id="{2C7BF242-A9EC-D539-BB35-1A9B61A83B0F}"/>
                  </a:ext>
                </a:extLst>
              </p:cNvPr>
              <p:cNvSpPr/>
              <p:nvPr/>
            </p:nvSpPr>
            <p:spPr>
              <a:xfrm>
                <a:off x="8754042" y="1656902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主要负责腾讯云后台服务系统的开发与维护。</a:t>
                </a:r>
                <a:endParaRPr lang="en-US" dirty="0"/>
              </a:p>
            </p:txBody>
          </p:sp>
          <p:sp>
            <p:nvSpPr>
              <p:cNvPr id="30" name="Number4" descr="3efe3b9c-4eec-40d0-a36a-f5069e9aaac0">
                <a:extLst>
                  <a:ext uri="{FF2B5EF4-FFF2-40B4-BE49-F238E27FC236}">
                    <a16:creationId id="{9D28A287-712E-5460-CEFB-FF4D80E4CA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1331" y="1130300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4</a:t>
                </a:r>
                <a:endParaRPr lang="zh-CN" altLang="en-US" dirty="0">
                  <a:sym typeface="+mn-lt"/>
                </a:endParaRPr>
              </a:p>
            </p:txBody>
          </p:sp>
        </p:grpSp>
        <p:grpSp>
          <p:nvGrpSpPr>
            <p:cNvPr id="50" name="组合 49" descr="bbe7e36f-3645-453c-bd75-98b7a408fe81">
              <a:extLst>
                <a:ext uri="{FF2B5EF4-FFF2-40B4-BE49-F238E27FC236}">
                  <a16:creationId id="{D2B8243B-058E-3151-746F-8640D3AFCC11}"/>
                </a:ext>
              </a:extLst>
            </p:cNvPr>
            <p:cNvGrpSpPr/>
            <p:nvPr/>
          </p:nvGrpSpPr>
          <p:grpSpPr>
            <a:xfrm>
              <a:off x="8111331" y="2798233"/>
              <a:ext cx="3407569" cy="1667934"/>
              <a:chOff x="8111331" y="2798233"/>
              <a:chExt cx="3407569" cy="1667934"/>
            </a:xfrm>
          </p:grpSpPr>
          <p:sp>
            <p:nvSpPr>
              <p:cNvPr id="25" name="Bullet5" descr="445adc6a-0df8-43de-9ab0-9988cf507282">
                <a:extLst>
                  <a:ext uri="{FF2B5EF4-FFF2-40B4-BE49-F238E27FC236}">
                    <a16:creationId id="{3699BA11-0DB4-2C57-6464-A69FFCD866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54042" y="2854555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职业初期的挑战</a:t>
                </a:r>
                <a:endParaRPr lang="en-US" dirty="0"/>
              </a:p>
            </p:txBody>
          </p:sp>
          <p:sp>
            <p:nvSpPr>
              <p:cNvPr id="26" name="Text5" descr="27812ba0-f2a1-4d82-85a0-2cea042535f4">
                <a:extLst>
                  <a:ext uri="{FF2B5EF4-FFF2-40B4-BE49-F238E27FC236}">
                    <a16:creationId id="{4C03E430-E01D-60D5-5C81-6FAD778253BB}"/>
                  </a:ext>
                </a:extLst>
              </p:cNvPr>
              <p:cNvSpPr/>
              <p:nvPr/>
            </p:nvSpPr>
            <p:spPr>
              <a:xfrm>
                <a:off x="8754042" y="3324835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快速适应从理论到实际应用的转变，掌握企业级开发技术。</a:t>
                </a:r>
                <a:endParaRPr lang="en-US" dirty="0"/>
              </a:p>
            </p:txBody>
          </p:sp>
          <p:sp>
            <p:nvSpPr>
              <p:cNvPr id="27" name="Number5" descr="4fd2b648-b8de-49cc-92e9-6ad7a1fc04b7">
                <a:extLst>
                  <a:ext uri="{FF2B5EF4-FFF2-40B4-BE49-F238E27FC236}">
                    <a16:creationId id="{7B6A4484-A9FC-DA54-5354-29B58D2122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1331" y="2798233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5</a:t>
                </a:r>
                <a:endParaRPr lang="zh-CN" altLang="en-US" dirty="0">
                  <a:sym typeface="+mn-lt"/>
                </a:endParaRPr>
              </a:p>
            </p:txBody>
          </p:sp>
        </p:grpSp>
        <p:grpSp>
          <p:nvGrpSpPr>
            <p:cNvPr id="51" name="组合 50" descr="47d7a27a-34f1-431a-8d98-f01f0784ae54">
              <a:extLst>
                <a:ext uri="{FF2B5EF4-FFF2-40B4-BE49-F238E27FC236}">
                  <a16:creationId id="{DB103AEA-DA37-B768-82D6-571453CD1C17}"/>
                </a:ext>
              </a:extLst>
            </p:cNvPr>
            <p:cNvGrpSpPr/>
            <p:nvPr/>
          </p:nvGrpSpPr>
          <p:grpSpPr>
            <a:xfrm>
              <a:off x="8111331" y="4466166"/>
              <a:ext cx="3407569" cy="1667934"/>
              <a:chOff x="8111331" y="4466166"/>
              <a:chExt cx="3407569" cy="1667934"/>
            </a:xfrm>
          </p:grpSpPr>
          <p:sp>
            <p:nvSpPr>
              <p:cNvPr id="22" name="Bullet6" descr="7f0b41a8-ac41-4a1a-85ec-48e4a2414b79">
                <a:extLst>
                  <a:ext uri="{FF2B5EF4-FFF2-40B4-BE49-F238E27FC236}">
                    <a16:creationId id="{9D107EB0-6D0C-3C78-7E0E-44EDF71F87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54042" y="4522488"/>
                <a:ext cx="276485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公司文化融入</a:t>
                </a:r>
                <a:endParaRPr lang="en-US" dirty="0"/>
              </a:p>
            </p:txBody>
          </p:sp>
          <p:sp>
            <p:nvSpPr>
              <p:cNvPr id="23" name="Text6" descr="c388239a-36d6-49c3-ad55-5db07d1cf1a6">
                <a:extLst>
                  <a:ext uri="{FF2B5EF4-FFF2-40B4-BE49-F238E27FC236}">
                    <a16:creationId id="{AC467B08-A390-4452-D9E1-8ECC8F5703CD}"/>
                  </a:ext>
                </a:extLst>
              </p:cNvPr>
              <p:cNvSpPr/>
              <p:nvPr/>
            </p:nvSpPr>
            <p:spPr>
              <a:xfrm>
                <a:off x="8754042" y="4992768"/>
                <a:ext cx="2764858" cy="1141332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积极融入腾讯的创新文化，参与多个跨部门合作项目。</a:t>
                </a:r>
                <a:endParaRPr lang="en-US" dirty="0"/>
              </a:p>
            </p:txBody>
          </p:sp>
          <p:sp>
            <p:nvSpPr>
              <p:cNvPr id="24" name="Number6" descr="e0faef5f-2075-4551-b1a7-75564138a0d7">
                <a:extLst>
                  <a:ext uri="{FF2B5EF4-FFF2-40B4-BE49-F238E27FC236}">
                    <a16:creationId id="{23A59450-0500-85BA-F47F-961F033D9C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11331" y="4466166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chemeClr val="accent1"/>
              </a:solidFill>
            </p:spPr>
            <p:txBody>
              <a:bodyPr wrap="square" lIns="108000" tIns="108000" rIns="108000" bIns="108000" rtlCol="0" anchor="ctr" anchorCtr="0">
                <a:norm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  <a:cs typeface="+mn-ea"/>
                  </a:defRPr>
                </a:lvl1pPr>
              </a:lstStyle>
              <a:p>
                <a:r>
                  <a:rPr lang="en-US" altLang="zh-CN" dirty="0">
                    <a:sym typeface="+mn-lt"/>
                  </a:rPr>
                  <a:t>6</a:t>
                </a:r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2" name="" descr="f2cb5a3e-a56f-4039-90cf-356862657e2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个人背景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2ef4eec3-a667-49d0-8dbc-531e2887dc68.source.4.zh-Hans.pptx" descr="0090bad1-e7df-4cc8-936f-cc1c639c9290">
            <a:extLst>
              <a:ext uri="{FF2B5EF4-FFF2-40B4-BE49-F238E27FC236}">
                <a16:creationId id="{B08A08A6-1D7A-BDF2-233B-B59581AD1CD3}"/>
              </a:ext>
            </a:extLst>
          </p:cNvPr>
          <p:cNvGrpSpPr/>
          <p:nvPr/>
        </p:nvGrpSpPr>
        <p:grpSpPr>
          <a:xfrm>
            <a:off x="660400" y="1247719"/>
            <a:ext cx="10858499" cy="5058648"/>
            <a:chOff x="660400" y="1247719"/>
            <a:chExt cx="10858499" cy="5058648"/>
          </a:xfrm>
        </p:grpSpPr>
        <p:sp>
          <p:nvSpPr>
            <p:cNvPr id="2" name="Rounded Rectangle 1_1_1" descr="25573764-3027-491a-a602-38793e826f73">
              <a:extLst>
                <a:ext uri="{FF2B5EF4-FFF2-40B4-BE49-F238E27FC236}">
                  <a16:creationId id="{14664E0E-E058-7549-8259-0A84DC430776}"/>
                </a:ext>
              </a:extLst>
            </p:cNvPr>
            <p:cNvSpPr/>
            <p:nvPr/>
          </p:nvSpPr>
          <p:spPr>
            <a:xfrm>
              <a:off x="3947093" y="1468867"/>
              <a:ext cx="4285114" cy="4285114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15000"/>
              </a:schemeClr>
            </a:solidFill>
          </p:spPr>
          <p:txBody>
            <a:bodyPr wrap="square" lIns="108000" tIns="108000" rIns="108000" bIns="108000" rtlCol="0" anchor="ctr" anchorCtr="0">
              <a:normAutofit/>
            </a:bodyPr>
            <a:lstStyle/>
            <a:p>
              <a:pPr>
                <a:lnSpc>
                  <a:spcPct val="120000"/>
                </a:lnSpc>
              </a:pPr>
              <a:endParaRPr kumimoji="1" lang="zh-CN" altLang="en-US" sz="2400" b="1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0" name="Freeform 6_1" descr="43c5dd88-eee1-4e46-8f70-c569f368a2cf">
              <a:extLst>
                <a:ext uri="{FF2B5EF4-FFF2-40B4-BE49-F238E27FC236}">
                  <a16:creationId id="{C6AC2E32-3042-A6BA-50EC-BA02A707DE61}"/>
                </a:ext>
              </a:extLst>
            </p:cNvPr>
            <p:cNvSpPr/>
            <p:nvPr/>
          </p:nvSpPr>
          <p:spPr>
            <a:xfrm flipH="1">
              <a:off x="6226662" y="1247719"/>
              <a:ext cx="2604186" cy="5058648"/>
            </a:xfrm>
            <a:custGeom>
              <a:avLst/>
              <a:gdLst>
                <a:gd name="connsiteX0" fmla="*/ 0 w 693420"/>
                <a:gd name="connsiteY0" fmla="*/ 0 h 1165860"/>
                <a:gd name="connsiteX1" fmla="*/ 0 w 693420"/>
                <a:gd name="connsiteY1" fmla="*/ 0 h 1165860"/>
                <a:gd name="connsiteX2" fmla="*/ 693420 w 693420"/>
                <a:gd name="connsiteY2" fmla="*/ 487680 h 1165860"/>
                <a:gd name="connsiteX3" fmla="*/ 693420 w 693420"/>
                <a:gd name="connsiteY3" fmla="*/ 693420 h 1165860"/>
                <a:gd name="connsiteX4" fmla="*/ 30480 w 693420"/>
                <a:gd name="connsiteY4" fmla="*/ 1165860 h 1165860"/>
                <a:gd name="connsiteX5" fmla="*/ 0 w 693420"/>
                <a:gd name="connsiteY5" fmla="*/ 0 h 116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3420" h="1165860">
                  <a:moveTo>
                    <a:pt x="0" y="0"/>
                  </a:moveTo>
                  <a:lnTo>
                    <a:pt x="0" y="0"/>
                  </a:lnTo>
                  <a:lnTo>
                    <a:pt x="693420" y="487680"/>
                  </a:lnTo>
                  <a:lnTo>
                    <a:pt x="693420" y="693420"/>
                  </a:lnTo>
                  <a:lnTo>
                    <a:pt x="30480" y="116586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25000">
                  <a:schemeClr val="accent1">
                    <a:alpha val="37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080000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1" name="任意多边形: 形状 30" descr="32e3241c-66c8-4066-8d8e-b8c63e5de85c">
              <a:extLst>
                <a:ext uri="{FF2B5EF4-FFF2-40B4-BE49-F238E27FC236}">
                  <a16:creationId id="{644B86E1-CC2F-27F7-7364-2F0BD2C22E82}"/>
                </a:ext>
              </a:extLst>
            </p:cNvPr>
            <p:cNvSpPr/>
            <p:nvPr/>
          </p:nvSpPr>
          <p:spPr>
            <a:xfrm>
              <a:off x="3348451" y="1247719"/>
              <a:ext cx="2604188" cy="5058648"/>
            </a:xfrm>
            <a:custGeom>
              <a:avLst/>
              <a:gdLst>
                <a:gd name="connsiteX0" fmla="*/ 0 w 693420"/>
                <a:gd name="connsiteY0" fmla="*/ 0 h 1165860"/>
                <a:gd name="connsiteX1" fmla="*/ 0 w 693420"/>
                <a:gd name="connsiteY1" fmla="*/ 0 h 1165860"/>
                <a:gd name="connsiteX2" fmla="*/ 693420 w 693420"/>
                <a:gd name="connsiteY2" fmla="*/ 487680 h 1165860"/>
                <a:gd name="connsiteX3" fmla="*/ 693420 w 693420"/>
                <a:gd name="connsiteY3" fmla="*/ 693420 h 1165860"/>
                <a:gd name="connsiteX4" fmla="*/ 30480 w 693420"/>
                <a:gd name="connsiteY4" fmla="*/ 1165860 h 1165860"/>
                <a:gd name="connsiteX5" fmla="*/ 0 w 693420"/>
                <a:gd name="connsiteY5" fmla="*/ 0 h 1165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3420" h="1165860">
                  <a:moveTo>
                    <a:pt x="0" y="0"/>
                  </a:moveTo>
                  <a:lnTo>
                    <a:pt x="0" y="0"/>
                  </a:lnTo>
                  <a:lnTo>
                    <a:pt x="693420" y="487680"/>
                  </a:lnTo>
                  <a:lnTo>
                    <a:pt x="693420" y="693420"/>
                  </a:lnTo>
                  <a:lnTo>
                    <a:pt x="30480" y="116586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25000">
                  <a:schemeClr val="accent1">
                    <a:alpha val="37000"/>
                  </a:schemeClr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10800000" scaled="1"/>
              <a:tileRect/>
            </a:gra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Rounded Rectangle 1_1_1_1" descr="f05949a4-6e6c-464d-9d03-ab5ad7725a72">
              <a:extLst>
                <a:ext uri="{FF2B5EF4-FFF2-40B4-BE49-F238E27FC236}">
                  <a16:creationId id="{49A0D8BA-4543-9F73-E933-238B972078F2}"/>
                </a:ext>
              </a:extLst>
            </p:cNvPr>
            <p:cNvSpPr>
              <a:spLocks/>
            </p:cNvSpPr>
            <p:nvPr/>
          </p:nvSpPr>
          <p:spPr>
            <a:xfrm>
              <a:off x="4187695" y="1709469"/>
              <a:ext cx="3803910" cy="380391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6350" cap="rnd">
              <a:solidFill>
                <a:srgbClr val="FFFFFF">
                  <a:alpha val="50000"/>
                </a:srgbClr>
              </a:solidFill>
              <a:prstDash val="solid"/>
              <a:round/>
            </a:ln>
            <a:effectLst>
              <a:outerShdw blurRad="254000" dist="127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normAutofit/>
            </a:bodyPr>
            <a:lstStyle/>
            <a:p>
              <a:pPr algn="ctr"/>
              <a:endParaRPr lang="zh-CN" altLang="en-US" sz="2400" b="1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3" name="Title" descr="61d5fac5-2f83-45f0-9b13-b366aaf873c4">
              <a:extLst>
                <a:ext uri="{FF2B5EF4-FFF2-40B4-BE49-F238E27FC236}">
                  <a16:creationId id="{7BA8559E-43E5-53A7-4725-EAA2BFA062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7400" y="2385874"/>
              <a:ext cx="2984500" cy="2451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rPr>
                <a:t>从技术开发者到团队负责人</a:t>
              </a:r>
              <a:endParaRPr lang="en-US" dirty="0"/>
            </a:p>
          </p:txBody>
        </p:sp>
        <p:grpSp>
          <p:nvGrpSpPr>
            <p:cNvPr id="28" name="组合 27" descr="166e3d24-3c4c-4153-a825-ea44748ecf24">
              <a:extLst>
                <a:ext uri="{FF2B5EF4-FFF2-40B4-BE49-F238E27FC236}">
                  <a16:creationId id="{B588D55C-DBF4-0B13-2421-6FBC5CA78DAD}"/>
                </a:ext>
              </a:extLst>
            </p:cNvPr>
            <p:cNvGrpSpPr/>
            <p:nvPr/>
          </p:nvGrpSpPr>
          <p:grpSpPr>
            <a:xfrm>
              <a:off x="660400" y="1642070"/>
              <a:ext cx="10858499" cy="4143151"/>
              <a:chOff x="660400" y="1594899"/>
              <a:chExt cx="10858499" cy="3052697"/>
            </a:xfrm>
          </p:grpSpPr>
          <p:grpSp>
            <p:nvGrpSpPr>
              <p:cNvPr id="3" name="组合 35" descr="6afd0a00-0b41-4a6c-b8e4-0576e2c4ee6b">
                <a:extLst>
                  <a:ext uri="{FF2B5EF4-FFF2-40B4-BE49-F238E27FC236}">
                    <a16:creationId id="{F275A6FB-DDC6-0C6B-6C60-6D6B522CB804}"/>
                  </a:ext>
                </a:extLst>
              </p:cNvPr>
              <p:cNvGrpSpPr/>
              <p:nvPr/>
            </p:nvGrpSpPr>
            <p:grpSpPr>
              <a:xfrm>
                <a:off x="660400" y="1594899"/>
                <a:ext cx="3273991" cy="1447694"/>
                <a:chOff x="4230572" y="856316"/>
                <a:chExt cx="3614517" cy="1824320"/>
              </a:xfrm>
            </p:grpSpPr>
            <p:grpSp>
              <p:nvGrpSpPr>
                <p:cNvPr id="4" name="组合 43" descr="a7355cf4-9eee-4f71-8b67-96f422a8c249">
                  <a:extLst>
                    <a:ext uri="{FF2B5EF4-FFF2-40B4-BE49-F238E27FC236}">
                      <a16:creationId id="{5F45E4E8-19AC-E383-1FC9-56EA442A979D}"/>
                    </a:ext>
                  </a:extLst>
                </p:cNvPr>
                <p:cNvGrpSpPr/>
                <p:nvPr/>
              </p:nvGrpSpPr>
              <p:grpSpPr>
                <a:xfrm>
                  <a:off x="4230572" y="878840"/>
                  <a:ext cx="3614517" cy="1801796"/>
                  <a:chOff x="5292485" y="1658161"/>
                  <a:chExt cx="3614517" cy="1801796"/>
                </a:xfrm>
              </p:grpSpPr>
              <p:sp>
                <p:nvSpPr>
                  <p:cNvPr id="5" name="Text1" descr="afe4946e-9b60-421b-b9d7-4bcfeb34de59">
                    <a:extLst>
                      <a:ext uri="{FF2B5EF4-FFF2-40B4-BE49-F238E27FC236}">
                        <a16:creationId id="{2EEAC1B2-9A62-0173-F129-80AEBA1BAFE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292485" y="2518664"/>
                    <a:ext cx="3390621" cy="9412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cs typeface="+mn-ea"/>
                        <a:sym typeface="+mn-lt"/>
                      </a:rPr>
                      <a:t>从专注于技术实现的执行者，转变为关注团队目标与战略的规划者，培养大局观。</a:t>
                    </a:r>
                    <a:endParaRPr lang="en-US" dirty="0"/>
                  </a:p>
                </p:txBody>
              </p:sp>
              <p:sp>
                <p:nvSpPr>
                  <p:cNvPr id="6" name="Bullet1" descr="7f0defd7-7f4e-400d-9523-aa255b2d76f3">
                    <a:extLst>
                      <a:ext uri="{FF2B5EF4-FFF2-40B4-BE49-F238E27FC236}">
                        <a16:creationId id="{E06FEF9A-88FA-4F18-C3D1-999CD42C4F0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134257" y="1658161"/>
                    <a:ext cx="2772745" cy="643254"/>
                  </a:xfrm>
                  <a:prstGeom prst="roundRect">
                    <a:avLst/>
                  </a:prstGeom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97000">
                        <a:schemeClr val="accent1">
                          <a:alpha val="35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6350">
                    <a:solidFill>
                      <a:srgbClr val="FFFFFF">
                        <a:alpha val="50000"/>
                      </a:srgbClr>
                    </a:solidFill>
                  </a:ln>
                  <a:effectLst>
                    <a:outerShdw blurRad="203200" dist="152400" dir="1926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sz="1600" b="1">
                        <a:solidFill>
                          <a:schemeClr val="tx1"/>
                        </a:solidFill>
                        <a:cs typeface="+mn-ea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pPr/>
                    <a:r>
                      <a:rPr lang="zh-CN" altLang="en-US" sz="1800" dirty="0">
                        <a:sym typeface="+mn-lt"/>
                      </a:rPr>
                      <a:t>心态转变</a:t>
                    </a:r>
                    <a:endParaRPr lang="en-US" dirty="0"/>
                  </a:p>
                </p:txBody>
              </p:sp>
            </p:grpSp>
            <p:sp>
              <p:nvSpPr>
                <p:cNvPr id="7" name="Number1" descr="64ac8c4c-3aeb-4f83-87d1-a77f25ff4ff1">
                  <a:extLst>
                    <a:ext uri="{FF2B5EF4-FFF2-40B4-BE49-F238E27FC236}">
                      <a16:creationId id="{B891B657-3289-6872-563C-4A0373E7D1F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30572" y="856316"/>
                  <a:ext cx="841773" cy="708624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6350">
                  <a:solidFill>
                    <a:srgbClr val="FFFFFF">
                      <a:alpha val="50000"/>
                    </a:srgbClr>
                  </a:solidFill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  <a:sym typeface="+mn-lt"/>
                    </a:rPr>
                    <a:t>1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0" name="组合 35" descr="4d973f64-46f7-46d8-8150-aa949bf14aa4">
                <a:extLst>
                  <a:ext uri="{FF2B5EF4-FFF2-40B4-BE49-F238E27FC236}">
                    <a16:creationId id="{F275A6FB-DDC6-0C6B-6C60-6D6B522CB804}"/>
                  </a:ext>
                </a:extLst>
              </p:cNvPr>
              <p:cNvGrpSpPr/>
              <p:nvPr/>
            </p:nvGrpSpPr>
            <p:grpSpPr>
              <a:xfrm>
                <a:off x="660400" y="3199902"/>
                <a:ext cx="3273991" cy="1447694"/>
                <a:chOff x="4230572" y="856316"/>
                <a:chExt cx="3614517" cy="1824320"/>
              </a:xfrm>
            </p:grpSpPr>
            <p:grpSp>
              <p:nvGrpSpPr>
                <p:cNvPr id="11" name="组合 43" descr="b80f1d57-3d8e-4eba-80ef-3a63748b5d18">
                  <a:extLst>
                    <a:ext uri="{FF2B5EF4-FFF2-40B4-BE49-F238E27FC236}">
                      <a16:creationId id="{5F45E4E8-19AC-E383-1FC9-56EA442A979D}"/>
                    </a:ext>
                  </a:extLst>
                </p:cNvPr>
                <p:cNvGrpSpPr/>
                <p:nvPr/>
              </p:nvGrpSpPr>
              <p:grpSpPr>
                <a:xfrm>
                  <a:off x="4230572" y="878840"/>
                  <a:ext cx="3614517" cy="1801796"/>
                  <a:chOff x="5292485" y="1658161"/>
                  <a:chExt cx="3614517" cy="1801796"/>
                </a:xfrm>
              </p:grpSpPr>
              <p:sp>
                <p:nvSpPr>
                  <p:cNvPr id="12" name="Text2" descr="4bf4626e-84c7-43fd-a32f-94f64d10b587">
                    <a:extLst>
                      <a:ext uri="{FF2B5EF4-FFF2-40B4-BE49-F238E27FC236}">
                        <a16:creationId id="{2EEAC1B2-9A62-0173-F129-80AEBA1BAFE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292485" y="2518664"/>
                    <a:ext cx="3390621" cy="9412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cs typeface="+mn-ea"/>
                        <a:sym typeface="+mn-lt"/>
                      </a:rPr>
                      <a:t>职责从个人代码的编写与优化，扩展到团队管理、项目规划、资源协调与风险把控。</a:t>
                    </a:r>
                    <a:endParaRPr lang="en-US" dirty="0"/>
                  </a:p>
                </p:txBody>
              </p:sp>
              <p:sp>
                <p:nvSpPr>
                  <p:cNvPr id="13" name="Bullet2" descr="78132897-b3b4-4dce-a57b-a296ca985043">
                    <a:extLst>
                      <a:ext uri="{FF2B5EF4-FFF2-40B4-BE49-F238E27FC236}">
                        <a16:creationId id="{E06FEF9A-88FA-4F18-C3D1-999CD42C4F0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134257" y="1658161"/>
                    <a:ext cx="2772745" cy="643254"/>
                  </a:xfrm>
                  <a:prstGeom prst="roundRect">
                    <a:avLst/>
                  </a:prstGeom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97000">
                        <a:schemeClr val="accent1">
                          <a:alpha val="35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6350">
                    <a:solidFill>
                      <a:srgbClr val="FFFFFF">
                        <a:alpha val="50000"/>
                      </a:srgbClr>
                    </a:solidFill>
                  </a:ln>
                  <a:effectLst>
                    <a:outerShdw blurRad="203200" dist="152400" dir="1926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b="1">
                        <a:solidFill>
                          <a:schemeClr val="tx1"/>
                        </a:solidFill>
                        <a:cs typeface="+mn-ea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pPr/>
                    <a:r>
                      <a:rPr lang="zh-CN" altLang="en-US" dirty="0">
                        <a:sym typeface="+mn-lt"/>
                      </a:rPr>
                      <a:t>职责变化</a:t>
                    </a:r>
                    <a:endParaRPr lang="en-US" dirty="0"/>
                  </a:p>
                </p:txBody>
              </p:sp>
            </p:grpSp>
            <p:sp>
              <p:nvSpPr>
                <p:cNvPr id="14" name="Number2" descr="c99d6cd1-f6c9-475a-823d-6f9a56822847">
                  <a:extLst>
                    <a:ext uri="{FF2B5EF4-FFF2-40B4-BE49-F238E27FC236}">
                      <a16:creationId id="{B891B657-3289-6872-563C-4A0373E7D1F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30572" y="856316"/>
                  <a:ext cx="841773" cy="708624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6350">
                  <a:solidFill>
                    <a:srgbClr val="FFFFFF">
                      <a:alpha val="50000"/>
                    </a:srgbClr>
                  </a:solidFill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  <a:sym typeface="+mn-lt"/>
                    </a:rPr>
                    <a:t>2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1" name="组合 35" descr="ab22b9e5-fe96-4da8-9529-cd85e4584781">
                <a:extLst>
                  <a:ext uri="{FF2B5EF4-FFF2-40B4-BE49-F238E27FC236}">
                    <a16:creationId id="{F275A6FB-DDC6-0C6B-6C60-6D6B522CB804}"/>
                  </a:ext>
                </a:extLst>
              </p:cNvPr>
              <p:cNvGrpSpPr/>
              <p:nvPr/>
            </p:nvGrpSpPr>
            <p:grpSpPr>
              <a:xfrm>
                <a:off x="8244908" y="1594899"/>
                <a:ext cx="3273991" cy="1447694"/>
                <a:chOff x="4230572" y="856316"/>
                <a:chExt cx="3614517" cy="1824320"/>
              </a:xfrm>
            </p:grpSpPr>
            <p:grpSp>
              <p:nvGrpSpPr>
                <p:cNvPr id="22" name="组合 43" descr="cf3af265-d8fc-4474-8544-6dbd95275679">
                  <a:extLst>
                    <a:ext uri="{FF2B5EF4-FFF2-40B4-BE49-F238E27FC236}">
                      <a16:creationId id="{5F45E4E8-19AC-E383-1FC9-56EA442A979D}"/>
                    </a:ext>
                  </a:extLst>
                </p:cNvPr>
                <p:cNvGrpSpPr/>
                <p:nvPr/>
              </p:nvGrpSpPr>
              <p:grpSpPr>
                <a:xfrm>
                  <a:off x="4230572" y="878840"/>
                  <a:ext cx="3614517" cy="1801796"/>
                  <a:chOff x="5292485" y="1658161"/>
                  <a:chExt cx="3614517" cy="1801796"/>
                </a:xfrm>
              </p:grpSpPr>
              <p:sp>
                <p:nvSpPr>
                  <p:cNvPr id="23" name="Text3" descr="bbdcf070-6570-4383-80ca-c3596fc45b36">
                    <a:extLst>
                      <a:ext uri="{FF2B5EF4-FFF2-40B4-BE49-F238E27FC236}">
                        <a16:creationId id="{2EEAC1B2-9A62-0173-F129-80AEBA1BAFE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292485" y="2518664"/>
                    <a:ext cx="3390621" cy="9412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cs typeface="+mn-ea"/>
                        <a:sym typeface="+mn-lt"/>
                      </a:rPr>
                      <a:t>不再仅依赖技术深度，更需要具备领导力、沟通协调能力和团队激励能力。</a:t>
                    </a:r>
                    <a:endParaRPr lang="en-US" dirty="0"/>
                  </a:p>
                </p:txBody>
              </p:sp>
              <p:sp>
                <p:nvSpPr>
                  <p:cNvPr id="24" name="Bullet3" descr="8e20cfbd-2c69-4d4a-99eb-1c4233e6805f">
                    <a:extLst>
                      <a:ext uri="{FF2B5EF4-FFF2-40B4-BE49-F238E27FC236}">
                        <a16:creationId id="{E06FEF9A-88FA-4F18-C3D1-999CD42C4F0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134257" y="1658161"/>
                    <a:ext cx="2772745" cy="643254"/>
                  </a:xfrm>
                  <a:prstGeom prst="roundRect">
                    <a:avLst/>
                  </a:prstGeom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97000">
                        <a:schemeClr val="accent1">
                          <a:alpha val="35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6350">
                    <a:solidFill>
                      <a:srgbClr val="FFFFFF">
                        <a:alpha val="50000"/>
                      </a:srgbClr>
                    </a:solidFill>
                  </a:ln>
                  <a:effectLst>
                    <a:outerShdw blurRad="203200" dist="152400" dir="1926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b="1">
                        <a:solidFill>
                          <a:schemeClr val="tx1"/>
                        </a:solidFill>
                        <a:cs typeface="+mn-ea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pPr/>
                    <a:r>
                      <a:rPr lang="zh-CN" altLang="en-US" dirty="0">
                        <a:sym typeface="+mn-lt"/>
                      </a:rPr>
                      <a:t>核心能力要求</a:t>
                    </a:r>
                    <a:endParaRPr lang="en-US" dirty="0"/>
                  </a:p>
                </p:txBody>
              </p:sp>
            </p:grpSp>
            <p:sp>
              <p:nvSpPr>
                <p:cNvPr id="25" name="Number3" descr="ff04ff47-faab-4c46-8c85-943b766b16e3">
                  <a:extLst>
                    <a:ext uri="{FF2B5EF4-FFF2-40B4-BE49-F238E27FC236}">
                      <a16:creationId id="{B891B657-3289-6872-563C-4A0373E7D1F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30572" y="856316"/>
                  <a:ext cx="841773" cy="708624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6350">
                  <a:solidFill>
                    <a:srgbClr val="FFFFFF">
                      <a:alpha val="50000"/>
                    </a:srgbClr>
                  </a:solidFill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  <a:sym typeface="+mn-lt"/>
                    </a:rPr>
                    <a:t>3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6" name="组合 35" descr="1bbb15a8-7e11-49a2-be60-fd552e267909">
                <a:extLst>
                  <a:ext uri="{FF2B5EF4-FFF2-40B4-BE49-F238E27FC236}">
                    <a16:creationId id="{F275A6FB-DDC6-0C6B-6C60-6D6B522CB804}"/>
                  </a:ext>
                </a:extLst>
              </p:cNvPr>
              <p:cNvGrpSpPr/>
              <p:nvPr/>
            </p:nvGrpSpPr>
            <p:grpSpPr>
              <a:xfrm>
                <a:off x="8244908" y="3199903"/>
                <a:ext cx="3273991" cy="1447693"/>
                <a:chOff x="4230572" y="856317"/>
                <a:chExt cx="3614517" cy="1824319"/>
              </a:xfrm>
            </p:grpSpPr>
            <p:grpSp>
              <p:nvGrpSpPr>
                <p:cNvPr id="44" name="组合 43" descr="c23d9335-1592-43de-bd7b-71fb9ac471c3">
                  <a:extLst>
                    <a:ext uri="{FF2B5EF4-FFF2-40B4-BE49-F238E27FC236}">
                      <a16:creationId id="{5F45E4E8-19AC-E383-1FC9-56EA442A979D}"/>
                    </a:ext>
                  </a:extLst>
                </p:cNvPr>
                <p:cNvGrpSpPr/>
                <p:nvPr/>
              </p:nvGrpSpPr>
              <p:grpSpPr>
                <a:xfrm>
                  <a:off x="4230572" y="878840"/>
                  <a:ext cx="3614517" cy="1801796"/>
                  <a:chOff x="5292485" y="1658161"/>
                  <a:chExt cx="3614517" cy="1801796"/>
                </a:xfrm>
              </p:grpSpPr>
              <p:sp>
                <p:nvSpPr>
                  <p:cNvPr id="46" name="Text4" descr="74750961-140f-4de3-b8f4-459e3c75e10d">
                    <a:extLst>
                      <a:ext uri="{FF2B5EF4-FFF2-40B4-BE49-F238E27FC236}">
                        <a16:creationId id="{2EEAC1B2-9A62-0173-F129-80AEBA1BAFE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292485" y="2518664"/>
                    <a:ext cx="3390621" cy="9412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marL="0" marR="0" lvl="0" indent="0" defTabSz="913765" rtl="0" eaLnBrk="1" fontAlgn="auto" latinLnBrk="0" hangingPunct="1">
                      <a:lnSpc>
                        <a:spcPct val="12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Pct val="25000"/>
                      <a:buFontTx/>
                      <a:buNone/>
                      <a:defRPr/>
                    </a:pPr>
                    <a:r>
                      <a:rPr kumimoji="0" lang="zh-CN" altLang="en-US" sz="1200" i="0" u="none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cs typeface="+mn-ea"/>
                        <a:sym typeface="+mn-lt"/>
                      </a:rPr>
                      <a:t>明确自己作为团队领导者的角色，是决策者、导师和团队的最终负责人。</a:t>
                    </a:r>
                    <a:endParaRPr lang="en-US" dirty="0"/>
                  </a:p>
                </p:txBody>
              </p:sp>
              <p:sp>
                <p:nvSpPr>
                  <p:cNvPr id="56" name="Bullet4" descr="9adfdd76-2719-41c4-93be-6bd705491c30">
                    <a:extLst>
                      <a:ext uri="{FF2B5EF4-FFF2-40B4-BE49-F238E27FC236}">
                        <a16:creationId id="{E06FEF9A-88FA-4F18-C3D1-999CD42C4F0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134257" y="1658161"/>
                    <a:ext cx="2772745" cy="643254"/>
                  </a:xfrm>
                  <a:prstGeom prst="roundRect">
                    <a:avLst/>
                  </a:prstGeom>
                  <a:gradFill flip="none" rotWithShape="1">
                    <a:gsLst>
                      <a:gs pos="0">
                        <a:schemeClr val="accent1">
                          <a:alpha val="0"/>
                        </a:schemeClr>
                      </a:gs>
                      <a:gs pos="97000">
                        <a:schemeClr val="accent1">
                          <a:alpha val="35000"/>
                        </a:scheme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 w="6350">
                    <a:solidFill>
                      <a:srgbClr val="FFFFFF">
                        <a:alpha val="50000"/>
                      </a:srgbClr>
                    </a:solidFill>
                  </a:ln>
                  <a:effectLst>
                    <a:outerShdw blurRad="203200" dist="152400" dir="19260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b="1">
                        <a:solidFill>
                          <a:schemeClr val="tx1"/>
                        </a:solidFill>
                        <a:cs typeface="+mn-ea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pPr/>
                    <a:r>
                      <a:rPr lang="zh-CN" altLang="en-US" dirty="0">
                        <a:sym typeface="+mn-lt"/>
                      </a:rPr>
                      <a:t>自我定位</a:t>
                    </a:r>
                    <a:endParaRPr lang="en-US" dirty="0"/>
                  </a:p>
                </p:txBody>
              </p:sp>
            </p:grpSp>
            <p:sp>
              <p:nvSpPr>
                <p:cNvPr id="40" name="Number4" descr="63804abb-eb1d-4126-b26e-113eaa67754d">
                  <a:extLst>
                    <a:ext uri="{FF2B5EF4-FFF2-40B4-BE49-F238E27FC236}">
                      <a16:creationId id="{B891B657-3289-6872-563C-4A0373E7D1F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30572" y="856317"/>
                  <a:ext cx="841773" cy="708623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6350">
                  <a:solidFill>
                    <a:srgbClr val="FFFFFF">
                      <a:alpha val="50000"/>
                    </a:srgbClr>
                  </a:solidFill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rtlCol="0" anchor="ctr">
                  <a:norm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FFFFFF"/>
                      </a:solidFill>
                      <a:cs typeface="+mn-ea"/>
                      <a:sym typeface="+mn-lt"/>
                    </a:rPr>
                    <a:t>4</a:t>
                  </a:r>
                  <a:endParaRPr lang="zh-CN" altLang="en-US" sz="2400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" descr="f2cb5a3e-a56f-4039-90cf-356862657e2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角色认知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9fd659bc-16f9-4172-8281-f2630c3378bd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项目经历</a:t>
            </a:r>
            <a:endParaRPr lang="en-US" dirty="0"/>
          </a:p>
        </p:txBody>
      </p:sp>
      <p:sp>
        <p:nvSpPr>
          <p:cNvPr id="25" name="" descr="c69a4dd6-fc89-45ad-8811-2ecf70c4ec38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展示储干期间参与的核心项目与技术成果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8" name="47592e89-b1f7-4d52-b6b1-3a66f710108b.source.5.zh-Hans.pptx" descr="62eab9a5-d37a-4f40-b672-32f52ef26c7b">
            <a:extLst>
              <a:ext uri="{FF2B5EF4-FFF2-40B4-BE49-F238E27FC236}">
                <a16:creationId id="{A1CE7E6D-6CF7-08BF-8790-C789191B69EB}"/>
              </a:ext>
            </a:extLst>
          </p:cNvPr>
          <p:cNvGrpSpPr/>
          <p:nvPr/>
        </p:nvGrpSpPr>
        <p:grpSpPr>
          <a:xfrm>
            <a:off x="660400" y="1243980"/>
            <a:ext cx="10858501" cy="4370041"/>
            <a:chOff x="660400" y="1243980"/>
            <a:chExt cx="10858501" cy="4370041"/>
          </a:xfrm>
        </p:grpSpPr>
        <p:sp>
          <p:nvSpPr>
            <p:cNvPr id="43" name="矩形: 圆顶角 1" descr="77902943-2dc0-43c7-af53-d554ab568fb6">
              <a:extLst>
                <a:ext uri="{FF2B5EF4-FFF2-40B4-BE49-F238E27FC236}">
                  <a16:creationId id="{EFBA2148-4D67-961C-0632-0683A3C11290}"/>
                </a:ext>
              </a:extLst>
            </p:cNvPr>
            <p:cNvSpPr>
              <a:spLocks/>
            </p:cNvSpPr>
            <p:nvPr/>
          </p:nvSpPr>
          <p:spPr>
            <a:xfrm>
              <a:off x="796259" y="2200109"/>
              <a:ext cx="2009647" cy="3413912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3" name="组合 2" descr="329bd837-d278-40a5-83d3-70d89bcb8a93">
              <a:extLst>
                <a:ext uri="{FF2B5EF4-FFF2-40B4-BE49-F238E27FC236}">
                  <a16:creationId id="{E08FDB6F-9E32-FFA8-81BC-BF167C7EE451}"/>
                </a:ext>
              </a:extLst>
            </p:cNvPr>
            <p:cNvGrpSpPr/>
            <p:nvPr/>
          </p:nvGrpSpPr>
          <p:grpSpPr>
            <a:xfrm>
              <a:off x="732760" y="2368962"/>
              <a:ext cx="1976278" cy="2982789"/>
              <a:chOff x="732760" y="2368962"/>
              <a:chExt cx="1976278" cy="2982789"/>
            </a:xfrm>
          </p:grpSpPr>
          <p:sp>
            <p:nvSpPr>
              <p:cNvPr id="44" name="Bullet1" descr="4a481ed3-7b9e-4001-8468-4f40c466760f">
                <a:extLst>
                  <a:ext uri="{FF2B5EF4-FFF2-40B4-BE49-F238E27FC236}">
                    <a16:creationId id="{B87CB309-59F1-E2E3-C15E-8A9C082E917D}"/>
                  </a:ext>
                </a:extLst>
              </p:cNvPr>
              <p:cNvSpPr txBox="1"/>
              <p:nvPr/>
            </p:nvSpPr>
            <p:spPr>
              <a:xfrm>
                <a:off x="893135" y="3257712"/>
                <a:ext cx="1815900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项目背景</a:t>
                </a:r>
                <a:endParaRPr lang="en-US" dirty="0"/>
              </a:p>
            </p:txBody>
          </p:sp>
          <p:sp>
            <p:nvSpPr>
              <p:cNvPr id="45" name="Text1" descr="4fe2b67a-35e9-41fa-a0e6-f65a69cf9638">
                <a:extLst>
                  <a:ext uri="{FF2B5EF4-FFF2-40B4-BE49-F238E27FC236}">
                    <a16:creationId id="{D9DA336D-3549-277E-2A47-3067D46EBC21}"/>
                  </a:ext>
                </a:extLst>
              </p:cNvPr>
              <p:cNvSpPr txBox="1"/>
              <p:nvPr/>
            </p:nvSpPr>
            <p:spPr>
              <a:xfrm>
                <a:off x="893138" y="4153744"/>
                <a:ext cx="1815900" cy="119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[简要介绍项目背景、目标与挑战]</a:t>
                </a:r>
                <a:endParaRPr lang="en-US" dirty="0"/>
              </a:p>
            </p:txBody>
          </p:sp>
          <p:sp>
            <p:nvSpPr>
              <p:cNvPr id="46" name="Number1" descr="7fa183f9-cde5-4f40-820d-889a083b94c5">
                <a:extLst>
                  <a:ext uri="{FF2B5EF4-FFF2-40B4-BE49-F238E27FC236}">
                    <a16:creationId id="{68AF5485-7008-4A2E-DE8F-C3289A2E7125}"/>
                  </a:ext>
                </a:extLst>
              </p:cNvPr>
              <p:cNvSpPr/>
              <p:nvPr/>
            </p:nvSpPr>
            <p:spPr>
              <a:xfrm>
                <a:off x="732760" y="2368962"/>
                <a:ext cx="1815904" cy="572508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rgbClr val="FFFFFF"/>
                    </a:solidFill>
                    <a:cs typeface="+mn-ea"/>
                  </a:rPr>
                  <a:t>01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sp>
          <p:nvSpPr>
            <p:cNvPr id="50" name="矩形: 圆顶角 1" descr="4191b712-8562-417a-820b-ba907087bc5f">
              <a:extLst>
                <a:ext uri="{FF2B5EF4-FFF2-40B4-BE49-F238E27FC236}">
                  <a16:creationId id="{96E7AB9E-E752-A697-DDFA-87CBC915D13C}"/>
                </a:ext>
              </a:extLst>
            </p:cNvPr>
            <p:cNvSpPr>
              <a:spLocks/>
            </p:cNvSpPr>
            <p:nvPr/>
          </p:nvSpPr>
          <p:spPr>
            <a:xfrm>
              <a:off x="2975030" y="2200109"/>
              <a:ext cx="2009646" cy="3413912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4" name="组合 3" descr="747596b9-2463-4b9a-8c3b-b9723780b9fc">
              <a:extLst>
                <a:ext uri="{FF2B5EF4-FFF2-40B4-BE49-F238E27FC236}">
                  <a16:creationId id="{F02ECED7-8342-E5A9-D684-27EC689E6669}"/>
                </a:ext>
              </a:extLst>
            </p:cNvPr>
            <p:cNvGrpSpPr/>
            <p:nvPr/>
          </p:nvGrpSpPr>
          <p:grpSpPr>
            <a:xfrm>
              <a:off x="2896079" y="2368962"/>
              <a:ext cx="1991729" cy="2982789"/>
              <a:chOff x="2896079" y="2368962"/>
              <a:chExt cx="1991729" cy="2982789"/>
            </a:xfrm>
          </p:grpSpPr>
          <p:sp>
            <p:nvSpPr>
              <p:cNvPr id="51" name="Bullet2" descr="63442b2c-1116-4f66-97c8-9e822faff86e">
                <a:extLst>
                  <a:ext uri="{FF2B5EF4-FFF2-40B4-BE49-F238E27FC236}">
                    <a16:creationId id="{5FDB8AED-0F51-4380-D7DB-9620CF19E033}"/>
                  </a:ext>
                </a:extLst>
              </p:cNvPr>
              <p:cNvSpPr txBox="1"/>
              <p:nvPr/>
            </p:nvSpPr>
            <p:spPr>
              <a:xfrm>
                <a:off x="3071908" y="3257712"/>
                <a:ext cx="1815900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我的职责</a:t>
                </a:r>
                <a:endParaRPr lang="en-US" dirty="0"/>
              </a:p>
            </p:txBody>
          </p:sp>
          <p:sp>
            <p:nvSpPr>
              <p:cNvPr id="52" name="Text2" descr="4cffc7cf-ee28-4e9a-a3e7-8726bc3b9d84">
                <a:extLst>
                  <a:ext uri="{FF2B5EF4-FFF2-40B4-BE49-F238E27FC236}">
                    <a16:creationId id="{93C066F4-67DB-A2F6-6C15-854675A6AA5E}"/>
                  </a:ext>
                </a:extLst>
              </p:cNvPr>
              <p:cNvSpPr txBox="1"/>
              <p:nvPr/>
            </p:nvSpPr>
            <p:spPr>
              <a:xfrm>
                <a:off x="3071908" y="4153744"/>
                <a:ext cx="1815900" cy="119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[描述你在项目中的具体职责和承担的任务]</a:t>
                </a:r>
                <a:endParaRPr lang="en-US" dirty="0"/>
              </a:p>
            </p:txBody>
          </p:sp>
          <p:sp>
            <p:nvSpPr>
              <p:cNvPr id="53" name="Number2" descr="36a019de-ff74-409f-a181-13163e115d87">
                <a:extLst>
                  <a:ext uri="{FF2B5EF4-FFF2-40B4-BE49-F238E27FC236}">
                    <a16:creationId id="{ACDE8BAA-7EE8-8EC1-9634-88F1243E1B68}"/>
                  </a:ext>
                </a:extLst>
              </p:cNvPr>
              <p:cNvSpPr/>
              <p:nvPr/>
            </p:nvSpPr>
            <p:spPr>
              <a:xfrm>
                <a:off x="2896079" y="2368962"/>
                <a:ext cx="1815902" cy="572508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rgbClr val="FFFFFF"/>
                    </a:solidFill>
                    <a:cs typeface="+mn-ea"/>
                  </a:rPr>
                  <a:t>02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sp>
          <p:nvSpPr>
            <p:cNvPr id="57" name="矩形: 圆顶角 1" descr="f6b6b9af-0a82-4afc-b1c0-b3d6131ea2e9">
              <a:extLst>
                <a:ext uri="{FF2B5EF4-FFF2-40B4-BE49-F238E27FC236}">
                  <a16:creationId id="{9DEA1F1D-6E03-0C7F-AB24-CCD89A94AAAF}"/>
                </a:ext>
              </a:extLst>
            </p:cNvPr>
            <p:cNvSpPr>
              <a:spLocks/>
            </p:cNvSpPr>
            <p:nvPr/>
          </p:nvSpPr>
          <p:spPr>
            <a:xfrm>
              <a:off x="5153802" y="2200109"/>
              <a:ext cx="2009646" cy="3413912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5" name="组合 4" descr="f5850f1f-e624-484a-b6a5-07d3c416edd6">
              <a:extLst>
                <a:ext uri="{FF2B5EF4-FFF2-40B4-BE49-F238E27FC236}">
                  <a16:creationId id="{26968CF3-C851-E0F0-1C4B-4482AFC106E5}"/>
                </a:ext>
              </a:extLst>
            </p:cNvPr>
            <p:cNvGrpSpPr/>
            <p:nvPr/>
          </p:nvGrpSpPr>
          <p:grpSpPr>
            <a:xfrm>
              <a:off x="5074851" y="2368960"/>
              <a:ext cx="1991729" cy="2982789"/>
              <a:chOff x="5074851" y="2368960"/>
              <a:chExt cx="1991729" cy="2982789"/>
            </a:xfrm>
          </p:grpSpPr>
          <p:sp>
            <p:nvSpPr>
              <p:cNvPr id="58" name="Bullet3" descr="df08af29-3730-49e7-bb8d-10573658ba2a">
                <a:extLst>
                  <a:ext uri="{FF2B5EF4-FFF2-40B4-BE49-F238E27FC236}">
                    <a16:creationId id="{B7986D11-1135-C113-8BEF-ECF8EA6B732E}"/>
                  </a:ext>
                </a:extLst>
              </p:cNvPr>
              <p:cNvSpPr txBox="1"/>
              <p:nvPr/>
            </p:nvSpPr>
            <p:spPr>
              <a:xfrm>
                <a:off x="5250680" y="3257710"/>
                <a:ext cx="1815900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技术难点</a:t>
                </a:r>
                <a:endParaRPr lang="en-US" dirty="0"/>
              </a:p>
            </p:txBody>
          </p:sp>
          <p:sp>
            <p:nvSpPr>
              <p:cNvPr id="59" name="Text3" descr="373b3221-d07b-4205-a09f-9e993128ff63">
                <a:extLst>
                  <a:ext uri="{FF2B5EF4-FFF2-40B4-BE49-F238E27FC236}">
                    <a16:creationId id="{BCE0F83F-B551-BEB0-2155-8785521CA91C}"/>
                  </a:ext>
                </a:extLst>
              </p:cNvPr>
              <p:cNvSpPr txBox="1"/>
              <p:nvPr/>
            </p:nvSpPr>
            <p:spPr>
              <a:xfrm>
                <a:off x="5250680" y="4153742"/>
                <a:ext cx="1815900" cy="119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[列举项目中攻克的关键技术难点]</a:t>
                </a:r>
                <a:endParaRPr lang="en-US" dirty="0"/>
              </a:p>
            </p:txBody>
          </p:sp>
          <p:sp>
            <p:nvSpPr>
              <p:cNvPr id="60" name="Number3" descr="f02dbd6f-7118-41cb-92b2-645e20386800">
                <a:extLst>
                  <a:ext uri="{FF2B5EF4-FFF2-40B4-BE49-F238E27FC236}">
                    <a16:creationId id="{FA5C2A86-682C-2232-B440-E34DCEBC93F0}"/>
                  </a:ext>
                </a:extLst>
              </p:cNvPr>
              <p:cNvSpPr/>
              <p:nvPr/>
            </p:nvSpPr>
            <p:spPr>
              <a:xfrm>
                <a:off x="5074851" y="2368960"/>
                <a:ext cx="1815902" cy="572508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75000">
                    <a:schemeClr val="accent3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3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rgbClr val="FFFFFF"/>
                    </a:solidFill>
                    <a:cs typeface="+mn-ea"/>
                  </a:rPr>
                  <a:t>03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sp>
          <p:nvSpPr>
            <p:cNvPr id="36" name="矩形: 圆顶角 39" descr="68a5759e-c00f-4015-be82-a294e8802b8f">
              <a:extLst>
                <a:ext uri="{FF2B5EF4-FFF2-40B4-BE49-F238E27FC236}">
                  <a16:creationId id="{C4C5BE6E-5310-6E0A-8CFB-6E8ADAF7EB36}"/>
                </a:ext>
              </a:extLst>
            </p:cNvPr>
            <p:cNvSpPr>
              <a:spLocks/>
            </p:cNvSpPr>
            <p:nvPr/>
          </p:nvSpPr>
          <p:spPr>
            <a:xfrm>
              <a:off x="7330483" y="2200112"/>
              <a:ext cx="2009646" cy="3413909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6" name="组合 5" descr="be286c72-bd4b-474d-a6bd-3485ef6b344a">
              <a:extLst>
                <a:ext uri="{FF2B5EF4-FFF2-40B4-BE49-F238E27FC236}">
                  <a16:creationId id="{5FC43BB5-9FED-A823-D1C5-E28FAC6104A4}"/>
                </a:ext>
              </a:extLst>
            </p:cNvPr>
            <p:cNvGrpSpPr/>
            <p:nvPr/>
          </p:nvGrpSpPr>
          <p:grpSpPr>
            <a:xfrm>
              <a:off x="7253621" y="2368961"/>
              <a:ext cx="1989640" cy="2982792"/>
              <a:chOff x="7253621" y="2368961"/>
              <a:chExt cx="1989640" cy="2982792"/>
            </a:xfrm>
          </p:grpSpPr>
          <p:sp>
            <p:nvSpPr>
              <p:cNvPr id="37" name="Bullet4" descr="10d783f2-f3bc-42bd-98e3-851d11f96692">
                <a:extLst>
                  <a:ext uri="{FF2B5EF4-FFF2-40B4-BE49-F238E27FC236}">
                    <a16:creationId id="{D52F222D-A156-1540-17A7-7ECEB25FAA09}"/>
                  </a:ext>
                </a:extLst>
              </p:cNvPr>
              <p:cNvSpPr txBox="1"/>
              <p:nvPr/>
            </p:nvSpPr>
            <p:spPr>
              <a:xfrm>
                <a:off x="7427361" y="3257714"/>
                <a:ext cx="1815900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解决方案</a:t>
                </a:r>
                <a:endParaRPr lang="en-US" dirty="0"/>
              </a:p>
            </p:txBody>
          </p:sp>
          <p:sp>
            <p:nvSpPr>
              <p:cNvPr id="38" name="Text4" descr="1c9926bf-f5e5-4e51-8614-04909954a245">
                <a:extLst>
                  <a:ext uri="{FF2B5EF4-FFF2-40B4-BE49-F238E27FC236}">
                    <a16:creationId id="{EAED0EFD-E7F7-CF49-0B12-9392EF324B43}"/>
                  </a:ext>
                </a:extLst>
              </p:cNvPr>
              <p:cNvSpPr txBox="1"/>
              <p:nvPr/>
            </p:nvSpPr>
            <p:spPr>
              <a:xfrm>
                <a:off x="7427361" y="4153747"/>
                <a:ext cx="1815900" cy="11980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[阐述针对技术难点采取的具体解决方案和创新点]</a:t>
                </a:r>
                <a:endParaRPr lang="en-US" dirty="0"/>
              </a:p>
            </p:txBody>
          </p:sp>
          <p:sp>
            <p:nvSpPr>
              <p:cNvPr id="39" name="Number4" descr="f815451f-0a4d-46f8-9cc4-92bd40ef3812">
                <a:extLst>
                  <a:ext uri="{FF2B5EF4-FFF2-40B4-BE49-F238E27FC236}">
                    <a16:creationId id="{C0D8F52B-FD82-2633-6AC5-C7D429E330F0}"/>
                  </a:ext>
                </a:extLst>
              </p:cNvPr>
              <p:cNvSpPr/>
              <p:nvPr/>
            </p:nvSpPr>
            <p:spPr>
              <a:xfrm>
                <a:off x="7253621" y="2368961"/>
                <a:ext cx="1811725" cy="572507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75000">
                    <a:schemeClr val="accent4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4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 dirty="0">
                    <a:solidFill>
                      <a:srgbClr val="FFFFFF"/>
                    </a:solidFill>
                    <a:cs typeface="+mn-ea"/>
                  </a:rPr>
                  <a:t>04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sp>
          <p:nvSpPr>
            <p:cNvPr id="64" name="矩形: 圆顶角 46" descr="1658988d-faa8-4866-8e80-73ccfd4c4fef">
              <a:extLst>
                <a:ext uri="{FF2B5EF4-FFF2-40B4-BE49-F238E27FC236}">
                  <a16:creationId id="{A6623A5E-A98E-DE50-8493-E7F79FE4E3F0}"/>
                </a:ext>
              </a:extLst>
            </p:cNvPr>
            <p:cNvSpPr>
              <a:spLocks/>
            </p:cNvSpPr>
            <p:nvPr/>
          </p:nvSpPr>
          <p:spPr>
            <a:xfrm>
              <a:off x="9509255" y="2200112"/>
              <a:ext cx="2009646" cy="3413909"/>
            </a:xfrm>
            <a:prstGeom prst="flowChartOffpage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  <a:effectLst>
              <a:outerShdw blurRad="5334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7" name="组合 6" descr="3d4c1055-1a28-4e41-8dea-61ada4f79f58">
              <a:extLst>
                <a:ext uri="{FF2B5EF4-FFF2-40B4-BE49-F238E27FC236}">
                  <a16:creationId id="{98F99328-79E7-2628-CC61-DD6440361F61}"/>
                </a:ext>
              </a:extLst>
            </p:cNvPr>
            <p:cNvGrpSpPr/>
            <p:nvPr/>
          </p:nvGrpSpPr>
          <p:grpSpPr>
            <a:xfrm>
              <a:off x="9430305" y="2368961"/>
              <a:ext cx="1991730" cy="2982792"/>
              <a:chOff x="9430305" y="2368961"/>
              <a:chExt cx="1991730" cy="2982792"/>
            </a:xfrm>
          </p:grpSpPr>
          <p:sp>
            <p:nvSpPr>
              <p:cNvPr id="65" name="Bullet5" descr="afe7668d-0529-40d1-9dcb-6aeed884109f">
                <a:extLst>
                  <a:ext uri="{FF2B5EF4-FFF2-40B4-BE49-F238E27FC236}">
                    <a16:creationId id="{3C02917B-3309-EC09-7818-B14EFDAE7D06}"/>
                  </a:ext>
                </a:extLst>
              </p:cNvPr>
              <p:cNvSpPr txBox="1"/>
              <p:nvPr/>
            </p:nvSpPr>
            <p:spPr>
              <a:xfrm>
                <a:off x="9606134" y="3257714"/>
                <a:ext cx="1815901" cy="808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项目成果</a:t>
                </a:r>
                <a:endParaRPr lang="en-US" dirty="0"/>
              </a:p>
            </p:txBody>
          </p:sp>
          <p:sp>
            <p:nvSpPr>
              <p:cNvPr id="66" name="Text5" descr="f321971f-72a8-464f-9195-a86c0913ad55">
                <a:extLst>
                  <a:ext uri="{FF2B5EF4-FFF2-40B4-BE49-F238E27FC236}">
                    <a16:creationId id="{ECE125FD-8AE6-81CB-128B-863E48CDC2AD}"/>
                  </a:ext>
                </a:extLst>
              </p:cNvPr>
              <p:cNvSpPr txBox="1"/>
              <p:nvPr/>
            </p:nvSpPr>
            <p:spPr>
              <a:xfrm>
                <a:off x="9606134" y="4153747"/>
                <a:ext cx="1815901" cy="11980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[量化展示项目成果，如性能提升、成本降低、用户增长等]</a:t>
                </a:r>
                <a:endParaRPr lang="en-US" dirty="0"/>
              </a:p>
            </p:txBody>
          </p:sp>
          <p:sp>
            <p:nvSpPr>
              <p:cNvPr id="67" name="Number5" descr="afe43bd0-3e94-4885-a6b5-f52a59181654">
                <a:extLst>
                  <a:ext uri="{FF2B5EF4-FFF2-40B4-BE49-F238E27FC236}">
                    <a16:creationId id="{DC4FA90F-1BBC-5673-BAB1-0E9D9EE8B201}"/>
                  </a:ext>
                </a:extLst>
              </p:cNvPr>
              <p:cNvSpPr/>
              <p:nvPr/>
            </p:nvSpPr>
            <p:spPr>
              <a:xfrm>
                <a:off x="9430305" y="2368961"/>
                <a:ext cx="1815903" cy="572507"/>
              </a:xfrm>
              <a:prstGeom prst="homePlate">
                <a:avLst/>
              </a:prstGeom>
              <a:gradFill flip="none" rotWithShape="1"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75000">
                    <a:schemeClr val="accent5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5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2400" b="1" dirty="0">
                    <a:solidFill>
                      <a:srgbClr val="FFFFFF"/>
                    </a:solidFill>
                    <a:cs typeface="+mn-ea"/>
                  </a:rPr>
                  <a:t>05</a:t>
                </a:r>
                <a:endParaRPr lang="zh-CN" altLang="en-US" sz="2400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sp>
          <p:nvSpPr>
            <p:cNvPr id="83" name="Title" descr="7abb358b-034c-402d-b4e6-66295df663b5">
              <a:extLst>
                <a:ext uri="{FF2B5EF4-FFF2-40B4-BE49-F238E27FC236}">
                  <a16:creationId id="{FDF9AC53-A5EC-9258-53E4-E15C3608CC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243980"/>
              <a:ext cx="10858500" cy="693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[填写项目名称]</a:t>
              </a:r>
              <a:endParaRPr lang="en-US" dirty="0"/>
            </a:p>
          </p:txBody>
        </p:sp>
      </p:grpSp>
      <p:sp>
        <p:nvSpPr>
          <p:cNvPr id="2" name="" descr="f2cb5a3e-a56f-4039-90cf-356862657e2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核心项目A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5" name="ee164c9e-feae-4b2c-86f6-b601c46f69c8.source.4.zh-Hans.pptx" descr="931a3a0c-93c2-42ae-bf79-3e5c4a2e640a">
            <a:extLst>
              <a:ext uri="{FF2B5EF4-FFF2-40B4-BE49-F238E27FC236}">
                <a16:creationId id="{390EAF06-461A-70A7-8919-172D36041F0B}"/>
              </a:ext>
            </a:extLst>
          </p:cNvPr>
          <p:cNvGrpSpPr/>
          <p:nvPr/>
        </p:nvGrpSpPr>
        <p:grpSpPr>
          <a:xfrm>
            <a:off x="774655" y="1130299"/>
            <a:ext cx="10744244" cy="5003801"/>
            <a:chOff x="774655" y="1130299"/>
            <a:chExt cx="10744244" cy="5003801"/>
          </a:xfrm>
        </p:grpSpPr>
        <p:cxnSp>
          <p:nvCxnSpPr>
            <p:cNvPr id="11" name="直接连接符 10" descr="edba349c-aa7b-4131-b2d9-05206f31c13e">
              <a:extLst>
                <a:ext uri="{FF2B5EF4-FFF2-40B4-BE49-F238E27FC236}">
                  <a16:creationId id="{A4F0144E-4E89-5110-506F-69C36C3E7A0E}"/>
                </a:ext>
              </a:extLst>
            </p:cNvPr>
            <p:cNvCxnSpPr>
              <a:cxnSpLocks/>
            </p:cNvCxnSpPr>
            <p:nvPr/>
          </p:nvCxnSpPr>
          <p:spPr>
            <a:xfrm>
              <a:off x="3601950" y="2499430"/>
              <a:ext cx="984249" cy="10009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 descr="e8ec3973-424c-4931-a211-b1ab24c39ffa">
              <a:extLst>
                <a:ext uri="{FF2B5EF4-FFF2-40B4-BE49-F238E27FC236}">
                  <a16:creationId id="{2EDBAD54-9A41-7EF6-54C9-B694759FD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6280" y="3882901"/>
              <a:ext cx="984249" cy="100099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 descr="12beb9cc-24bd-461b-9855-73c5eeb6eaec">
              <a:extLst>
                <a:ext uri="{FF2B5EF4-FFF2-40B4-BE49-F238E27FC236}">
                  <a16:creationId id="{EB932593-DD58-6A47-F97C-8B0E3DBD8BCD}"/>
                </a:ext>
              </a:extLst>
            </p:cNvPr>
            <p:cNvCxnSpPr>
              <a:cxnSpLocks/>
            </p:cNvCxnSpPr>
            <p:nvPr/>
          </p:nvCxnSpPr>
          <p:spPr>
            <a:xfrm>
              <a:off x="7359951" y="2499430"/>
              <a:ext cx="984249" cy="10009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箭头: V 形 21" descr="b63705eb-dc29-4642-9cea-a38701b20bd6">
              <a:extLst>
                <a:ext uri="{FF2B5EF4-FFF2-40B4-BE49-F238E27FC236}">
                  <a16:creationId id="{D6D47C8B-BC02-F71C-7D6C-CCE20C86C2F9}"/>
                </a:ext>
              </a:extLst>
            </p:cNvPr>
            <p:cNvSpPr/>
            <p:nvPr/>
          </p:nvSpPr>
          <p:spPr>
            <a:xfrm>
              <a:off x="9795592" y="2989385"/>
              <a:ext cx="1458758" cy="1397742"/>
            </a:xfrm>
            <a:prstGeom prst="chevron">
              <a:avLst>
                <a:gd name="adj" fmla="val 49913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itle" descr="4aa875ef-82f1-42f8-9098-a871d51a5e29">
              <a:extLst>
                <a:ext uri="{FF2B5EF4-FFF2-40B4-BE49-F238E27FC236}">
                  <a16:creationId id="{98E7C75C-C8DB-A397-8A85-5041B34FF965}"/>
                </a:ext>
              </a:extLst>
            </p:cNvPr>
            <p:cNvSpPr txBox="1"/>
            <p:nvPr/>
          </p:nvSpPr>
          <p:spPr>
            <a:xfrm>
              <a:off x="7997370" y="1130299"/>
              <a:ext cx="3521529" cy="1383027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r"/>
              <a:r>
                <a:rPr lang="zh-CN" altLang="en-US" sz="2400" b="1" dirty="0"/>
                <a:t>[填写项目名称]</a:t>
              </a:r>
              <a:endParaRPr lang="en-US" dirty="0"/>
            </a:p>
          </p:txBody>
        </p:sp>
        <p:cxnSp>
          <p:nvCxnSpPr>
            <p:cNvPr id="43" name="直接连接符 42" descr="ce4bfbab-e46d-4ad1-891a-8d052b536913">
              <a:extLst>
                <a:ext uri="{FF2B5EF4-FFF2-40B4-BE49-F238E27FC236}">
                  <a16:creationId id="{FA8D3E8D-F151-9A02-2D81-A80F581285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658" y="3882901"/>
              <a:ext cx="984249" cy="100099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 descr="7e3a4587-38d1-4920-b8d9-2429f88c8620">
              <a:extLst>
                <a:ext uri="{FF2B5EF4-FFF2-40B4-BE49-F238E27FC236}">
                  <a16:creationId id="{04030C96-FDD0-A8DA-77C3-A3B0CE641729}"/>
                </a:ext>
              </a:extLst>
            </p:cNvPr>
            <p:cNvGrpSpPr/>
            <p:nvPr/>
          </p:nvGrpSpPr>
          <p:grpSpPr>
            <a:xfrm>
              <a:off x="774655" y="1893824"/>
              <a:ext cx="3989743" cy="2007954"/>
              <a:chOff x="774655" y="1893824"/>
              <a:chExt cx="3989743" cy="2007954"/>
            </a:xfrm>
          </p:grpSpPr>
          <p:sp>
            <p:nvSpPr>
              <p:cNvPr id="2" name="Number1" descr="c6c9056c-340e-4d3f-9e13-0f301e3357dd">
                <a:extLst>
                  <a:ext uri="{FF2B5EF4-FFF2-40B4-BE49-F238E27FC236}">
                    <a16:creationId id="{89D0F1B5-90D5-EC3C-1103-FE5B9342FC9C}"/>
                  </a:ext>
                </a:extLst>
              </p:cNvPr>
              <p:cNvSpPr/>
              <p:nvPr/>
            </p:nvSpPr>
            <p:spPr>
              <a:xfrm>
                <a:off x="2726011" y="3474734"/>
                <a:ext cx="2038387" cy="42704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i="1" dirty="0">
                    <a:solidFill>
                      <a:srgbClr val="FFFFFF"/>
                    </a:solidFill>
                  </a:rPr>
                  <a:t>01</a:t>
                </a:r>
                <a:endParaRPr lang="zh-CN" altLang="en-US" b="1" i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Bullet1" descr="5ad0dc0a-8e44-4b3e-81e6-2a8fbcdd400c">
                <a:extLst>
                  <a:ext uri="{FF2B5EF4-FFF2-40B4-BE49-F238E27FC236}">
                    <a16:creationId id="{D027C638-66E2-156E-DCFB-6345F170EB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4655" y="1893824"/>
                <a:ext cx="2293800" cy="482861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b" anchorCtr="0">
                <a:normAutofit/>
              </a:bodyPr>
              <a:lstStyle/>
              <a:p>
                <a:pPr algn="r"/>
                <a:r>
                  <a:rPr lang="zh-CN" altLang="en-US" b="1" dirty="0">
                    <a:solidFill>
                      <a:schemeClr val="tx1"/>
                    </a:solidFill>
                  </a:rPr>
                  <a:t>项目背景</a:t>
                </a:r>
                <a:endParaRPr lang="en-US" dirty="0"/>
              </a:p>
            </p:txBody>
          </p:sp>
          <p:sp>
            <p:nvSpPr>
              <p:cNvPr id="24" name="Text1" descr="49590046-21a9-406e-b574-5041a2d70781">
                <a:extLst>
                  <a:ext uri="{FF2B5EF4-FFF2-40B4-BE49-F238E27FC236}">
                    <a16:creationId id="{62BC8596-8328-D8F9-8F74-B0EFB61612B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4655" y="2376686"/>
                <a:ext cx="2293800" cy="10009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[简要介绍项目背景、目标与挑战]</a:t>
                </a:r>
                <a:endParaRPr lang="en-US" dirty="0"/>
              </a:p>
            </p:txBody>
          </p:sp>
          <p:sp>
            <p:nvSpPr>
              <p:cNvPr id="31" name="IconBackground1" descr="72c45bde-0f44-48ee-b218-da54f64c6e22">
                <a:extLst>
                  <a:ext uri="{FF2B5EF4-FFF2-40B4-BE49-F238E27FC236}">
                    <a16:creationId id="{C81CC436-0563-7D81-E3D6-1CE073201259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3247772" y="2036621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solidFill>
                  <a:srgbClr val="FFFFFF"/>
                </a:solidFill>
              </a:ln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  <a:endParaRPr kumimoji="1" lang="zh-CN" altLang="en-US" sz="2000" b="1" dirty="0">
                  <a:noFill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Icon1" descr="6fc1c7b8-bda1-4191-9185-0215ca1cf4a4">
                <a:extLst>
                  <a:ext uri="{FF2B5EF4-FFF2-40B4-BE49-F238E27FC236}">
                    <a16:creationId id="{A82AF3BD-C735-13A0-AFE5-F914D4C11E77}"/>
                  </a:ext>
                </a:extLst>
              </p:cNvPr>
              <p:cNvSpPr/>
              <p:nvPr/>
            </p:nvSpPr>
            <p:spPr>
              <a:xfrm>
                <a:off x="3404658" y="2168918"/>
                <a:ext cx="226228" cy="275406"/>
              </a:xfrm>
              <a:custGeom>
                <a:avLst/>
                <a:gdLst>
                  <a:gd name="connsiteX0" fmla="*/ 284197 w 438150"/>
                  <a:gd name="connsiteY0" fmla="*/ 621 h 533400"/>
                  <a:gd name="connsiteX1" fmla="*/ 286102 w 438150"/>
                  <a:gd name="connsiteY1" fmla="*/ 621 h 533400"/>
                  <a:gd name="connsiteX2" fmla="*/ 286102 w 438150"/>
                  <a:gd name="connsiteY2" fmla="*/ 124446 h 533400"/>
                  <a:gd name="connsiteX3" fmla="*/ 286102 w 438150"/>
                  <a:gd name="connsiteY3" fmla="*/ 126351 h 533400"/>
                  <a:gd name="connsiteX4" fmla="*/ 314677 w 438150"/>
                  <a:gd name="connsiteY4" fmla="*/ 153021 h 533400"/>
                  <a:gd name="connsiteX5" fmla="*/ 314677 w 438150"/>
                  <a:gd name="connsiteY5" fmla="*/ 153021 h 533400"/>
                  <a:gd name="connsiteX6" fmla="*/ 438502 w 438150"/>
                  <a:gd name="connsiteY6" fmla="*/ 153021 h 533400"/>
                  <a:gd name="connsiteX7" fmla="*/ 438502 w 438150"/>
                  <a:gd name="connsiteY7" fmla="*/ 154926 h 533400"/>
                  <a:gd name="connsiteX8" fmla="*/ 438502 w 438150"/>
                  <a:gd name="connsiteY8" fmla="*/ 505446 h 533400"/>
                  <a:gd name="connsiteX9" fmla="*/ 409927 w 438150"/>
                  <a:gd name="connsiteY9" fmla="*/ 534021 h 533400"/>
                  <a:gd name="connsiteX10" fmla="*/ 28927 w 438150"/>
                  <a:gd name="connsiteY10" fmla="*/ 534021 h 533400"/>
                  <a:gd name="connsiteX11" fmla="*/ 352 w 438150"/>
                  <a:gd name="connsiteY11" fmla="*/ 505446 h 533400"/>
                  <a:gd name="connsiteX12" fmla="*/ 352 w 438150"/>
                  <a:gd name="connsiteY12" fmla="*/ 29196 h 533400"/>
                  <a:gd name="connsiteX13" fmla="*/ 28927 w 438150"/>
                  <a:gd name="connsiteY13" fmla="*/ 621 h 533400"/>
                  <a:gd name="connsiteX14" fmla="*/ 284197 w 438150"/>
                  <a:gd name="connsiteY14" fmla="*/ 621 h 533400"/>
                  <a:gd name="connsiteX15" fmla="*/ 248002 w 438150"/>
                  <a:gd name="connsiteY15" fmla="*/ 200646 h 533400"/>
                  <a:gd name="connsiteX16" fmla="*/ 152752 w 438150"/>
                  <a:gd name="connsiteY16" fmla="*/ 200646 h 533400"/>
                  <a:gd name="connsiteX17" fmla="*/ 152752 w 438150"/>
                  <a:gd name="connsiteY17" fmla="*/ 410196 h 533400"/>
                  <a:gd name="connsiteX18" fmla="*/ 171802 w 438150"/>
                  <a:gd name="connsiteY18" fmla="*/ 410196 h 533400"/>
                  <a:gd name="connsiteX19" fmla="*/ 171802 w 438150"/>
                  <a:gd name="connsiteY19" fmla="*/ 314946 h 533400"/>
                  <a:gd name="connsiteX20" fmla="*/ 248002 w 438150"/>
                  <a:gd name="connsiteY20" fmla="*/ 314946 h 533400"/>
                  <a:gd name="connsiteX21" fmla="*/ 249907 w 438150"/>
                  <a:gd name="connsiteY21" fmla="*/ 314946 h 533400"/>
                  <a:gd name="connsiteX22" fmla="*/ 305152 w 438150"/>
                  <a:gd name="connsiteY22" fmla="*/ 257796 h 533400"/>
                  <a:gd name="connsiteX23" fmla="*/ 248002 w 438150"/>
                  <a:gd name="connsiteY23" fmla="*/ 200646 h 533400"/>
                  <a:gd name="connsiteX24" fmla="*/ 248002 w 438150"/>
                  <a:gd name="connsiteY24" fmla="*/ 200646 h 533400"/>
                  <a:gd name="connsiteX25" fmla="*/ 248002 w 438150"/>
                  <a:gd name="connsiteY25" fmla="*/ 219696 h 533400"/>
                  <a:gd name="connsiteX26" fmla="*/ 286102 w 438150"/>
                  <a:gd name="connsiteY26" fmla="*/ 257796 h 533400"/>
                  <a:gd name="connsiteX27" fmla="*/ 248002 w 438150"/>
                  <a:gd name="connsiteY27" fmla="*/ 295896 h 533400"/>
                  <a:gd name="connsiteX28" fmla="*/ 248002 w 438150"/>
                  <a:gd name="connsiteY28" fmla="*/ 295896 h 533400"/>
                  <a:gd name="connsiteX29" fmla="*/ 171802 w 438150"/>
                  <a:gd name="connsiteY29" fmla="*/ 295896 h 533400"/>
                  <a:gd name="connsiteX30" fmla="*/ 171802 w 438150"/>
                  <a:gd name="connsiteY30" fmla="*/ 219696 h 533400"/>
                  <a:gd name="connsiteX31" fmla="*/ 248002 w 438150"/>
                  <a:gd name="connsiteY31" fmla="*/ 219696 h 533400"/>
                  <a:gd name="connsiteX32" fmla="*/ 428977 w 438150"/>
                  <a:gd name="connsiteY32" fmla="*/ 133971 h 533400"/>
                  <a:gd name="connsiteX33" fmla="*/ 314677 w 438150"/>
                  <a:gd name="connsiteY33" fmla="*/ 133971 h 533400"/>
                  <a:gd name="connsiteX34" fmla="*/ 313724 w 438150"/>
                  <a:gd name="connsiteY34" fmla="*/ 133971 h 533400"/>
                  <a:gd name="connsiteX35" fmla="*/ 305152 w 438150"/>
                  <a:gd name="connsiteY35" fmla="*/ 124446 h 533400"/>
                  <a:gd name="connsiteX36" fmla="*/ 305152 w 438150"/>
                  <a:gd name="connsiteY36" fmla="*/ 124446 h 533400"/>
                  <a:gd name="connsiteX37" fmla="*/ 305152 w 438150"/>
                  <a:gd name="connsiteY37" fmla="*/ 10146 h 533400"/>
                  <a:gd name="connsiteX38" fmla="*/ 428977 w 438150"/>
                  <a:gd name="connsiteY38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38150" h="533400">
                    <a:moveTo>
                      <a:pt x="284197" y="621"/>
                    </a:moveTo>
                    <a:cubicBezTo>
                      <a:pt x="285149" y="621"/>
                      <a:pt x="286102" y="621"/>
                      <a:pt x="286102" y="621"/>
                    </a:cubicBezTo>
                    <a:lnTo>
                      <a:pt x="286102" y="124446"/>
                    </a:lnTo>
                    <a:lnTo>
                      <a:pt x="286102" y="126351"/>
                    </a:lnTo>
                    <a:cubicBezTo>
                      <a:pt x="287055" y="141591"/>
                      <a:pt x="299437" y="153021"/>
                      <a:pt x="314677" y="153021"/>
                    </a:cubicBezTo>
                    <a:lnTo>
                      <a:pt x="314677" y="153021"/>
                    </a:lnTo>
                    <a:lnTo>
                      <a:pt x="438502" y="153021"/>
                    </a:lnTo>
                    <a:cubicBezTo>
                      <a:pt x="438502" y="153974"/>
                      <a:pt x="438502" y="154926"/>
                      <a:pt x="438502" y="154926"/>
                    </a:cubicBezTo>
                    <a:lnTo>
                      <a:pt x="438502" y="505446"/>
                    </a:lnTo>
                    <a:cubicBezTo>
                      <a:pt x="438502" y="521639"/>
                      <a:pt x="426120" y="534021"/>
                      <a:pt x="409927" y="534021"/>
                    </a:cubicBezTo>
                    <a:lnTo>
                      <a:pt x="28927" y="534021"/>
                    </a:lnTo>
                    <a:cubicBezTo>
                      <a:pt x="12734" y="534021"/>
                      <a:pt x="352" y="521639"/>
                      <a:pt x="352" y="505446"/>
                    </a:cubicBezTo>
                    <a:lnTo>
                      <a:pt x="352" y="29196"/>
                    </a:lnTo>
                    <a:cubicBezTo>
                      <a:pt x="352" y="13004"/>
                      <a:pt x="12734" y="621"/>
                      <a:pt x="28927" y="621"/>
                    </a:cubicBezTo>
                    <a:lnTo>
                      <a:pt x="284197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49907" y="314946"/>
                    </a:lnTo>
                    <a:cubicBezTo>
                      <a:pt x="280387" y="313994"/>
                      <a:pt x="305152" y="288276"/>
                      <a:pt x="305152" y="257796"/>
                    </a:cubicBezTo>
                    <a:cubicBezTo>
                      <a:pt x="305152" y="226364"/>
                      <a:pt x="279434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8957" y="219696"/>
                      <a:pt x="286102" y="236841"/>
                      <a:pt x="286102" y="257796"/>
                    </a:cubicBezTo>
                    <a:cubicBezTo>
                      <a:pt x="286102" y="278751"/>
                      <a:pt x="268957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14677" y="133971"/>
                    </a:lnTo>
                    <a:lnTo>
                      <a:pt x="313724" y="133971"/>
                    </a:lnTo>
                    <a:cubicBezTo>
                      <a:pt x="308962" y="133019"/>
                      <a:pt x="305152" y="129209"/>
                      <a:pt x="305152" y="124446"/>
                    </a:cubicBezTo>
                    <a:lnTo>
                      <a:pt x="305152" y="124446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1" name="组合 50" descr="93eabb68-4fcc-4a4a-9486-47d72b43319c">
              <a:extLst>
                <a:ext uri="{FF2B5EF4-FFF2-40B4-BE49-F238E27FC236}">
                  <a16:creationId id="{AC4A4154-DE58-64E2-6D2A-7E9A9E40A0A8}"/>
                </a:ext>
              </a:extLst>
            </p:cNvPr>
            <p:cNvGrpSpPr/>
            <p:nvPr/>
          </p:nvGrpSpPr>
          <p:grpSpPr>
            <a:xfrm>
              <a:off x="1978773" y="3474734"/>
              <a:ext cx="4668813" cy="2659366"/>
              <a:chOff x="1978773" y="3474734"/>
              <a:chExt cx="4668813" cy="2659366"/>
            </a:xfrm>
          </p:grpSpPr>
          <p:sp>
            <p:nvSpPr>
              <p:cNvPr id="4" name="Number2" descr="7823a0f6-91a1-4671-a66a-8e317de6191a">
                <a:extLst>
                  <a:ext uri="{FF2B5EF4-FFF2-40B4-BE49-F238E27FC236}">
                    <a16:creationId id="{57451C5B-5526-FC09-5A26-1C921239AF96}"/>
                  </a:ext>
                </a:extLst>
              </p:cNvPr>
              <p:cNvSpPr/>
              <p:nvPr/>
            </p:nvSpPr>
            <p:spPr>
              <a:xfrm>
                <a:off x="4609199" y="3474734"/>
                <a:ext cx="2038387" cy="427044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i="1" dirty="0">
                    <a:solidFill>
                      <a:schemeClr val="bg1"/>
                    </a:solidFill>
                  </a:rPr>
                  <a:t>02</a:t>
                </a:r>
                <a:endParaRPr lang="zh-CN" altLang="en-US"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Bullet2" descr="ee2c0bf6-1049-4abe-a5b0-5f7ba88c05aa">
                <a:extLst>
                  <a:ext uri="{FF2B5EF4-FFF2-40B4-BE49-F238E27FC236}">
                    <a16:creationId id="{D373C018-9E69-7E21-7D84-C4193366C5C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78773" y="4650248"/>
                <a:ext cx="2851770" cy="482861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b" anchorCtr="0">
                <a:normAutofit/>
              </a:bodyPr>
              <a:lstStyle/>
              <a:p>
                <a:pPr algn="r"/>
                <a:r>
                  <a:rPr lang="zh-CN" altLang="en-US" b="1" dirty="0">
                    <a:solidFill>
                      <a:schemeClr val="tx1"/>
                    </a:solidFill>
                  </a:rPr>
                  <a:t>我的职责</a:t>
                </a:r>
                <a:endParaRPr lang="en-US" dirty="0"/>
              </a:p>
            </p:txBody>
          </p:sp>
          <p:sp>
            <p:nvSpPr>
              <p:cNvPr id="29" name="Text2" descr="d5cdf330-cb10-4a7e-87d9-503f6d426a6b">
                <a:extLst>
                  <a:ext uri="{FF2B5EF4-FFF2-40B4-BE49-F238E27FC236}">
                    <a16:creationId id="{1DE5C3C3-C182-8276-2F2B-61095AFC320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978773" y="5133110"/>
                <a:ext cx="2851770" cy="10009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[描述你在项目中的具体职责和承担的任务]</a:t>
                </a:r>
                <a:endParaRPr lang="en-US" dirty="0"/>
              </a:p>
            </p:txBody>
          </p:sp>
          <p:sp>
            <p:nvSpPr>
              <p:cNvPr id="37" name="IconBackground2" descr="bee714e1-7752-47b9-a0b9-ab796ee5ec70">
                <a:extLst>
                  <a:ext uri="{FF2B5EF4-FFF2-40B4-BE49-F238E27FC236}">
                    <a16:creationId id="{4CEA0406-4D38-929E-4714-3D24009CB05F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5066527" y="4782552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solidFill>
                  <a:srgbClr val="FFFFFF"/>
                </a:solidFill>
              </a:ln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  <a:endParaRPr kumimoji="1" lang="zh-CN" altLang="en-US" sz="2000" b="1" dirty="0">
                  <a:noFill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8" name="Icon2" descr="fa55a2c1-6af1-4fb6-b96c-32f02250a377">
                <a:extLst>
                  <a:ext uri="{FF2B5EF4-FFF2-40B4-BE49-F238E27FC236}">
                    <a16:creationId id="{F9D698FB-5DCE-E627-FA0F-DE3DA02BA782}"/>
                  </a:ext>
                </a:extLst>
              </p:cNvPr>
              <p:cNvSpPr/>
              <p:nvPr/>
            </p:nvSpPr>
            <p:spPr>
              <a:xfrm>
                <a:off x="5198825" y="4949275"/>
                <a:ext cx="275406" cy="206554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133 w 533400"/>
                  <a:gd name="connsiteY9" fmla="*/ 198741 h 400050"/>
                  <a:gd name="connsiteX10" fmla="*/ 351128 w 533400"/>
                  <a:gd name="connsiteY10" fmla="*/ 204456 h 400050"/>
                  <a:gd name="connsiteX11" fmla="*/ 351128 w 533400"/>
                  <a:gd name="connsiteY11" fmla="*/ 204456 h 400050"/>
                  <a:gd name="connsiteX12" fmla="*/ 267308 w 533400"/>
                  <a:gd name="connsiteY12" fmla="*/ 315899 h 400050"/>
                  <a:gd name="connsiteX13" fmla="*/ 264451 w 533400"/>
                  <a:gd name="connsiteY13" fmla="*/ 318756 h 400050"/>
                  <a:gd name="connsiteX14" fmla="*/ 224446 w 533400"/>
                  <a:gd name="connsiteY14" fmla="*/ 318756 h 400050"/>
                  <a:gd name="connsiteX15" fmla="*/ 224446 w 533400"/>
                  <a:gd name="connsiteY15" fmla="*/ 318756 h 400050"/>
                  <a:gd name="connsiteX16" fmla="*/ 162533 w 533400"/>
                  <a:gd name="connsiteY16" fmla="*/ 257796 h 400050"/>
                  <a:gd name="connsiteX17" fmla="*/ 160628 w 533400"/>
                  <a:gd name="connsiteY17" fmla="*/ 255891 h 400050"/>
                  <a:gd name="connsiteX18" fmla="*/ 120623 w 533400"/>
                  <a:gd name="connsiteY18" fmla="*/ 259701 h 400050"/>
                  <a:gd name="connsiteX19" fmla="*/ 120623 w 533400"/>
                  <a:gd name="connsiteY19" fmla="*/ 259701 h 400050"/>
                  <a:gd name="connsiteX20" fmla="*/ 32993 w 533400"/>
                  <a:gd name="connsiteY20" fmla="*/ 366381 h 400050"/>
                  <a:gd name="connsiteX21" fmla="*/ 31088 w 533400"/>
                  <a:gd name="connsiteY21" fmla="*/ 372096 h 400050"/>
                  <a:gd name="connsiteX22" fmla="*/ 40613 w 533400"/>
                  <a:gd name="connsiteY22" fmla="*/ 381621 h 400050"/>
                  <a:gd name="connsiteX23" fmla="*/ 40613 w 533400"/>
                  <a:gd name="connsiteY23" fmla="*/ 381621 h 400050"/>
                  <a:gd name="connsiteX24" fmla="*/ 497813 w 533400"/>
                  <a:gd name="connsiteY24" fmla="*/ 381621 h 400050"/>
                  <a:gd name="connsiteX25" fmla="*/ 503528 w 533400"/>
                  <a:gd name="connsiteY25" fmla="*/ 379716 h 400050"/>
                  <a:gd name="connsiteX26" fmla="*/ 506386 w 533400"/>
                  <a:gd name="connsiteY26" fmla="*/ 366381 h 400050"/>
                  <a:gd name="connsiteX27" fmla="*/ 506386 w 533400"/>
                  <a:gd name="connsiteY27" fmla="*/ 366381 h 400050"/>
                  <a:gd name="connsiteX28" fmla="*/ 398753 w 533400"/>
                  <a:gd name="connsiteY28" fmla="*/ 205409 h 400050"/>
                  <a:gd name="connsiteX29" fmla="*/ 391133 w 533400"/>
                  <a:gd name="connsiteY29" fmla="*/ 198741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626" y="621"/>
                      <a:pt x="534008" y="13004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8289"/>
                      <a:pt x="521626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2990" y="400671"/>
                      <a:pt x="608" y="388289"/>
                      <a:pt x="608" y="372096"/>
                    </a:cubicBezTo>
                    <a:lnTo>
                      <a:pt x="608" y="29196"/>
                    </a:lnTo>
                    <a:cubicBezTo>
                      <a:pt x="608" y="13004"/>
                      <a:pt x="12990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133" y="198741"/>
                    </a:moveTo>
                    <a:cubicBezTo>
                      <a:pt x="378751" y="189216"/>
                      <a:pt x="360653" y="192074"/>
                      <a:pt x="351128" y="204456"/>
                    </a:cubicBezTo>
                    <a:lnTo>
                      <a:pt x="351128" y="204456"/>
                    </a:lnTo>
                    <a:lnTo>
                      <a:pt x="267308" y="315899"/>
                    </a:lnTo>
                    <a:cubicBezTo>
                      <a:pt x="266355" y="316851"/>
                      <a:pt x="265403" y="317804"/>
                      <a:pt x="264451" y="318756"/>
                    </a:cubicBezTo>
                    <a:cubicBezTo>
                      <a:pt x="253021" y="330186"/>
                      <a:pt x="234923" y="330186"/>
                      <a:pt x="224446" y="318756"/>
                    </a:cubicBezTo>
                    <a:lnTo>
                      <a:pt x="224446" y="318756"/>
                    </a:lnTo>
                    <a:lnTo>
                      <a:pt x="162533" y="257796"/>
                    </a:lnTo>
                    <a:cubicBezTo>
                      <a:pt x="161580" y="256844"/>
                      <a:pt x="161580" y="256844"/>
                      <a:pt x="160628" y="255891"/>
                    </a:cubicBezTo>
                    <a:cubicBezTo>
                      <a:pt x="148246" y="245414"/>
                      <a:pt x="130148" y="247319"/>
                      <a:pt x="120623" y="259701"/>
                    </a:cubicBezTo>
                    <a:lnTo>
                      <a:pt x="120623" y="259701"/>
                    </a:lnTo>
                    <a:lnTo>
                      <a:pt x="32993" y="366381"/>
                    </a:lnTo>
                    <a:cubicBezTo>
                      <a:pt x="32040" y="368286"/>
                      <a:pt x="31088" y="370191"/>
                      <a:pt x="31088" y="372096"/>
                    </a:cubicBezTo>
                    <a:cubicBezTo>
                      <a:pt x="31088" y="377811"/>
                      <a:pt x="34898" y="381621"/>
                      <a:pt x="40613" y="381621"/>
                    </a:cubicBezTo>
                    <a:lnTo>
                      <a:pt x="40613" y="381621"/>
                    </a:lnTo>
                    <a:lnTo>
                      <a:pt x="497813" y="381621"/>
                    </a:lnTo>
                    <a:cubicBezTo>
                      <a:pt x="499718" y="381621"/>
                      <a:pt x="501623" y="380669"/>
                      <a:pt x="503528" y="379716"/>
                    </a:cubicBezTo>
                    <a:cubicBezTo>
                      <a:pt x="508290" y="376859"/>
                      <a:pt x="509243" y="371144"/>
                      <a:pt x="506386" y="366381"/>
                    </a:cubicBezTo>
                    <a:lnTo>
                      <a:pt x="506386" y="366381"/>
                    </a:lnTo>
                    <a:lnTo>
                      <a:pt x="398753" y="205409"/>
                    </a:lnTo>
                    <a:cubicBezTo>
                      <a:pt x="395896" y="202551"/>
                      <a:pt x="393990" y="200646"/>
                      <a:pt x="391133" y="198741"/>
                    </a:cubicBezTo>
                    <a:close/>
                    <a:moveTo>
                      <a:pt x="95858" y="57771"/>
                    </a:moveTo>
                    <a:cubicBezTo>
                      <a:pt x="74903" y="57771"/>
                      <a:pt x="57758" y="74916"/>
                      <a:pt x="57758" y="95871"/>
                    </a:cubicBezTo>
                    <a:cubicBezTo>
                      <a:pt x="57758" y="116826"/>
                      <a:pt x="74903" y="133971"/>
                      <a:pt x="95858" y="133971"/>
                    </a:cubicBezTo>
                    <a:cubicBezTo>
                      <a:pt x="116813" y="133971"/>
                      <a:pt x="133958" y="116826"/>
                      <a:pt x="133958" y="95871"/>
                    </a:cubicBezTo>
                    <a:cubicBezTo>
                      <a:pt x="133958" y="74916"/>
                      <a:pt x="116813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2" name="组合 51" descr="72d91a65-bd27-41f5-b443-381807cab898">
              <a:extLst>
                <a:ext uri="{FF2B5EF4-FFF2-40B4-BE49-F238E27FC236}">
                  <a16:creationId id="{615D861A-5A66-1830-A736-2B7A97DD18AF}"/>
                </a:ext>
              </a:extLst>
            </p:cNvPr>
            <p:cNvGrpSpPr/>
            <p:nvPr/>
          </p:nvGrpSpPr>
          <p:grpSpPr>
            <a:xfrm>
              <a:off x="4539081" y="1893824"/>
              <a:ext cx="3991695" cy="2007954"/>
              <a:chOff x="4539081" y="1893824"/>
              <a:chExt cx="3991695" cy="2007954"/>
            </a:xfrm>
          </p:grpSpPr>
          <p:sp>
            <p:nvSpPr>
              <p:cNvPr id="5" name="Number3" descr="3782f772-04b1-4518-a3d7-a7c3151f1a9f">
                <a:extLst>
                  <a:ext uri="{FF2B5EF4-FFF2-40B4-BE49-F238E27FC236}">
                    <a16:creationId id="{A322B78A-529E-3773-DA2D-6EBB7120A6C4}"/>
                  </a:ext>
                </a:extLst>
              </p:cNvPr>
              <p:cNvSpPr/>
              <p:nvPr/>
            </p:nvSpPr>
            <p:spPr>
              <a:xfrm>
                <a:off x="6492389" y="3474734"/>
                <a:ext cx="2038387" cy="427044"/>
              </a:xfrm>
              <a:prstGeom prst="chevron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i="1" dirty="0">
                    <a:solidFill>
                      <a:srgbClr val="FFFFFF"/>
                    </a:solidFill>
                  </a:rPr>
                  <a:t>03</a:t>
                </a:r>
                <a:endParaRPr lang="zh-CN" altLang="en-US" b="1" i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Bullet3" descr="48d10570-42b7-4d2d-9660-ea091f381d4f">
                <a:extLst>
                  <a:ext uri="{FF2B5EF4-FFF2-40B4-BE49-F238E27FC236}">
                    <a16:creationId id="{46062E8E-C641-FFEE-6FB1-97FAB84570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39081" y="1893824"/>
                <a:ext cx="2293800" cy="482861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b" anchorCtr="0">
                <a:normAutofit/>
              </a:bodyPr>
              <a:lstStyle/>
              <a:p>
                <a:pPr algn="r"/>
                <a:r>
                  <a:rPr lang="zh-CN" altLang="en-US" b="1" dirty="0">
                    <a:solidFill>
                      <a:schemeClr val="tx1"/>
                    </a:solidFill>
                  </a:rPr>
                  <a:t>技术成果</a:t>
                </a:r>
                <a:endParaRPr lang="en-US" dirty="0"/>
              </a:p>
            </p:txBody>
          </p:sp>
          <p:sp>
            <p:nvSpPr>
              <p:cNvPr id="27" name="Text3" descr="e5c199a6-fe12-4d68-b7d1-d2203ae71dd0">
                <a:extLst>
                  <a:ext uri="{FF2B5EF4-FFF2-40B4-BE49-F238E27FC236}">
                    <a16:creationId id="{AFA3490C-EECF-7049-686F-4B6075C68D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39081" y="2376686"/>
                <a:ext cx="2293800" cy="10009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[重点介绍项目中的技术创新、专利申请或获得的内部/外部奖项]</a:t>
                </a:r>
                <a:endParaRPr lang="en-US" dirty="0"/>
              </a:p>
            </p:txBody>
          </p:sp>
          <p:sp>
            <p:nvSpPr>
              <p:cNvPr id="34" name="IconBackground3" descr="c0031db7-7e78-48dc-a55d-7dc4ccfa0ad9">
                <a:extLst>
                  <a:ext uri="{FF2B5EF4-FFF2-40B4-BE49-F238E27FC236}">
                    <a16:creationId id="{CF94E5F0-7082-81E7-6996-98837E1FFFB7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949035" y="2036621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solidFill>
                  <a:srgbClr val="FFFFFF"/>
                </a:solidFill>
              </a:ln>
            </p:spPr>
            <p:txBody>
              <a:bodyPr wrap="none" lIns="108000" tIns="108000" rIns="108000" bIns="108000" rtlCol="0" anchor="ctr" anchorCtr="0">
                <a:noAutofit/>
              </a:bodyPr>
              <a:lstStyle/>
              <a:p>
                <a:pPr algn="ctr"/>
                <a:endParaRPr kumimoji="1" lang="zh-CN" altLang="en-US" sz="2000" b="1" dirty="0">
                  <a:noFill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Icon3" descr="338c4dc1-4b55-4924-baac-570dafd53f09">
                <a:extLst>
                  <a:ext uri="{FF2B5EF4-FFF2-40B4-BE49-F238E27FC236}">
                    <a16:creationId id="{81DDFEB7-A27C-20C3-01B6-9A6336894C73}"/>
                  </a:ext>
                </a:extLst>
              </p:cNvPr>
              <p:cNvSpPr/>
              <p:nvPr/>
            </p:nvSpPr>
            <p:spPr>
              <a:xfrm>
                <a:off x="7091168" y="2171377"/>
                <a:ext cx="255734" cy="270488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53" name="组合 52" descr="a94169ae-f6c1-4692-8f9e-22d66e0a5e60">
              <a:extLst>
                <a:ext uri="{FF2B5EF4-FFF2-40B4-BE49-F238E27FC236}">
                  <a16:creationId id="{8E6D24A1-5FB2-EBE5-E059-3647DD5869A7}"/>
                </a:ext>
              </a:extLst>
            </p:cNvPr>
            <p:cNvGrpSpPr/>
            <p:nvPr/>
          </p:nvGrpSpPr>
          <p:grpSpPr>
            <a:xfrm>
              <a:off x="5782354" y="3474734"/>
              <a:ext cx="4631611" cy="2659366"/>
              <a:chOff x="5782354" y="3474734"/>
              <a:chExt cx="4631611" cy="2659366"/>
            </a:xfrm>
          </p:grpSpPr>
          <p:sp>
            <p:nvSpPr>
              <p:cNvPr id="6" name="Number4" descr="c99ca13d-9995-42a9-8388-718551bb97cc">
                <a:extLst>
                  <a:ext uri="{FF2B5EF4-FFF2-40B4-BE49-F238E27FC236}">
                    <a16:creationId id="{FD84D085-BA69-E4BC-D4E2-795DE930AF55}"/>
                  </a:ext>
                </a:extLst>
              </p:cNvPr>
              <p:cNvSpPr/>
              <p:nvPr/>
            </p:nvSpPr>
            <p:spPr>
              <a:xfrm>
                <a:off x="8375578" y="3474734"/>
                <a:ext cx="2038387" cy="427044"/>
              </a:xfrm>
              <a:prstGeom prst="chevron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i="1" dirty="0">
                    <a:solidFill>
                      <a:schemeClr val="bg1"/>
                    </a:solidFill>
                  </a:rPr>
                  <a:t>04</a:t>
                </a:r>
                <a:endParaRPr lang="zh-CN" altLang="en-US"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IconBackground4" descr="e2ce4fec-b002-4c04-b372-8d99accb6c4f">
                <a:extLst>
                  <a:ext uri="{FF2B5EF4-FFF2-40B4-BE49-F238E27FC236}">
                    <a16:creationId id="{2741E679-8FC6-47F0-F0E9-0533C1909C55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8815809" y="4783707"/>
                <a:ext cx="540000" cy="5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solidFill>
                  <a:srgbClr val="FFFFFF"/>
                </a:solidFill>
              </a:ln>
            </p:spPr>
            <p:txBody>
              <a:bodyPr wrap="none" lIns="108000" tIns="108000" rIns="108000" bIns="108000" rtlCol="0" anchor="ctr" anchorCtr="0">
                <a:noAutofit/>
              </a:bodyPr>
              <a:lstStyle>
                <a:defPPr>
                  <a:defRPr lang="en-US"/>
                </a:defPPr>
                <a:lvl1pPr algn="ctr">
                  <a:defRPr kumimoji="1" sz="2000" b="1">
                    <a:noFill/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</a:lstStyle>
              <a:p>
                <a:endParaRPr lang="zh-CN" altLang="en-US" dirty="0">
                  <a:sym typeface="Arial" panose="020B0604020202020204" pitchFamily="34" charset="0"/>
                </a:endParaRPr>
              </a:p>
            </p:txBody>
          </p:sp>
          <p:sp>
            <p:nvSpPr>
              <p:cNvPr id="47" name="Icon4" descr="6c35ef37-1cfe-4d2f-92c6-7608d9ebd6c5">
                <a:extLst>
                  <a:ext uri="{FF2B5EF4-FFF2-40B4-BE49-F238E27FC236}">
                    <a16:creationId id="{9A02DECB-BFBF-29B1-B205-0F01ACEB2A93}"/>
                  </a:ext>
                </a:extLst>
              </p:cNvPr>
              <p:cNvSpPr/>
              <p:nvPr/>
            </p:nvSpPr>
            <p:spPr>
              <a:xfrm>
                <a:off x="8959960" y="4918708"/>
                <a:ext cx="251698" cy="269998"/>
              </a:xfrm>
              <a:custGeom>
                <a:avLst/>
                <a:gdLst>
                  <a:gd name="connsiteX0" fmla="*/ 8356 w 487477"/>
                  <a:gd name="connsiteY0" fmla="*/ 512114 h 522922"/>
                  <a:gd name="connsiteX1" fmla="*/ 8356 w 487477"/>
                  <a:gd name="connsiteY1" fmla="*/ 512114 h 522922"/>
                  <a:gd name="connsiteX2" fmla="*/ 8356 w 487477"/>
                  <a:gd name="connsiteY2" fmla="*/ 512114 h 522922"/>
                  <a:gd name="connsiteX3" fmla="*/ 7404 w 487477"/>
                  <a:gd name="connsiteY3" fmla="*/ 511161 h 522922"/>
                  <a:gd name="connsiteX4" fmla="*/ 5499 w 487477"/>
                  <a:gd name="connsiteY4" fmla="*/ 508303 h 522922"/>
                  <a:gd name="connsiteX5" fmla="*/ 5499 w 487477"/>
                  <a:gd name="connsiteY5" fmla="*/ 508303 h 522922"/>
                  <a:gd name="connsiteX6" fmla="*/ 5499 w 487477"/>
                  <a:gd name="connsiteY6" fmla="*/ 507351 h 522922"/>
                  <a:gd name="connsiteX7" fmla="*/ 4546 w 487477"/>
                  <a:gd name="connsiteY7" fmla="*/ 505446 h 522922"/>
                  <a:gd name="connsiteX8" fmla="*/ 3593 w 487477"/>
                  <a:gd name="connsiteY8" fmla="*/ 503541 h 522922"/>
                  <a:gd name="connsiteX9" fmla="*/ 3593 w 487477"/>
                  <a:gd name="connsiteY9" fmla="*/ 503541 h 522922"/>
                  <a:gd name="connsiteX10" fmla="*/ 3593 w 487477"/>
                  <a:gd name="connsiteY10" fmla="*/ 503541 h 522922"/>
                  <a:gd name="connsiteX11" fmla="*/ 3593 w 487477"/>
                  <a:gd name="connsiteY11" fmla="*/ 503541 h 522922"/>
                  <a:gd name="connsiteX12" fmla="*/ 2641 w 487477"/>
                  <a:gd name="connsiteY12" fmla="*/ 501636 h 522922"/>
                  <a:gd name="connsiteX13" fmla="*/ 2641 w 487477"/>
                  <a:gd name="connsiteY13" fmla="*/ 500684 h 522922"/>
                  <a:gd name="connsiteX14" fmla="*/ 1689 w 487477"/>
                  <a:gd name="connsiteY14" fmla="*/ 498778 h 522922"/>
                  <a:gd name="connsiteX15" fmla="*/ 736 w 487477"/>
                  <a:gd name="connsiteY15" fmla="*/ 494968 h 522922"/>
                  <a:gd name="connsiteX16" fmla="*/ 736 w 487477"/>
                  <a:gd name="connsiteY16" fmla="*/ 492111 h 522922"/>
                  <a:gd name="connsiteX17" fmla="*/ 736 w 487477"/>
                  <a:gd name="connsiteY17" fmla="*/ 485443 h 522922"/>
                  <a:gd name="connsiteX18" fmla="*/ 5499 w 487477"/>
                  <a:gd name="connsiteY18" fmla="*/ 467346 h 522922"/>
                  <a:gd name="connsiteX19" fmla="*/ 155041 w 487477"/>
                  <a:gd name="connsiteY19" fmla="*/ 151116 h 522922"/>
                  <a:gd name="connsiteX20" fmla="*/ 158851 w 487477"/>
                  <a:gd name="connsiteY20" fmla="*/ 134924 h 522922"/>
                  <a:gd name="connsiteX21" fmla="*/ 158851 w 487477"/>
                  <a:gd name="connsiteY21" fmla="*/ 19671 h 522922"/>
                  <a:gd name="connsiteX22" fmla="*/ 120751 w 487477"/>
                  <a:gd name="connsiteY22" fmla="*/ 19671 h 522922"/>
                  <a:gd name="connsiteX23" fmla="*/ 120751 w 487477"/>
                  <a:gd name="connsiteY23" fmla="*/ 621 h 522922"/>
                  <a:gd name="connsiteX24" fmla="*/ 368401 w 487477"/>
                  <a:gd name="connsiteY24" fmla="*/ 621 h 522922"/>
                  <a:gd name="connsiteX25" fmla="*/ 368401 w 487477"/>
                  <a:gd name="connsiteY25" fmla="*/ 19671 h 522922"/>
                  <a:gd name="connsiteX26" fmla="*/ 330301 w 487477"/>
                  <a:gd name="connsiteY26" fmla="*/ 19671 h 522922"/>
                  <a:gd name="connsiteX27" fmla="*/ 330301 w 487477"/>
                  <a:gd name="connsiteY27" fmla="*/ 134924 h 522922"/>
                  <a:gd name="connsiteX28" fmla="*/ 334111 w 487477"/>
                  <a:gd name="connsiteY28" fmla="*/ 151116 h 522922"/>
                  <a:gd name="connsiteX29" fmla="*/ 483654 w 487477"/>
                  <a:gd name="connsiteY29" fmla="*/ 467346 h 522922"/>
                  <a:gd name="connsiteX30" fmla="*/ 485558 w 487477"/>
                  <a:gd name="connsiteY30" fmla="*/ 504493 h 522922"/>
                  <a:gd name="connsiteX31" fmla="*/ 485558 w 487477"/>
                  <a:gd name="connsiteY31" fmla="*/ 504493 h 522922"/>
                  <a:gd name="connsiteX32" fmla="*/ 484606 w 487477"/>
                  <a:gd name="connsiteY32" fmla="*/ 506399 h 522922"/>
                  <a:gd name="connsiteX33" fmla="*/ 459841 w 487477"/>
                  <a:gd name="connsiteY33" fmla="*/ 523543 h 522922"/>
                  <a:gd name="connsiteX34" fmla="*/ 457936 w 487477"/>
                  <a:gd name="connsiteY34" fmla="*/ 523543 h 522922"/>
                  <a:gd name="connsiteX35" fmla="*/ 32168 w 487477"/>
                  <a:gd name="connsiteY35" fmla="*/ 523543 h 522922"/>
                  <a:gd name="connsiteX36" fmla="*/ 30264 w 487477"/>
                  <a:gd name="connsiteY36" fmla="*/ 523543 h 522922"/>
                  <a:gd name="connsiteX37" fmla="*/ 27406 w 487477"/>
                  <a:gd name="connsiteY37" fmla="*/ 523543 h 522922"/>
                  <a:gd name="connsiteX38" fmla="*/ 23596 w 487477"/>
                  <a:gd name="connsiteY38" fmla="*/ 522591 h 522922"/>
                  <a:gd name="connsiteX39" fmla="*/ 23596 w 487477"/>
                  <a:gd name="connsiteY39" fmla="*/ 522591 h 522922"/>
                  <a:gd name="connsiteX40" fmla="*/ 17881 w 487477"/>
                  <a:gd name="connsiteY40" fmla="*/ 520686 h 522922"/>
                  <a:gd name="connsiteX41" fmla="*/ 15976 w 487477"/>
                  <a:gd name="connsiteY41" fmla="*/ 519734 h 522922"/>
                  <a:gd name="connsiteX42" fmla="*/ 15024 w 487477"/>
                  <a:gd name="connsiteY42" fmla="*/ 518781 h 522922"/>
                  <a:gd name="connsiteX43" fmla="*/ 10261 w 487477"/>
                  <a:gd name="connsiteY43" fmla="*/ 514971 h 522922"/>
                  <a:gd name="connsiteX44" fmla="*/ 8356 w 487477"/>
                  <a:gd name="connsiteY44" fmla="*/ 512114 h 522922"/>
                  <a:gd name="connsiteX45" fmla="*/ 8356 w 487477"/>
                  <a:gd name="connsiteY45" fmla="*/ 512114 h 522922"/>
                  <a:gd name="connsiteX46" fmla="*/ 255054 w 487477"/>
                  <a:gd name="connsiteY46" fmla="*/ 402576 h 522922"/>
                  <a:gd name="connsiteX47" fmla="*/ 252196 w 487477"/>
                  <a:gd name="connsiteY47" fmla="*/ 404481 h 522922"/>
                  <a:gd name="connsiteX48" fmla="*/ 246481 w 487477"/>
                  <a:gd name="connsiteY48" fmla="*/ 408291 h 522922"/>
                  <a:gd name="connsiteX49" fmla="*/ 55029 w 487477"/>
                  <a:gd name="connsiteY49" fmla="*/ 414959 h 522922"/>
                  <a:gd name="connsiteX50" fmla="*/ 51218 w 487477"/>
                  <a:gd name="connsiteY50" fmla="*/ 413053 h 522922"/>
                  <a:gd name="connsiteX51" fmla="*/ 22643 w 487477"/>
                  <a:gd name="connsiteY51" fmla="*/ 474014 h 522922"/>
                  <a:gd name="connsiteX52" fmla="*/ 21691 w 487477"/>
                  <a:gd name="connsiteY52" fmla="*/ 475918 h 522922"/>
                  <a:gd name="connsiteX53" fmla="*/ 21691 w 487477"/>
                  <a:gd name="connsiteY53" fmla="*/ 495921 h 522922"/>
                  <a:gd name="connsiteX54" fmla="*/ 29311 w 487477"/>
                  <a:gd name="connsiteY54" fmla="*/ 502589 h 522922"/>
                  <a:gd name="connsiteX55" fmla="*/ 30264 w 487477"/>
                  <a:gd name="connsiteY55" fmla="*/ 502589 h 522922"/>
                  <a:gd name="connsiteX56" fmla="*/ 31216 w 487477"/>
                  <a:gd name="connsiteY56" fmla="*/ 502589 h 522922"/>
                  <a:gd name="connsiteX57" fmla="*/ 456983 w 487477"/>
                  <a:gd name="connsiteY57" fmla="*/ 502589 h 522922"/>
                  <a:gd name="connsiteX58" fmla="*/ 457936 w 487477"/>
                  <a:gd name="connsiteY58" fmla="*/ 502589 h 522922"/>
                  <a:gd name="connsiteX59" fmla="*/ 466508 w 487477"/>
                  <a:gd name="connsiteY59" fmla="*/ 495921 h 522922"/>
                  <a:gd name="connsiteX60" fmla="*/ 467461 w 487477"/>
                  <a:gd name="connsiteY60" fmla="*/ 477824 h 522922"/>
                  <a:gd name="connsiteX61" fmla="*/ 466508 w 487477"/>
                  <a:gd name="connsiteY61" fmla="*/ 475918 h 522922"/>
                  <a:gd name="connsiteX62" fmla="*/ 465556 w 487477"/>
                  <a:gd name="connsiteY62" fmla="*/ 474014 h 522922"/>
                  <a:gd name="connsiteX63" fmla="*/ 423646 w 487477"/>
                  <a:gd name="connsiteY63" fmla="*/ 385431 h 522922"/>
                  <a:gd name="connsiteX64" fmla="*/ 255054 w 487477"/>
                  <a:gd name="connsiteY64" fmla="*/ 402576 h 522922"/>
                  <a:gd name="connsiteX65" fmla="*/ 305536 w 487477"/>
                  <a:gd name="connsiteY65" fmla="*/ 255891 h 522922"/>
                  <a:gd name="connsiteX66" fmla="*/ 272199 w 487477"/>
                  <a:gd name="connsiteY66" fmla="*/ 289228 h 522922"/>
                  <a:gd name="connsiteX67" fmla="*/ 305536 w 487477"/>
                  <a:gd name="connsiteY67" fmla="*/ 322566 h 522922"/>
                  <a:gd name="connsiteX68" fmla="*/ 338874 w 487477"/>
                  <a:gd name="connsiteY68" fmla="*/ 289228 h 522922"/>
                  <a:gd name="connsiteX69" fmla="*/ 305536 w 487477"/>
                  <a:gd name="connsiteY69" fmla="*/ 255891 h 522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487477" h="522922">
                    <a:moveTo>
                      <a:pt x="8356" y="512114"/>
                    </a:moveTo>
                    <a:lnTo>
                      <a:pt x="8356" y="512114"/>
                    </a:lnTo>
                    <a:lnTo>
                      <a:pt x="8356" y="512114"/>
                    </a:lnTo>
                    <a:lnTo>
                      <a:pt x="7404" y="511161"/>
                    </a:lnTo>
                    <a:cubicBezTo>
                      <a:pt x="6451" y="510209"/>
                      <a:pt x="6451" y="509256"/>
                      <a:pt x="5499" y="508303"/>
                    </a:cubicBezTo>
                    <a:lnTo>
                      <a:pt x="5499" y="508303"/>
                    </a:lnTo>
                    <a:lnTo>
                      <a:pt x="5499" y="507351"/>
                    </a:lnTo>
                    <a:lnTo>
                      <a:pt x="4546" y="505446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3593" y="503541"/>
                    </a:lnTo>
                    <a:lnTo>
                      <a:pt x="2641" y="501636"/>
                    </a:lnTo>
                    <a:cubicBezTo>
                      <a:pt x="2641" y="501636"/>
                      <a:pt x="2641" y="500684"/>
                      <a:pt x="2641" y="500684"/>
                    </a:cubicBezTo>
                    <a:cubicBezTo>
                      <a:pt x="2641" y="499731"/>
                      <a:pt x="2641" y="499731"/>
                      <a:pt x="1689" y="498778"/>
                    </a:cubicBezTo>
                    <a:cubicBezTo>
                      <a:pt x="1689" y="497826"/>
                      <a:pt x="736" y="495921"/>
                      <a:pt x="736" y="494968"/>
                    </a:cubicBezTo>
                    <a:lnTo>
                      <a:pt x="736" y="492111"/>
                    </a:lnTo>
                    <a:cubicBezTo>
                      <a:pt x="736" y="490206"/>
                      <a:pt x="736" y="487349"/>
                      <a:pt x="736" y="485443"/>
                    </a:cubicBezTo>
                    <a:cubicBezTo>
                      <a:pt x="736" y="478776"/>
                      <a:pt x="2641" y="473061"/>
                      <a:pt x="5499" y="467346"/>
                    </a:cubicBezTo>
                    <a:lnTo>
                      <a:pt x="155041" y="151116"/>
                    </a:lnTo>
                    <a:cubicBezTo>
                      <a:pt x="157899" y="146353"/>
                      <a:pt x="158851" y="140639"/>
                      <a:pt x="158851" y="134924"/>
                    </a:cubicBezTo>
                    <a:lnTo>
                      <a:pt x="158851" y="19671"/>
                    </a:lnTo>
                    <a:lnTo>
                      <a:pt x="120751" y="19671"/>
                    </a:lnTo>
                    <a:lnTo>
                      <a:pt x="120751" y="621"/>
                    </a:lnTo>
                    <a:lnTo>
                      <a:pt x="368401" y="621"/>
                    </a:lnTo>
                    <a:lnTo>
                      <a:pt x="368401" y="19671"/>
                    </a:lnTo>
                    <a:lnTo>
                      <a:pt x="330301" y="19671"/>
                    </a:lnTo>
                    <a:lnTo>
                      <a:pt x="330301" y="134924"/>
                    </a:lnTo>
                    <a:cubicBezTo>
                      <a:pt x="330301" y="140639"/>
                      <a:pt x="331254" y="146353"/>
                      <a:pt x="334111" y="151116"/>
                    </a:cubicBezTo>
                    <a:lnTo>
                      <a:pt x="483654" y="467346"/>
                    </a:lnTo>
                    <a:cubicBezTo>
                      <a:pt x="489368" y="478776"/>
                      <a:pt x="489368" y="492111"/>
                      <a:pt x="485558" y="504493"/>
                    </a:cubicBezTo>
                    <a:lnTo>
                      <a:pt x="485558" y="504493"/>
                    </a:lnTo>
                    <a:lnTo>
                      <a:pt x="484606" y="506399"/>
                    </a:lnTo>
                    <a:cubicBezTo>
                      <a:pt x="479843" y="515924"/>
                      <a:pt x="470318" y="522591"/>
                      <a:pt x="459841" y="523543"/>
                    </a:cubicBezTo>
                    <a:lnTo>
                      <a:pt x="457936" y="523543"/>
                    </a:lnTo>
                    <a:lnTo>
                      <a:pt x="32168" y="523543"/>
                    </a:lnTo>
                    <a:lnTo>
                      <a:pt x="30264" y="523543"/>
                    </a:lnTo>
                    <a:cubicBezTo>
                      <a:pt x="29311" y="523543"/>
                      <a:pt x="28358" y="523543"/>
                      <a:pt x="27406" y="523543"/>
                    </a:cubicBezTo>
                    <a:cubicBezTo>
                      <a:pt x="26454" y="523543"/>
                      <a:pt x="24549" y="523543"/>
                      <a:pt x="23596" y="522591"/>
                    </a:cubicBezTo>
                    <a:lnTo>
                      <a:pt x="23596" y="522591"/>
                    </a:lnTo>
                    <a:cubicBezTo>
                      <a:pt x="21691" y="521639"/>
                      <a:pt x="19786" y="521639"/>
                      <a:pt x="17881" y="520686"/>
                    </a:cubicBezTo>
                    <a:lnTo>
                      <a:pt x="15976" y="519734"/>
                    </a:lnTo>
                    <a:cubicBezTo>
                      <a:pt x="15976" y="519734"/>
                      <a:pt x="15024" y="519734"/>
                      <a:pt x="15024" y="518781"/>
                    </a:cubicBezTo>
                    <a:cubicBezTo>
                      <a:pt x="13118" y="517828"/>
                      <a:pt x="11214" y="515924"/>
                      <a:pt x="10261" y="514971"/>
                    </a:cubicBezTo>
                    <a:lnTo>
                      <a:pt x="8356" y="512114"/>
                    </a:lnTo>
                    <a:lnTo>
                      <a:pt x="8356" y="512114"/>
                    </a:lnTo>
                    <a:close/>
                    <a:moveTo>
                      <a:pt x="255054" y="402576"/>
                    </a:moveTo>
                    <a:lnTo>
                      <a:pt x="252196" y="404481"/>
                    </a:lnTo>
                    <a:lnTo>
                      <a:pt x="246481" y="408291"/>
                    </a:lnTo>
                    <a:cubicBezTo>
                      <a:pt x="198856" y="439724"/>
                      <a:pt x="119799" y="440676"/>
                      <a:pt x="55029" y="414959"/>
                    </a:cubicBezTo>
                    <a:lnTo>
                      <a:pt x="51218" y="413053"/>
                    </a:lnTo>
                    <a:lnTo>
                      <a:pt x="22643" y="474014"/>
                    </a:lnTo>
                    <a:lnTo>
                      <a:pt x="21691" y="475918"/>
                    </a:lnTo>
                    <a:cubicBezTo>
                      <a:pt x="18833" y="482586"/>
                      <a:pt x="18833" y="490206"/>
                      <a:pt x="21691" y="495921"/>
                    </a:cubicBezTo>
                    <a:cubicBezTo>
                      <a:pt x="22643" y="498778"/>
                      <a:pt x="25501" y="501636"/>
                      <a:pt x="29311" y="502589"/>
                    </a:cubicBezTo>
                    <a:lnTo>
                      <a:pt x="30264" y="502589"/>
                    </a:lnTo>
                    <a:lnTo>
                      <a:pt x="31216" y="502589"/>
                    </a:lnTo>
                    <a:lnTo>
                      <a:pt x="456983" y="502589"/>
                    </a:lnTo>
                    <a:lnTo>
                      <a:pt x="457936" y="502589"/>
                    </a:lnTo>
                    <a:cubicBezTo>
                      <a:pt x="461746" y="502589"/>
                      <a:pt x="464604" y="499731"/>
                      <a:pt x="466508" y="495921"/>
                    </a:cubicBezTo>
                    <a:cubicBezTo>
                      <a:pt x="468414" y="490206"/>
                      <a:pt x="469366" y="483539"/>
                      <a:pt x="467461" y="477824"/>
                    </a:cubicBezTo>
                    <a:lnTo>
                      <a:pt x="466508" y="475918"/>
                    </a:lnTo>
                    <a:lnTo>
                      <a:pt x="465556" y="474014"/>
                    </a:lnTo>
                    <a:lnTo>
                      <a:pt x="423646" y="385431"/>
                    </a:lnTo>
                    <a:cubicBezTo>
                      <a:pt x="365543" y="372096"/>
                      <a:pt x="296011" y="376859"/>
                      <a:pt x="255054" y="402576"/>
                    </a:cubicBezTo>
                    <a:close/>
                    <a:moveTo>
                      <a:pt x="305536" y="255891"/>
                    </a:moveTo>
                    <a:cubicBezTo>
                      <a:pt x="287439" y="255891"/>
                      <a:pt x="272199" y="271131"/>
                      <a:pt x="272199" y="289228"/>
                    </a:cubicBezTo>
                    <a:cubicBezTo>
                      <a:pt x="272199" y="307326"/>
                      <a:pt x="287439" y="322566"/>
                      <a:pt x="305536" y="322566"/>
                    </a:cubicBezTo>
                    <a:cubicBezTo>
                      <a:pt x="323633" y="322566"/>
                      <a:pt x="338874" y="307326"/>
                      <a:pt x="338874" y="289228"/>
                    </a:cubicBezTo>
                    <a:cubicBezTo>
                      <a:pt x="338874" y="270178"/>
                      <a:pt x="323633" y="255891"/>
                      <a:pt x="305536" y="2558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" name="Bullet4" descr="44fd21e9-6fe8-4613-a47f-52d786a90875">
                <a:extLst>
                  <a:ext uri="{FF2B5EF4-FFF2-40B4-BE49-F238E27FC236}">
                    <a16:creationId id="{BC119C7D-EDFA-AA21-EFBA-7737286162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782354" y="4650248"/>
                <a:ext cx="2851770" cy="482861"/>
              </a:xfrm>
              <a:prstGeom prst="roundRect">
                <a:avLst>
                  <a:gd name="adj" fmla="val 0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b" anchorCtr="0">
                <a:normAutofit/>
              </a:bodyPr>
              <a:lstStyle/>
              <a:p>
                <a:pPr algn="r"/>
                <a:r>
                  <a:rPr lang="zh-CN" altLang="en-US" b="1" dirty="0">
                    <a:solidFill>
                      <a:schemeClr val="tx1"/>
                    </a:solidFill>
                  </a:rPr>
                  <a:t>团队协作</a:t>
                </a:r>
                <a:endParaRPr lang="en-US" dirty="0"/>
              </a:p>
            </p:txBody>
          </p:sp>
          <p:sp>
            <p:nvSpPr>
              <p:cNvPr id="49" name="Text4" descr="3e0b508c-44a0-4e37-b7a8-7e3498942dbb">
                <a:extLst>
                  <a:ext uri="{FF2B5EF4-FFF2-40B4-BE49-F238E27FC236}">
                    <a16:creationId id="{14F1B937-773B-CF1E-EDD4-258AFA3C87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782354" y="5133110"/>
                <a:ext cx="2851770" cy="10009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[分享在项目中进行跨部门协作、沟通的经验与心得]</a:t>
                </a:r>
                <a:endParaRPr lang="en-US" dirty="0"/>
              </a:p>
            </p:txBody>
          </p:sp>
        </p:grpSp>
      </p:grpSp>
      <p:sp>
        <p:nvSpPr>
          <p:cNvPr id="2" name="" descr="f2cb5a3e-a56f-4039-90cf-356862657e2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核心项目B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9fd659bc-16f9-4172-8281-f2630c3378bd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工作总结</a:t>
            </a:r>
            <a:endParaRPr lang="en-US" dirty="0"/>
          </a:p>
        </p:txBody>
      </p:sp>
      <p:sp>
        <p:nvSpPr>
          <p:cNvPr id="25" name="" descr="c69a4dd6-fc89-45ad-8811-2ecf70c4ec38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回顾储干期间的工作产出与个人成长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3" name="4d68c0ee-dd96-40a0-bc2c-e90b1c22e2ce.source.5.zh-Hans.pptx" descr="a180e2f9-e9ca-49f5-8c6d-15f42389e6b0">
            <a:extLst>
              <a:ext uri="{FF2B5EF4-FFF2-40B4-BE49-F238E27FC236}">
                <a16:creationId id="{ACC03D01-DCA3-8EBE-87AC-0A19F4B59E8F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54" name="Title" descr="2ccadfcf-94f0-4238-9c46-d2b4ebcea0ab">
              <a:extLst>
                <a:ext uri="{FF2B5EF4-FFF2-40B4-BE49-F238E27FC236}">
                  <a16:creationId id="{81CD29AA-AA02-0D28-60FA-02E7B40E33E8}"/>
                </a:ext>
              </a:extLst>
            </p:cNvPr>
            <p:cNvSpPr/>
            <p:nvPr/>
          </p:nvSpPr>
          <p:spPr>
            <a:xfrm>
              <a:off x="660400" y="1130300"/>
              <a:ext cx="10858500" cy="497316"/>
            </a:xfrm>
            <a:prstGeom prst="rect">
              <a:avLst/>
            </a:prstGeom>
          </p:spPr>
          <p:txBody>
            <a:bodyPr wrap="square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defRPr/>
              </a:pPr>
              <a:r>
                <a:rPr lang="zh-CN" altLang="en-US" sz="2400" b="1" dirty="0">
                  <a:ln w="3175">
                    <a:noFill/>
                  </a:ln>
                  <a:cs typeface="+mn-ea"/>
                  <a:sym typeface="+mn-lt"/>
                </a:rPr>
                <a:t>可量化的业绩成果</a:t>
              </a:r>
              <a:endParaRPr lang="en-US" dirty="0"/>
            </a:p>
          </p:txBody>
        </p:sp>
        <p:grpSp>
          <p:nvGrpSpPr>
            <p:cNvPr id="7" name="组合 6" descr="aa954a8c-573e-4921-a964-8edeada27f98">
              <a:extLst>
                <a:ext uri="{FF2B5EF4-FFF2-40B4-BE49-F238E27FC236}">
                  <a16:creationId id="{6688298B-F360-5BC8-9195-7D1E047A8548}"/>
                </a:ext>
              </a:extLst>
            </p:cNvPr>
            <p:cNvGrpSpPr/>
            <p:nvPr/>
          </p:nvGrpSpPr>
          <p:grpSpPr>
            <a:xfrm>
              <a:off x="810920" y="1955709"/>
              <a:ext cx="1781701" cy="4178391"/>
              <a:chOff x="810920" y="1955709"/>
              <a:chExt cx="1781701" cy="4178391"/>
            </a:xfrm>
          </p:grpSpPr>
          <p:sp>
            <p:nvSpPr>
              <p:cNvPr id="45" name="ComponentBackground1" descr="d1727a49-d5d0-4fc7-bb04-630b2824d3e4">
                <a:extLst>
                  <a:ext uri="{FF2B5EF4-FFF2-40B4-BE49-F238E27FC236}">
                    <a16:creationId id="{EDFE9B7F-6B7A-4056-A045-4B218E8DB4BD}"/>
                  </a:ext>
                </a:extLst>
              </p:cNvPr>
              <p:cNvSpPr/>
              <p:nvPr/>
            </p:nvSpPr>
            <p:spPr>
              <a:xfrm>
                <a:off x="821936" y="1955709"/>
                <a:ext cx="1770685" cy="41783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" name="Shape1" descr="caf51526-13ad-41e3-983d-06eba1856be1">
                <a:extLst>
                  <a:ext uri="{FF2B5EF4-FFF2-40B4-BE49-F238E27FC236}">
                    <a16:creationId id="{9638367F-D04C-410D-8C91-E996453CAD98}"/>
                  </a:ext>
                </a:extLst>
              </p:cNvPr>
              <p:cNvSpPr/>
              <p:nvPr/>
            </p:nvSpPr>
            <p:spPr>
              <a:xfrm rot="16200000">
                <a:off x="1156397" y="1864211"/>
                <a:ext cx="1057693" cy="1748648"/>
              </a:xfrm>
              <a:prstGeom prst="can">
                <a:avLst/>
              </a:pr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20" name="Bullet1" descr="3f435615-3f4c-4938-bd58-bc22598d9e0f">
                <a:extLst>
                  <a:ext uri="{FF2B5EF4-FFF2-40B4-BE49-F238E27FC236}">
                    <a16:creationId id="{B05F6745-FA3E-A5C0-8576-5E6421C8E724}"/>
                  </a:ext>
                </a:extLst>
              </p:cNvPr>
              <p:cNvSpPr txBox="1"/>
              <p:nvPr/>
            </p:nvSpPr>
            <p:spPr>
              <a:xfrm>
                <a:off x="849477" y="3491866"/>
                <a:ext cx="1715595" cy="747831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 lnSpcReduction="1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代码贡献</a:t>
                </a:r>
                <a:endParaRPr lang="en-US" dirty="0"/>
              </a:p>
            </p:txBody>
          </p:sp>
          <p:sp>
            <p:nvSpPr>
              <p:cNvPr id="21" name="Text1" descr="5583aff1-f162-4b5a-9ae9-b2749818bfed">
                <a:extLst>
                  <a:ext uri="{FF2B5EF4-FFF2-40B4-BE49-F238E27FC236}">
                    <a16:creationId id="{A18F865A-3344-FE9F-935F-BCF87080C212}"/>
                  </a:ext>
                </a:extLst>
              </p:cNvPr>
              <p:cNvSpPr txBox="1"/>
              <p:nvPr/>
            </p:nvSpPr>
            <p:spPr>
              <a:xfrm>
                <a:off x="849479" y="4239696"/>
                <a:ext cx="1715595" cy="144972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 err="1">
                    <a:cs typeface="+mn-ea"/>
                    <a:sym typeface="+mn-lt"/>
                  </a:rPr>
                  <a:t>[统计提交的代码行数、修复的Bug数量、优化的模块等]</a:t>
                </a:r>
                <a:endParaRPr lang="en-US" dirty="0"/>
              </a:p>
            </p:txBody>
          </p:sp>
          <p:sp>
            <p:nvSpPr>
              <p:cNvPr id="38" name="Number1" descr="a6c4d82a-7e7b-4325-82c1-6ad6c73903a1">
                <a:extLst>
                  <a:ext uri="{FF2B5EF4-FFF2-40B4-BE49-F238E27FC236}">
                    <a16:creationId id="{8ED12681-0422-41D4-9BDF-83EC08AAD316}"/>
                  </a:ext>
                </a:extLst>
              </p:cNvPr>
              <p:cNvSpPr/>
              <p:nvPr/>
            </p:nvSpPr>
            <p:spPr>
              <a:xfrm rot="16200000">
                <a:off x="1222458" y="1930272"/>
                <a:ext cx="1057693" cy="1616528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09 h 1931303"/>
                  <a:gd name="connsiteX2" fmla="*/ 1263650 w 1263650"/>
                  <a:gd name="connsiteY2" fmla="*/ 1773347 h 1931303"/>
                  <a:gd name="connsiteX3" fmla="*/ 631825 w 1263650"/>
                  <a:gd name="connsiteY3" fmla="*/ 1931303 h 1931303"/>
                  <a:gd name="connsiteX4" fmla="*/ 278566 w 1263650"/>
                  <a:gd name="connsiteY4" fmla="*/ 1904327 h 1931303"/>
                  <a:gd name="connsiteX5" fmla="*/ 0 w 1263650"/>
                  <a:gd name="connsiteY5" fmla="*/ 1773347 h 1931303"/>
                  <a:gd name="connsiteX6" fmla="*/ 0 w 1263650"/>
                  <a:gd name="connsiteY6" fmla="*/ 109 h 1931303"/>
                  <a:gd name="connsiteX7" fmla="*/ 0 w 1263650"/>
                  <a:gd name="connsiteY7" fmla="*/ 109 h 1931303"/>
                  <a:gd name="connsiteX8" fmla="*/ 44 w 1263650"/>
                  <a:gd name="connsiteY8" fmla="*/ 0 h 1931303"/>
                  <a:gd name="connsiteX9" fmla="*/ 12836 w 1263650"/>
                  <a:gd name="connsiteY9" fmla="*/ 31677 h 1931303"/>
                  <a:gd name="connsiteX10" fmla="*/ 631825 w 1263650"/>
                  <a:gd name="connsiteY10" fmla="*/ 157624 h 1931303"/>
                  <a:gd name="connsiteX11" fmla="*/ 1250814 w 1263650"/>
                  <a:gd name="connsiteY11" fmla="*/ 31677 h 1931303"/>
                  <a:gd name="connsiteX12" fmla="*/ 1263606 w 1263650"/>
                  <a:gd name="connsiteY12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09"/>
                    </a:ln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7"/>
                    </a:lnTo>
                    <a:cubicBezTo>
                      <a:pt x="71751" y="103555"/>
                      <a:pt x="326496" y="157624"/>
                      <a:pt x="631825" y="157624"/>
                    </a:cubicBezTo>
                    <a:cubicBezTo>
                      <a:pt x="937155" y="157624"/>
                      <a:pt x="1191899" y="103555"/>
                      <a:pt x="1250814" y="31677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01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3" name="组合 2" descr="1f9993d2-a5ed-4bf4-a499-4f23039f14cc">
              <a:extLst>
                <a:ext uri="{FF2B5EF4-FFF2-40B4-BE49-F238E27FC236}">
                  <a16:creationId id="{004EFF86-E3F7-2A40-D3D8-06BB1080EA01}"/>
                </a:ext>
              </a:extLst>
            </p:cNvPr>
            <p:cNvGrpSpPr/>
            <p:nvPr/>
          </p:nvGrpSpPr>
          <p:grpSpPr>
            <a:xfrm>
              <a:off x="3015876" y="1955709"/>
              <a:ext cx="1770685" cy="4178391"/>
              <a:chOff x="3015876" y="1955709"/>
              <a:chExt cx="1770685" cy="4178391"/>
            </a:xfrm>
          </p:grpSpPr>
          <p:sp>
            <p:nvSpPr>
              <p:cNvPr id="46" name="ComponentBackground2" descr="59400b71-0688-41f5-8ed7-1ad0a5778d9f">
                <a:extLst>
                  <a:ext uri="{FF2B5EF4-FFF2-40B4-BE49-F238E27FC236}">
                    <a16:creationId id="{5D2B3EB1-675F-4B8E-8D4B-B746952CA397}"/>
                  </a:ext>
                </a:extLst>
              </p:cNvPr>
              <p:cNvSpPr/>
              <p:nvPr/>
            </p:nvSpPr>
            <p:spPr>
              <a:xfrm>
                <a:off x="3015876" y="1955709"/>
                <a:ext cx="1770685" cy="4178391"/>
              </a:xfrm>
              <a:prstGeom prst="rect">
                <a:avLst/>
              </a:prstGeom>
              <a:gradFill flip="none" rotWithShape="1">
                <a:gsLst>
                  <a:gs pos="0">
                    <a:schemeClr val="dk2">
                      <a:lumMod val="100000"/>
                      <a:alpha val="0"/>
                    </a:schemeClr>
                  </a:gs>
                  <a:gs pos="100000">
                    <a:schemeClr val="dk2">
                      <a:lumMod val="100000"/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Shape2" descr="b495c777-c0aa-4727-b74b-32026190de15">
                <a:extLst>
                  <a:ext uri="{FF2B5EF4-FFF2-40B4-BE49-F238E27FC236}">
                    <a16:creationId id="{D653460B-ED72-4316-8052-85113D6C72EB}"/>
                  </a:ext>
                </a:extLst>
              </p:cNvPr>
              <p:cNvSpPr/>
              <p:nvPr/>
            </p:nvSpPr>
            <p:spPr>
              <a:xfrm rot="16200000">
                <a:off x="3361356" y="1864211"/>
                <a:ext cx="1057693" cy="1748648"/>
              </a:xfrm>
              <a:prstGeom prst="can">
                <a:avLst/>
              </a:pr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Bullet2" descr="ba85a8ce-6be9-4ab3-805f-802488202d5a">
                <a:extLst>
                  <a:ext uri="{FF2B5EF4-FFF2-40B4-BE49-F238E27FC236}">
                    <a16:creationId id="{744F1B13-75E5-7D7F-65D4-705B7C400ED5}"/>
                  </a:ext>
                </a:extLst>
              </p:cNvPr>
              <p:cNvSpPr txBox="1"/>
              <p:nvPr/>
            </p:nvSpPr>
            <p:spPr>
              <a:xfrm>
                <a:off x="3043421" y="3491866"/>
                <a:ext cx="1715596" cy="747831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 lnSpcReduction="1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项目交付</a:t>
                </a:r>
                <a:endParaRPr lang="en-US" dirty="0"/>
              </a:p>
            </p:txBody>
          </p:sp>
          <p:sp>
            <p:nvSpPr>
              <p:cNvPr id="10" name="Text2" descr="8af75660-f993-424c-992b-c32dceeeab43">
                <a:extLst>
                  <a:ext uri="{FF2B5EF4-FFF2-40B4-BE49-F238E27FC236}">
                    <a16:creationId id="{1D757C4A-AF33-1A21-8DFB-4FF5172F7882}"/>
                  </a:ext>
                </a:extLst>
              </p:cNvPr>
              <p:cNvSpPr txBox="1"/>
              <p:nvPr/>
            </p:nvSpPr>
            <p:spPr>
              <a:xfrm>
                <a:off x="3043419" y="4239696"/>
                <a:ext cx="1715595" cy="144972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[总结成功交付的项目数量、提前完成的情况等]</a:t>
                </a:r>
                <a:endParaRPr lang="en-US" dirty="0"/>
              </a:p>
            </p:txBody>
          </p:sp>
          <p:sp>
            <p:nvSpPr>
              <p:cNvPr id="39" name="Number2" descr="860e63c0-6ad4-4322-abc2-146362109431">
                <a:extLst>
                  <a:ext uri="{FF2B5EF4-FFF2-40B4-BE49-F238E27FC236}">
                    <a16:creationId id="{936381DD-0A7A-4D07-B1A0-23603F3BBDBC}"/>
                  </a:ext>
                </a:extLst>
              </p:cNvPr>
              <p:cNvSpPr/>
              <p:nvPr/>
            </p:nvSpPr>
            <p:spPr>
              <a:xfrm rot="16200000">
                <a:off x="3427416" y="1930272"/>
                <a:ext cx="1057693" cy="1616528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6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5 w 1263650"/>
                  <a:gd name="connsiteY7" fmla="*/ 31678 h 1931303"/>
                  <a:gd name="connsiteX8" fmla="*/ 631825 w 1263650"/>
                  <a:gd name="connsiteY8" fmla="*/ 157625 h 1931303"/>
                  <a:gd name="connsiteX9" fmla="*/ 1250814 w 1263650"/>
                  <a:gd name="connsiteY9" fmla="*/ 31678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6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5" y="31678"/>
                    </a:lnTo>
                    <a:cubicBezTo>
                      <a:pt x="71751" y="103556"/>
                      <a:pt x="326495" y="157625"/>
                      <a:pt x="631825" y="157625"/>
                    </a:cubicBezTo>
                    <a:cubicBezTo>
                      <a:pt x="937154" y="157625"/>
                      <a:pt x="1191899" y="103556"/>
                      <a:pt x="1250814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02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" name="组合 4" descr="c905a555-114e-4603-8b2e-00ed57dad6d3">
              <a:extLst>
                <a:ext uri="{FF2B5EF4-FFF2-40B4-BE49-F238E27FC236}">
                  <a16:creationId id="{BF23A0DD-A059-6912-4F30-50A1A50BA2BE}"/>
                </a:ext>
              </a:extLst>
            </p:cNvPr>
            <p:cNvGrpSpPr/>
            <p:nvPr/>
          </p:nvGrpSpPr>
          <p:grpSpPr>
            <a:xfrm>
              <a:off x="5209816" y="1955709"/>
              <a:ext cx="1770685" cy="4178391"/>
              <a:chOff x="5209816" y="1955709"/>
              <a:chExt cx="1770685" cy="4178391"/>
            </a:xfrm>
          </p:grpSpPr>
          <p:sp>
            <p:nvSpPr>
              <p:cNvPr id="47" name="ComponentBackground3" descr="fd68bb46-fc91-41f5-a1bd-7f293839679d">
                <a:extLst>
                  <a:ext uri="{FF2B5EF4-FFF2-40B4-BE49-F238E27FC236}">
                    <a16:creationId id="{398DE8DB-E1DF-4C80-A7D6-732DBF3D279F}"/>
                  </a:ext>
                </a:extLst>
              </p:cNvPr>
              <p:cNvSpPr/>
              <p:nvPr/>
            </p:nvSpPr>
            <p:spPr>
              <a:xfrm>
                <a:off x="5209816" y="1955709"/>
                <a:ext cx="1770685" cy="41783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Shape3" descr="c9f1ffd0-50b8-49e5-aea2-2d31a451aa11">
                <a:extLst>
                  <a:ext uri="{FF2B5EF4-FFF2-40B4-BE49-F238E27FC236}">
                    <a16:creationId id="{8F43AE5B-63D9-4538-BE9C-016DE515A9F8}"/>
                  </a:ext>
                </a:extLst>
              </p:cNvPr>
              <p:cNvSpPr/>
              <p:nvPr/>
            </p:nvSpPr>
            <p:spPr>
              <a:xfrm rot="16200000">
                <a:off x="5566313" y="1864211"/>
                <a:ext cx="1057693" cy="1748648"/>
              </a:xfrm>
              <a:prstGeom prst="can">
                <a:avLst/>
              </a:pr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Bullet3" descr="771e8680-95c4-4ac5-a519-46c16460128e">
                <a:extLst>
                  <a:ext uri="{FF2B5EF4-FFF2-40B4-BE49-F238E27FC236}">
                    <a16:creationId id="{C53AF9AE-FC04-429C-8E1B-A2427A419ED1}"/>
                  </a:ext>
                </a:extLst>
              </p:cNvPr>
              <p:cNvSpPr txBox="1"/>
              <p:nvPr/>
            </p:nvSpPr>
            <p:spPr>
              <a:xfrm>
                <a:off x="5237357" y="3491866"/>
                <a:ext cx="1715595" cy="747831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 lnSpcReduction="1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流程优化</a:t>
                </a:r>
                <a:endParaRPr lang="en-US" dirty="0"/>
              </a:p>
            </p:txBody>
          </p:sp>
          <p:sp>
            <p:nvSpPr>
              <p:cNvPr id="16" name="Text3" descr="caad45d6-c97d-4bfd-9b2e-18a956ebbf38">
                <a:extLst>
                  <a:ext uri="{FF2B5EF4-FFF2-40B4-BE49-F238E27FC236}">
                    <a16:creationId id="{040DAF83-D1F9-4B79-8357-062A2DFFAE7D}"/>
                  </a:ext>
                </a:extLst>
              </p:cNvPr>
              <p:cNvSpPr txBox="1"/>
              <p:nvPr/>
            </p:nvSpPr>
            <p:spPr>
              <a:xfrm>
                <a:off x="5237359" y="4239696"/>
                <a:ext cx="1715595" cy="144972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[介绍在开发流程、协作流程中提出的优化建议与实施效果]</a:t>
                </a:r>
                <a:endParaRPr lang="en-US" dirty="0"/>
              </a:p>
            </p:txBody>
          </p:sp>
          <p:sp>
            <p:nvSpPr>
              <p:cNvPr id="40" name="Number3" descr="a98ba73a-60ee-4c90-94dd-e1aa58499646">
                <a:extLst>
                  <a:ext uri="{FF2B5EF4-FFF2-40B4-BE49-F238E27FC236}">
                    <a16:creationId id="{F95AA92B-0E3D-4535-81AB-D4382642FBF3}"/>
                  </a:ext>
                </a:extLst>
              </p:cNvPr>
              <p:cNvSpPr/>
              <p:nvPr/>
            </p:nvSpPr>
            <p:spPr>
              <a:xfrm rot="16200000">
                <a:off x="5632373" y="1930272"/>
                <a:ext cx="1057693" cy="1616528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7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6 w 1263650"/>
                  <a:gd name="connsiteY7" fmla="*/ 31679 h 1931303"/>
                  <a:gd name="connsiteX8" fmla="*/ 631825 w 1263650"/>
                  <a:gd name="connsiteY8" fmla="*/ 157625 h 1931303"/>
                  <a:gd name="connsiteX9" fmla="*/ 1250815 w 1263650"/>
                  <a:gd name="connsiteY9" fmla="*/ 31679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9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9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03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" name="组合 1" descr="a59046ba-7e3e-4c6d-ac07-27149c0ce860">
              <a:extLst>
                <a:ext uri="{FF2B5EF4-FFF2-40B4-BE49-F238E27FC236}">
                  <a16:creationId id="{85057697-75F8-D9D9-2151-D1A61B03FB64}"/>
                </a:ext>
              </a:extLst>
            </p:cNvPr>
            <p:cNvGrpSpPr/>
            <p:nvPr/>
          </p:nvGrpSpPr>
          <p:grpSpPr>
            <a:xfrm>
              <a:off x="7425791" y="1955709"/>
              <a:ext cx="1748651" cy="4178391"/>
              <a:chOff x="7425791" y="1955709"/>
              <a:chExt cx="1748651" cy="4178391"/>
            </a:xfrm>
          </p:grpSpPr>
          <p:sp>
            <p:nvSpPr>
              <p:cNvPr id="48" name="ComponentBackground4" descr="b620b46f-bb7f-47c6-bc47-9c15d4069868">
                <a:extLst>
                  <a:ext uri="{FF2B5EF4-FFF2-40B4-BE49-F238E27FC236}">
                    <a16:creationId id="{3B389E45-C2D1-46AA-8F4D-BC104EAC8C37}"/>
                  </a:ext>
                </a:extLst>
              </p:cNvPr>
              <p:cNvSpPr/>
              <p:nvPr/>
            </p:nvSpPr>
            <p:spPr>
              <a:xfrm>
                <a:off x="7425791" y="1955709"/>
                <a:ext cx="1748650" cy="4178391"/>
              </a:xfrm>
              <a:prstGeom prst="rect">
                <a:avLst/>
              </a:prstGeom>
              <a:gradFill flip="none" rotWithShape="1">
                <a:gsLst>
                  <a:gs pos="0">
                    <a:schemeClr val="dk2">
                      <a:lumMod val="100000"/>
                      <a:alpha val="0"/>
                    </a:schemeClr>
                  </a:gs>
                  <a:gs pos="100000">
                    <a:schemeClr val="dk2">
                      <a:lumMod val="100000"/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Shape4" descr="9debcd1b-e562-431d-84e5-1d2f46659ece">
                <a:extLst>
                  <a:ext uri="{FF2B5EF4-FFF2-40B4-BE49-F238E27FC236}">
                    <a16:creationId id="{68312BC5-D5D9-4976-973C-2B3547616B59}"/>
                  </a:ext>
                </a:extLst>
              </p:cNvPr>
              <p:cNvSpPr/>
              <p:nvPr/>
            </p:nvSpPr>
            <p:spPr>
              <a:xfrm rot="16200000">
                <a:off x="7771271" y="1864211"/>
                <a:ext cx="1057693" cy="1748648"/>
              </a:xfrm>
              <a:prstGeom prst="can">
                <a:avLst/>
              </a:pr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Bullet4" descr="e752b4e7-54e3-4327-a535-fe0b9c78170b">
                <a:extLst>
                  <a:ext uri="{FF2B5EF4-FFF2-40B4-BE49-F238E27FC236}">
                    <a16:creationId id="{587D2C29-1201-46B5-AE92-76ABFD49D300}"/>
                  </a:ext>
                </a:extLst>
              </p:cNvPr>
              <p:cNvSpPr txBox="1"/>
              <p:nvPr/>
            </p:nvSpPr>
            <p:spPr>
              <a:xfrm>
                <a:off x="7442318" y="3491866"/>
                <a:ext cx="1715596" cy="747831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 lnSpcReduction="1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成本节约</a:t>
                </a:r>
                <a:endParaRPr lang="en-US" dirty="0"/>
              </a:p>
            </p:txBody>
          </p:sp>
          <p:sp>
            <p:nvSpPr>
              <p:cNvPr id="57" name="Text4" descr="2e955837-6be6-4482-b7b4-fda4295de955">
                <a:extLst>
                  <a:ext uri="{FF2B5EF4-FFF2-40B4-BE49-F238E27FC236}">
                    <a16:creationId id="{B4FF4CF1-D818-4050-B01A-868466338BC9}"/>
                  </a:ext>
                </a:extLst>
              </p:cNvPr>
              <p:cNvSpPr txBox="1"/>
              <p:nvPr/>
            </p:nvSpPr>
            <p:spPr>
              <a:xfrm>
                <a:off x="7442320" y="4239696"/>
                <a:ext cx="1715596" cy="144972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[量化因技术改进或流程优化为公司节省的成本]</a:t>
                </a:r>
                <a:endParaRPr lang="en-US" dirty="0"/>
              </a:p>
            </p:txBody>
          </p:sp>
          <p:sp>
            <p:nvSpPr>
              <p:cNvPr id="41" name="Number4" descr="c45869f7-0ec1-49a2-a04f-5d2dac8c712c">
                <a:extLst>
                  <a:ext uri="{FF2B5EF4-FFF2-40B4-BE49-F238E27FC236}">
                    <a16:creationId id="{5D3CAD28-78E7-414E-955D-BDBED2AB1221}"/>
                  </a:ext>
                </a:extLst>
              </p:cNvPr>
              <p:cNvSpPr/>
              <p:nvPr/>
            </p:nvSpPr>
            <p:spPr>
              <a:xfrm rot="16200000">
                <a:off x="7837331" y="1930272"/>
                <a:ext cx="1057693" cy="1616528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7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6 w 1263650"/>
                  <a:gd name="connsiteY7" fmla="*/ 31678 h 1931303"/>
                  <a:gd name="connsiteX8" fmla="*/ 631825 w 1263650"/>
                  <a:gd name="connsiteY8" fmla="*/ 157625 h 1931303"/>
                  <a:gd name="connsiteX9" fmla="*/ 1250815 w 1263650"/>
                  <a:gd name="connsiteY9" fmla="*/ 31678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8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dk2">
                      <a:lumMod val="60000"/>
                      <a:lumOff val="40000"/>
                    </a:schemeClr>
                  </a:gs>
                  <a:gs pos="100000">
                    <a:schemeClr val="dk2">
                      <a:lumMod val="10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04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 descr="8975a544-5196-4fe4-b05c-81e2fac17d00">
              <a:extLst>
                <a:ext uri="{FF2B5EF4-FFF2-40B4-BE49-F238E27FC236}">
                  <a16:creationId id="{A1495963-A914-CC6C-1454-A5FE993F9381}"/>
                </a:ext>
              </a:extLst>
            </p:cNvPr>
            <p:cNvGrpSpPr/>
            <p:nvPr/>
          </p:nvGrpSpPr>
          <p:grpSpPr>
            <a:xfrm>
              <a:off x="9619732" y="1942918"/>
              <a:ext cx="1748650" cy="4178391"/>
              <a:chOff x="9619732" y="1942918"/>
              <a:chExt cx="1748650" cy="4178391"/>
            </a:xfrm>
          </p:grpSpPr>
          <p:sp>
            <p:nvSpPr>
              <p:cNvPr id="23" name="ComponentBackground5" descr="80d9ec38-d0cb-4392-b6ed-6b920a7155f3">
                <a:extLst>
                  <a:ext uri="{FF2B5EF4-FFF2-40B4-BE49-F238E27FC236}">
                    <a16:creationId id="{63557E85-CC33-256E-8ABD-EED5A9EA4927}"/>
                  </a:ext>
                </a:extLst>
              </p:cNvPr>
              <p:cNvSpPr/>
              <p:nvPr/>
            </p:nvSpPr>
            <p:spPr>
              <a:xfrm>
                <a:off x="9619732" y="1942918"/>
                <a:ext cx="1748650" cy="417839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Shape5" descr="83b271a3-c8f3-44b1-8f06-bed36005f71c">
                <a:extLst>
                  <a:ext uri="{FF2B5EF4-FFF2-40B4-BE49-F238E27FC236}">
                    <a16:creationId id="{EDCC054F-144B-B5FF-EC1B-61FB874C0917}"/>
                  </a:ext>
                </a:extLst>
              </p:cNvPr>
              <p:cNvSpPr/>
              <p:nvPr/>
            </p:nvSpPr>
            <p:spPr>
              <a:xfrm rot="16200000">
                <a:off x="9965211" y="1851420"/>
                <a:ext cx="1057693" cy="1748648"/>
              </a:xfrm>
              <a:prstGeom prst="can">
                <a:avLst/>
              </a:pr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outerShdw blurRad="304800" dist="177800" dir="4800000" sx="97000" sy="97000" algn="t" rotWithShape="0">
                  <a:schemeClr val="accent2">
                    <a:lumMod val="7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Bullet5" descr="e0001694-165a-4867-bd9e-dd182667d966">
                <a:extLst>
                  <a:ext uri="{FF2B5EF4-FFF2-40B4-BE49-F238E27FC236}">
                    <a16:creationId id="{6B3C803A-E7F5-C529-0600-E86B0D7442A7}"/>
                  </a:ext>
                </a:extLst>
              </p:cNvPr>
              <p:cNvSpPr txBox="1"/>
              <p:nvPr/>
            </p:nvSpPr>
            <p:spPr>
              <a:xfrm>
                <a:off x="9636260" y="3479075"/>
                <a:ext cx="1715596" cy="747831"/>
              </a:xfrm>
              <a:prstGeom prst="rect">
                <a:avLst/>
              </a:prstGeom>
              <a:noFill/>
            </p:spPr>
            <p:txBody>
              <a:bodyPr wrap="square" rtlCol="0" anchor="b">
                <a:normAutofit lnSpcReduction="1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客户满意度</a:t>
                </a:r>
                <a:endParaRPr lang="en-US" dirty="0"/>
              </a:p>
            </p:txBody>
          </p:sp>
          <p:sp>
            <p:nvSpPr>
              <p:cNvPr id="35" name="Text5" descr="629a2d4c-a2ec-4625-b305-7cebd82b07d8">
                <a:extLst>
                  <a:ext uri="{FF2B5EF4-FFF2-40B4-BE49-F238E27FC236}">
                    <a16:creationId id="{5BEA98BE-3169-8BB5-8D63-0090CB6401B1}"/>
                  </a:ext>
                </a:extLst>
              </p:cNvPr>
              <p:cNvSpPr txBox="1"/>
              <p:nvPr/>
            </p:nvSpPr>
            <p:spPr>
              <a:xfrm>
                <a:off x="9636259" y="4226905"/>
                <a:ext cx="1715596" cy="1449727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cs typeface="+mn-ea"/>
                    <a:sym typeface="+mn-lt"/>
                  </a:rPr>
                  <a:t>[引用客户或内部部门的正面反馈]</a:t>
                </a:r>
                <a:endParaRPr lang="en-US" dirty="0"/>
              </a:p>
            </p:txBody>
          </p:sp>
          <p:sp>
            <p:nvSpPr>
              <p:cNvPr id="25" name="Number5" descr="3d264ef5-2a3d-4f04-9c88-a88bebe9577e">
                <a:extLst>
                  <a:ext uri="{FF2B5EF4-FFF2-40B4-BE49-F238E27FC236}">
                    <a16:creationId id="{C749F5F1-F2FD-DDCF-2278-B072D834DB94}"/>
                  </a:ext>
                </a:extLst>
              </p:cNvPr>
              <p:cNvSpPr/>
              <p:nvPr/>
            </p:nvSpPr>
            <p:spPr>
              <a:xfrm rot="16200000">
                <a:off x="10031271" y="1917481"/>
                <a:ext cx="1057693" cy="1616528"/>
              </a:xfrm>
              <a:custGeom>
                <a:avLst/>
                <a:gdLst>
                  <a:gd name="connsiteX0" fmla="*/ 1263650 w 1263650"/>
                  <a:gd name="connsiteY0" fmla="*/ 109 h 1931303"/>
                  <a:gd name="connsiteX1" fmla="*/ 1263650 w 1263650"/>
                  <a:gd name="connsiteY1" fmla="*/ 1773347 h 1931303"/>
                  <a:gd name="connsiteX2" fmla="*/ 631825 w 1263650"/>
                  <a:gd name="connsiteY2" fmla="*/ 1931303 h 1931303"/>
                  <a:gd name="connsiteX3" fmla="*/ 278566 w 1263650"/>
                  <a:gd name="connsiteY3" fmla="*/ 1904327 h 1931303"/>
                  <a:gd name="connsiteX4" fmla="*/ 0 w 1263650"/>
                  <a:gd name="connsiteY4" fmla="*/ 1773347 h 1931303"/>
                  <a:gd name="connsiteX5" fmla="*/ 0 w 1263650"/>
                  <a:gd name="connsiteY5" fmla="*/ 109 h 1931303"/>
                  <a:gd name="connsiteX6" fmla="*/ 44 w 1263650"/>
                  <a:gd name="connsiteY6" fmla="*/ 0 h 1931303"/>
                  <a:gd name="connsiteX7" fmla="*/ 12836 w 1263650"/>
                  <a:gd name="connsiteY7" fmla="*/ 31678 h 1931303"/>
                  <a:gd name="connsiteX8" fmla="*/ 631825 w 1263650"/>
                  <a:gd name="connsiteY8" fmla="*/ 157625 h 1931303"/>
                  <a:gd name="connsiteX9" fmla="*/ 1250815 w 1263650"/>
                  <a:gd name="connsiteY9" fmla="*/ 31678 h 1931303"/>
                  <a:gd name="connsiteX10" fmla="*/ 1263606 w 1263650"/>
                  <a:gd name="connsiteY10" fmla="*/ 0 h 1931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63650" h="1931303">
                    <a:moveTo>
                      <a:pt x="1263650" y="109"/>
                    </a:moveTo>
                    <a:lnTo>
                      <a:pt x="1263650" y="1773347"/>
                    </a:lnTo>
                    <a:cubicBezTo>
                      <a:pt x="1263650" y="1860584"/>
                      <a:pt x="980772" y="1931303"/>
                      <a:pt x="631825" y="1931303"/>
                    </a:cubicBezTo>
                    <a:cubicBezTo>
                      <a:pt x="500970" y="1931303"/>
                      <a:pt x="379406" y="1921358"/>
                      <a:pt x="278566" y="1904327"/>
                    </a:cubicBezTo>
                    <a:cubicBezTo>
                      <a:pt x="110499" y="1875941"/>
                      <a:pt x="0" y="1827870"/>
                      <a:pt x="0" y="1773347"/>
                    </a:cubicBezTo>
                    <a:lnTo>
                      <a:pt x="0" y="109"/>
                    </a:lnTo>
                    <a:lnTo>
                      <a:pt x="44" y="0"/>
                    </a:lnTo>
                    <a:lnTo>
                      <a:pt x="12836" y="31678"/>
                    </a:lnTo>
                    <a:cubicBezTo>
                      <a:pt x="71751" y="103556"/>
                      <a:pt x="326496" y="157625"/>
                      <a:pt x="631825" y="157625"/>
                    </a:cubicBezTo>
                    <a:cubicBezTo>
                      <a:pt x="937155" y="157625"/>
                      <a:pt x="1191899" y="103556"/>
                      <a:pt x="1250815" y="31678"/>
                    </a:cubicBezTo>
                    <a:lnTo>
                      <a:pt x="1263606" y="0"/>
                    </a:lnTo>
                    <a:close/>
                  </a:path>
                </a:pathLst>
              </a:custGeom>
              <a:gradFill flip="none" rotWithShape="0">
                <a:gsLst>
                  <a:gs pos="16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eaVert" wrap="none" rtlCol="0" anchor="ctr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800" b="1" dirty="0">
                    <a:cs typeface="+mn-ea"/>
                    <a:sym typeface="+mn-lt"/>
                  </a:rPr>
                  <a:t>05</a:t>
                </a:r>
                <a:endParaRPr lang="zh-CN" altLang="en-US" sz="2800" b="1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" descr="f2cb5a3e-a56f-4039-90cf-356862657e2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工作产出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4" name="82a61abf-94c8-413b-8e16-3a02bcfa254b.source.4.zh-Hans.pptx" descr="95505178-afb2-465a-9cf1-d3c8943f32ff">
            <a:extLst>
              <a:ext uri="{FF2B5EF4-FFF2-40B4-BE49-F238E27FC236}">
                <a16:creationId id="{8120EBF7-94A3-4789-8B8C-D1B06BC8D9B3}"/>
              </a:ext>
            </a:extLst>
          </p:cNvPr>
          <p:cNvGrpSpPr/>
          <p:nvPr/>
        </p:nvGrpSpPr>
        <p:grpSpPr>
          <a:xfrm>
            <a:off x="0" y="1130300"/>
            <a:ext cx="12192000" cy="5003800"/>
            <a:chOff x="0" y="1130300"/>
            <a:chExt cx="12192000" cy="5003800"/>
          </a:xfrm>
        </p:grpSpPr>
        <p:sp>
          <p:nvSpPr>
            <p:cNvPr id="3" name="矩形 2" descr="513af1ca-93bf-46d8-9168-98aa88a99f16">
              <a:extLst>
                <a:ext uri="{FF2B5EF4-FFF2-40B4-BE49-F238E27FC236}">
                  <a16:creationId id="{9977593F-0094-4560-9E4F-AB8EF7437D99}"/>
                </a:ext>
              </a:extLst>
            </p:cNvPr>
            <p:cNvSpPr/>
            <p:nvPr/>
          </p:nvSpPr>
          <p:spPr>
            <a:xfrm>
              <a:off x="0" y="3050397"/>
              <a:ext cx="12192000" cy="931854"/>
            </a:xfrm>
            <a:prstGeom prst="rect">
              <a:avLst/>
            </a:prstGeom>
            <a:solidFill>
              <a:schemeClr val="tx2">
                <a:alpha val="15000"/>
              </a:schemeClr>
            </a:solidFill>
            <a:ln w="3175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i="1" dirty="0">
                <a:solidFill>
                  <a:schemeClr val="tx1"/>
                </a:solidFill>
              </a:endParaRPr>
            </a:p>
          </p:txBody>
        </p:sp>
        <p:grpSp>
          <p:nvGrpSpPr>
            <p:cNvPr id="36" name="组合 35" descr="c1232cc1-51d8-42dd-917a-10930651e252">
              <a:extLst>
                <a:ext uri="{FF2B5EF4-FFF2-40B4-BE49-F238E27FC236}">
                  <a16:creationId id="{97C2E423-8BA8-0646-B8A2-1EF69B09A8D0}"/>
                </a:ext>
              </a:extLst>
            </p:cNvPr>
            <p:cNvGrpSpPr/>
            <p:nvPr/>
          </p:nvGrpSpPr>
          <p:grpSpPr>
            <a:xfrm>
              <a:off x="756909" y="1717501"/>
              <a:ext cx="2540156" cy="4416599"/>
              <a:chOff x="756909" y="1447172"/>
              <a:chExt cx="2540156" cy="4416599"/>
            </a:xfrm>
          </p:grpSpPr>
          <p:sp>
            <p:nvSpPr>
              <p:cNvPr id="30" name="Text1" descr="49257473-5b71-41a5-89d2-846e0d200dcf">
                <a:extLst>
                  <a:ext uri="{FF2B5EF4-FFF2-40B4-BE49-F238E27FC236}">
                    <a16:creationId id="{677D5A0B-CFB6-41B8-8A73-9EFB25CB65AD}"/>
                  </a:ext>
                </a:extLst>
              </p:cNvPr>
              <p:cNvSpPr txBox="1"/>
              <p:nvPr/>
            </p:nvSpPr>
            <p:spPr>
              <a:xfrm flipH="1">
                <a:off x="756909" y="4694515"/>
                <a:ext cx="2540156" cy="11692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在[具体技术领域]有更深入的研究，掌握了[新工具/新框架]。</a:t>
                </a:r>
                <a:endParaRPr lang="en-US" dirty="0"/>
              </a:p>
            </p:txBody>
          </p:sp>
          <p:sp>
            <p:nvSpPr>
              <p:cNvPr id="31" name="Bullet1" descr="18b62c51-77d5-4cf9-a586-e6829bc64b09">
                <a:extLst>
                  <a:ext uri="{FF2B5EF4-FFF2-40B4-BE49-F238E27FC236}">
                    <a16:creationId id="{9B5F056E-198C-47B3-BC4D-CBD89576D15E}"/>
                  </a:ext>
                </a:extLst>
              </p:cNvPr>
              <p:cNvSpPr/>
              <p:nvPr/>
            </p:nvSpPr>
            <p:spPr>
              <a:xfrm flipH="1">
                <a:off x="756909" y="4163853"/>
                <a:ext cx="2540156" cy="447087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b="1" dirty="0"/>
                  <a:t>技术能力</a:t>
                </a:r>
                <a:endParaRPr lang="en-US" dirty="0"/>
              </a:p>
            </p:txBody>
          </p:sp>
          <p:sp>
            <p:nvSpPr>
              <p:cNvPr id="5" name="Number1" descr="ae9080a8-6fba-4a6a-9a4c-078a1c602d77">
                <a:extLst>
                  <a:ext uri="{FF2B5EF4-FFF2-40B4-BE49-F238E27FC236}">
                    <a16:creationId id="{2D24D7E7-6888-4F1E-9F56-3B8901659B51}"/>
                  </a:ext>
                </a:extLst>
              </p:cNvPr>
              <p:cNvSpPr/>
              <p:nvPr/>
            </p:nvSpPr>
            <p:spPr>
              <a:xfrm>
                <a:off x="1590442" y="1447172"/>
                <a:ext cx="873090" cy="84492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354"/>
                <a:r>
                  <a:rPr lang="en-US" altLang="zh-CN" sz="4000" dirty="0">
                    <a:solidFill>
                      <a:schemeClr val="accent1"/>
                    </a:solidFill>
                  </a:rPr>
                  <a:t>01</a:t>
                </a:r>
                <a:endParaRPr lang="zh-CN" altLang="en-US" sz="4000" dirty="0"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6" name="直接连接符 5" descr="70d458c0-3731-4ad7-bd77-63be52763875">
                <a:extLst>
                  <a:ext uri="{FF2B5EF4-FFF2-40B4-BE49-F238E27FC236}">
                    <a16:creationId id="{0CD56CAC-9D10-49BD-BE9E-C10A14C64C2F}"/>
                  </a:ext>
                </a:extLst>
              </p:cNvPr>
              <p:cNvCxnSpPr>
                <a:stCxn id="5" idx="2"/>
                <a:endCxn id="31" idx="0"/>
              </p:cNvCxnSpPr>
              <p:nvPr/>
            </p:nvCxnSpPr>
            <p:spPr>
              <a:xfrm>
                <a:off x="2026987" y="2292098"/>
                <a:ext cx="0" cy="1871755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组合 31" descr="7f7b9a20-a73b-468c-a67d-9a80371ebfc8">
                <a:extLst>
                  <a:ext uri="{FF2B5EF4-FFF2-40B4-BE49-F238E27FC236}">
                    <a16:creationId id="{2D85FA81-98A0-3411-7207-3649E35ACFD0}"/>
                  </a:ext>
                </a:extLst>
              </p:cNvPr>
              <p:cNvGrpSpPr/>
              <p:nvPr/>
            </p:nvGrpSpPr>
            <p:grpSpPr>
              <a:xfrm>
                <a:off x="1712206" y="2931214"/>
                <a:ext cx="629562" cy="629562"/>
                <a:chOff x="1712206" y="2931214"/>
                <a:chExt cx="629562" cy="629562"/>
              </a:xfrm>
            </p:grpSpPr>
            <p:sp>
              <p:nvSpPr>
                <p:cNvPr id="7" name="椭圆 6" descr="046f6b65-1a01-4deb-b11f-112aa3949538">
                  <a:extLst>
                    <a:ext uri="{FF2B5EF4-FFF2-40B4-BE49-F238E27FC236}">
                      <a16:creationId id="{8C6D23BD-BF2F-4BC0-95A7-79E38CCE3D05}"/>
                    </a:ext>
                  </a:extLst>
                </p:cNvPr>
                <p:cNvSpPr/>
                <p:nvPr/>
              </p:nvSpPr>
              <p:spPr>
                <a:xfrm>
                  <a:off x="1712206" y="2931214"/>
                  <a:ext cx="629562" cy="629562"/>
                </a:xfrm>
                <a:prstGeom prst="ellipse">
                  <a:avLst/>
                </a:prstGeom>
                <a:solidFill>
                  <a:schemeClr val="accent1"/>
                </a:solidFill>
                <a:ln w="1905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Icon1" descr="bfd058e4-a858-4e9c-a1cb-ec45ac963789">
                  <a:extLst>
                    <a:ext uri="{FF2B5EF4-FFF2-40B4-BE49-F238E27FC236}">
                      <a16:creationId id="{49B12EBB-F983-41EE-BB96-1375EEAC8F45}"/>
                    </a:ext>
                  </a:extLst>
                </p:cNvPr>
                <p:cNvSpPr/>
                <p:nvPr/>
              </p:nvSpPr>
              <p:spPr>
                <a:xfrm>
                  <a:off x="1850772" y="3092565"/>
                  <a:ext cx="352430" cy="306859"/>
                </a:xfrm>
                <a:custGeom>
                  <a:avLst/>
                  <a:gdLst>
                    <a:gd name="connsiteX0" fmla="*/ 24839 w 606022"/>
                    <a:gd name="connsiteY0" fmla="*/ 154651 h 527661"/>
                    <a:gd name="connsiteX1" fmla="*/ 187786 w 606022"/>
                    <a:gd name="connsiteY1" fmla="*/ 154651 h 527661"/>
                    <a:gd name="connsiteX2" fmla="*/ 212625 w 606022"/>
                    <a:gd name="connsiteY2" fmla="*/ 179452 h 527661"/>
                    <a:gd name="connsiteX3" fmla="*/ 212625 w 606022"/>
                    <a:gd name="connsiteY3" fmla="*/ 336196 h 527661"/>
                    <a:gd name="connsiteX4" fmla="*/ 186792 w 606022"/>
                    <a:gd name="connsiteY4" fmla="*/ 360997 h 527661"/>
                    <a:gd name="connsiteX5" fmla="*/ 167914 w 606022"/>
                    <a:gd name="connsiteY5" fmla="*/ 351076 h 527661"/>
                    <a:gd name="connsiteX6" fmla="*/ 157978 w 606022"/>
                    <a:gd name="connsiteY6" fmla="*/ 503852 h 527661"/>
                    <a:gd name="connsiteX7" fmla="*/ 132145 w 606022"/>
                    <a:gd name="connsiteY7" fmla="*/ 527661 h 527661"/>
                    <a:gd name="connsiteX8" fmla="*/ 80480 w 606022"/>
                    <a:gd name="connsiteY8" fmla="*/ 527661 h 527661"/>
                    <a:gd name="connsiteX9" fmla="*/ 54647 w 606022"/>
                    <a:gd name="connsiteY9" fmla="*/ 503852 h 527661"/>
                    <a:gd name="connsiteX10" fmla="*/ 44711 w 606022"/>
                    <a:gd name="connsiteY10" fmla="*/ 352069 h 527661"/>
                    <a:gd name="connsiteX11" fmla="*/ 25833 w 606022"/>
                    <a:gd name="connsiteY11" fmla="*/ 360997 h 527661"/>
                    <a:gd name="connsiteX12" fmla="*/ 994 w 606022"/>
                    <a:gd name="connsiteY12" fmla="*/ 336196 h 527661"/>
                    <a:gd name="connsiteX13" fmla="*/ 0 w 606022"/>
                    <a:gd name="connsiteY13" fmla="*/ 179452 h 527661"/>
                    <a:gd name="connsiteX14" fmla="*/ 24839 w 606022"/>
                    <a:gd name="connsiteY14" fmla="*/ 154651 h 527661"/>
                    <a:gd name="connsiteX15" fmla="*/ 331782 w 606022"/>
                    <a:gd name="connsiteY15" fmla="*/ 130920 h 527661"/>
                    <a:gd name="connsiteX16" fmla="*/ 444021 w 606022"/>
                    <a:gd name="connsiteY16" fmla="*/ 130920 h 527661"/>
                    <a:gd name="connsiteX17" fmla="*/ 469846 w 606022"/>
                    <a:gd name="connsiteY17" fmla="*/ 157678 h 527661"/>
                    <a:gd name="connsiteX18" fmla="*/ 444021 w 606022"/>
                    <a:gd name="connsiteY18" fmla="*/ 184435 h 527661"/>
                    <a:gd name="connsiteX19" fmla="*/ 331782 w 606022"/>
                    <a:gd name="connsiteY19" fmla="*/ 184435 h 527661"/>
                    <a:gd name="connsiteX20" fmla="*/ 305957 w 606022"/>
                    <a:gd name="connsiteY20" fmla="*/ 157678 h 527661"/>
                    <a:gd name="connsiteX21" fmla="*/ 331782 w 606022"/>
                    <a:gd name="connsiteY21" fmla="*/ 130920 h 527661"/>
                    <a:gd name="connsiteX22" fmla="*/ 503213 w 606022"/>
                    <a:gd name="connsiteY22" fmla="*/ 73423 h 527661"/>
                    <a:gd name="connsiteX23" fmla="*/ 529572 w 606022"/>
                    <a:gd name="connsiteY23" fmla="*/ 99703 h 527661"/>
                    <a:gd name="connsiteX24" fmla="*/ 503213 w 606022"/>
                    <a:gd name="connsiteY24" fmla="*/ 125983 h 527661"/>
                    <a:gd name="connsiteX25" fmla="*/ 476854 w 606022"/>
                    <a:gd name="connsiteY25" fmla="*/ 99703 h 527661"/>
                    <a:gd name="connsiteX26" fmla="*/ 503213 w 606022"/>
                    <a:gd name="connsiteY26" fmla="*/ 73423 h 527661"/>
                    <a:gd name="connsiteX27" fmla="*/ 287128 w 606022"/>
                    <a:gd name="connsiteY27" fmla="*/ 52570 h 527661"/>
                    <a:gd name="connsiteX28" fmla="*/ 282160 w 606022"/>
                    <a:gd name="connsiteY28" fmla="*/ 57530 h 527661"/>
                    <a:gd name="connsiteX29" fmla="*/ 282160 w 606022"/>
                    <a:gd name="connsiteY29" fmla="*/ 221192 h 527661"/>
                    <a:gd name="connsiteX30" fmla="*/ 287128 w 606022"/>
                    <a:gd name="connsiteY30" fmla="*/ 226152 h 527661"/>
                    <a:gd name="connsiteX31" fmla="*/ 547409 w 606022"/>
                    <a:gd name="connsiteY31" fmla="*/ 226152 h 527661"/>
                    <a:gd name="connsiteX32" fmla="*/ 551383 w 606022"/>
                    <a:gd name="connsiteY32" fmla="*/ 221192 h 527661"/>
                    <a:gd name="connsiteX33" fmla="*/ 551383 w 606022"/>
                    <a:gd name="connsiteY33" fmla="*/ 57530 h 527661"/>
                    <a:gd name="connsiteX34" fmla="*/ 547409 w 606022"/>
                    <a:gd name="connsiteY34" fmla="*/ 52570 h 527661"/>
                    <a:gd name="connsiteX35" fmla="*/ 287128 w 606022"/>
                    <a:gd name="connsiteY35" fmla="*/ 0 h 527661"/>
                    <a:gd name="connsiteX36" fmla="*/ 547409 w 606022"/>
                    <a:gd name="connsiteY36" fmla="*/ 0 h 527661"/>
                    <a:gd name="connsiteX37" fmla="*/ 606022 w 606022"/>
                    <a:gd name="connsiteY37" fmla="*/ 57530 h 527661"/>
                    <a:gd name="connsiteX38" fmla="*/ 606022 w 606022"/>
                    <a:gd name="connsiteY38" fmla="*/ 221192 h 527661"/>
                    <a:gd name="connsiteX39" fmla="*/ 547409 w 606022"/>
                    <a:gd name="connsiteY39" fmla="*/ 278722 h 527661"/>
                    <a:gd name="connsiteX40" fmla="*/ 287128 w 606022"/>
                    <a:gd name="connsiteY40" fmla="*/ 278722 h 527661"/>
                    <a:gd name="connsiteX41" fmla="*/ 229508 w 606022"/>
                    <a:gd name="connsiteY41" fmla="*/ 221192 h 527661"/>
                    <a:gd name="connsiteX42" fmla="*/ 229508 w 606022"/>
                    <a:gd name="connsiteY42" fmla="*/ 57530 h 527661"/>
                    <a:gd name="connsiteX43" fmla="*/ 287128 w 606022"/>
                    <a:gd name="connsiteY43" fmla="*/ 0 h 527661"/>
                    <a:gd name="connsiteX44" fmla="*/ 106313 w 606022"/>
                    <a:gd name="connsiteY44" fmla="*/ 0 h 527661"/>
                    <a:gd name="connsiteX45" fmla="*/ 175835 w 606022"/>
                    <a:gd name="connsiteY45" fmla="*/ 68964 h 527661"/>
                    <a:gd name="connsiteX46" fmla="*/ 106313 w 606022"/>
                    <a:gd name="connsiteY46" fmla="*/ 137928 h 527661"/>
                    <a:gd name="connsiteX47" fmla="*/ 36791 w 606022"/>
                    <a:gd name="connsiteY47" fmla="*/ 68964 h 527661"/>
                    <a:gd name="connsiteX48" fmla="*/ 106313 w 606022"/>
                    <a:gd name="connsiteY48" fmla="*/ 0 h 5276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606022" h="527661">
                      <a:moveTo>
                        <a:pt x="24839" y="154651"/>
                      </a:moveTo>
                      <a:cubicBezTo>
                        <a:pt x="35769" y="154651"/>
                        <a:pt x="187786" y="154651"/>
                        <a:pt x="187786" y="154651"/>
                      </a:cubicBezTo>
                      <a:cubicBezTo>
                        <a:pt x="201696" y="154651"/>
                        <a:pt x="212625" y="166556"/>
                        <a:pt x="212625" y="179452"/>
                      </a:cubicBezTo>
                      <a:lnTo>
                        <a:pt x="212625" y="336196"/>
                      </a:lnTo>
                      <a:cubicBezTo>
                        <a:pt x="211631" y="350084"/>
                        <a:pt x="200702" y="360997"/>
                        <a:pt x="186792" y="360997"/>
                      </a:cubicBezTo>
                      <a:cubicBezTo>
                        <a:pt x="178843" y="360997"/>
                        <a:pt x="171888" y="357029"/>
                        <a:pt x="167914" y="351076"/>
                      </a:cubicBezTo>
                      <a:lnTo>
                        <a:pt x="157978" y="503852"/>
                      </a:lnTo>
                      <a:cubicBezTo>
                        <a:pt x="156985" y="517741"/>
                        <a:pt x="146055" y="527661"/>
                        <a:pt x="132145" y="527661"/>
                      </a:cubicBezTo>
                      <a:lnTo>
                        <a:pt x="80480" y="527661"/>
                      </a:lnTo>
                      <a:cubicBezTo>
                        <a:pt x="66570" y="527661"/>
                        <a:pt x="55640" y="517741"/>
                        <a:pt x="54647" y="503852"/>
                      </a:cubicBezTo>
                      <a:lnTo>
                        <a:pt x="44711" y="352069"/>
                      </a:lnTo>
                      <a:cubicBezTo>
                        <a:pt x="40737" y="357029"/>
                        <a:pt x="33782" y="360997"/>
                        <a:pt x="25833" y="360997"/>
                      </a:cubicBezTo>
                      <a:cubicBezTo>
                        <a:pt x="11923" y="360997"/>
                        <a:pt x="994" y="350084"/>
                        <a:pt x="994" y="336196"/>
                      </a:cubicBezTo>
                      <a:lnTo>
                        <a:pt x="0" y="179452"/>
                      </a:lnTo>
                      <a:cubicBezTo>
                        <a:pt x="0" y="165564"/>
                        <a:pt x="10929" y="154651"/>
                        <a:pt x="24839" y="154651"/>
                      </a:cubicBezTo>
                      <a:close/>
                      <a:moveTo>
                        <a:pt x="331782" y="130920"/>
                      </a:moveTo>
                      <a:lnTo>
                        <a:pt x="444021" y="130920"/>
                      </a:lnTo>
                      <a:cubicBezTo>
                        <a:pt x="458920" y="130920"/>
                        <a:pt x="469846" y="142812"/>
                        <a:pt x="469846" y="157678"/>
                      </a:cubicBezTo>
                      <a:cubicBezTo>
                        <a:pt x="469846" y="172543"/>
                        <a:pt x="458920" y="184435"/>
                        <a:pt x="444021" y="184435"/>
                      </a:cubicBezTo>
                      <a:lnTo>
                        <a:pt x="331782" y="184435"/>
                      </a:lnTo>
                      <a:cubicBezTo>
                        <a:pt x="317876" y="184435"/>
                        <a:pt x="305957" y="172543"/>
                        <a:pt x="305957" y="157678"/>
                      </a:cubicBezTo>
                      <a:cubicBezTo>
                        <a:pt x="305957" y="142812"/>
                        <a:pt x="317876" y="130920"/>
                        <a:pt x="331782" y="130920"/>
                      </a:cubicBezTo>
                      <a:close/>
                      <a:moveTo>
                        <a:pt x="503213" y="73423"/>
                      </a:moveTo>
                      <a:cubicBezTo>
                        <a:pt x="517771" y="73423"/>
                        <a:pt x="529572" y="85189"/>
                        <a:pt x="529572" y="99703"/>
                      </a:cubicBezTo>
                      <a:cubicBezTo>
                        <a:pt x="529572" y="114217"/>
                        <a:pt x="517771" y="125983"/>
                        <a:pt x="503213" y="125983"/>
                      </a:cubicBezTo>
                      <a:cubicBezTo>
                        <a:pt x="488655" y="125983"/>
                        <a:pt x="476854" y="114217"/>
                        <a:pt x="476854" y="99703"/>
                      </a:cubicBezTo>
                      <a:cubicBezTo>
                        <a:pt x="476854" y="85189"/>
                        <a:pt x="488655" y="73423"/>
                        <a:pt x="503213" y="73423"/>
                      </a:cubicBezTo>
                      <a:close/>
                      <a:moveTo>
                        <a:pt x="287128" y="52570"/>
                      </a:moveTo>
                      <a:cubicBezTo>
                        <a:pt x="285141" y="52570"/>
                        <a:pt x="282160" y="54554"/>
                        <a:pt x="282160" y="57530"/>
                      </a:cubicBezTo>
                      <a:lnTo>
                        <a:pt x="282160" y="221192"/>
                      </a:lnTo>
                      <a:cubicBezTo>
                        <a:pt x="282160" y="224168"/>
                        <a:pt x="285141" y="226152"/>
                        <a:pt x="287128" y="226152"/>
                      </a:cubicBezTo>
                      <a:lnTo>
                        <a:pt x="547409" y="226152"/>
                      </a:lnTo>
                      <a:cubicBezTo>
                        <a:pt x="550389" y="226152"/>
                        <a:pt x="551383" y="224168"/>
                        <a:pt x="551383" y="221192"/>
                      </a:cubicBezTo>
                      <a:lnTo>
                        <a:pt x="551383" y="57530"/>
                      </a:lnTo>
                      <a:cubicBezTo>
                        <a:pt x="551383" y="54554"/>
                        <a:pt x="550389" y="52570"/>
                        <a:pt x="547409" y="52570"/>
                      </a:cubicBezTo>
                      <a:close/>
                      <a:moveTo>
                        <a:pt x="287128" y="0"/>
                      </a:moveTo>
                      <a:lnTo>
                        <a:pt x="547409" y="0"/>
                      </a:lnTo>
                      <a:cubicBezTo>
                        <a:pt x="579199" y="0"/>
                        <a:pt x="606022" y="25789"/>
                        <a:pt x="606022" y="57530"/>
                      </a:cubicBezTo>
                      <a:lnTo>
                        <a:pt x="606022" y="221192"/>
                      </a:lnTo>
                      <a:cubicBezTo>
                        <a:pt x="606022" y="252933"/>
                        <a:pt x="579199" y="278722"/>
                        <a:pt x="547409" y="278722"/>
                      </a:cubicBezTo>
                      <a:lnTo>
                        <a:pt x="287128" y="278722"/>
                      </a:lnTo>
                      <a:cubicBezTo>
                        <a:pt x="255337" y="278722"/>
                        <a:pt x="229508" y="252933"/>
                        <a:pt x="229508" y="221192"/>
                      </a:cubicBezTo>
                      <a:lnTo>
                        <a:pt x="229508" y="57530"/>
                      </a:lnTo>
                      <a:cubicBezTo>
                        <a:pt x="229508" y="25789"/>
                        <a:pt x="255337" y="0"/>
                        <a:pt x="287128" y="0"/>
                      </a:cubicBezTo>
                      <a:close/>
                      <a:moveTo>
                        <a:pt x="106313" y="0"/>
                      </a:moveTo>
                      <a:cubicBezTo>
                        <a:pt x="144709" y="0"/>
                        <a:pt x="175835" y="30876"/>
                        <a:pt x="175835" y="68964"/>
                      </a:cubicBezTo>
                      <a:cubicBezTo>
                        <a:pt x="175835" y="107052"/>
                        <a:pt x="144709" y="137928"/>
                        <a:pt x="106313" y="137928"/>
                      </a:cubicBezTo>
                      <a:cubicBezTo>
                        <a:pt x="67917" y="137928"/>
                        <a:pt x="36791" y="107052"/>
                        <a:pt x="36791" y="68964"/>
                      </a:cubicBezTo>
                      <a:cubicBezTo>
                        <a:pt x="36791" y="30876"/>
                        <a:pt x="67917" y="0"/>
                        <a:pt x="10631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7" name="组合 36" descr="4f48e369-d632-4b31-8efc-51ac55c15573">
              <a:extLst>
                <a:ext uri="{FF2B5EF4-FFF2-40B4-BE49-F238E27FC236}">
                  <a16:creationId id="{FBCE9621-B360-9732-B7A8-D89E5BE98FCE}"/>
                </a:ext>
              </a:extLst>
            </p:cNvPr>
            <p:cNvGrpSpPr/>
            <p:nvPr/>
          </p:nvGrpSpPr>
          <p:grpSpPr>
            <a:xfrm>
              <a:off x="3465351" y="1717501"/>
              <a:ext cx="2540156" cy="4416599"/>
              <a:chOff x="3465351" y="1447172"/>
              <a:chExt cx="2540156" cy="4416599"/>
            </a:xfrm>
          </p:grpSpPr>
          <p:sp>
            <p:nvSpPr>
              <p:cNvPr id="28" name="Text2" descr="c91912b8-1a7d-42be-a386-e635d014c7a5">
                <a:extLst>
                  <a:ext uri="{FF2B5EF4-FFF2-40B4-BE49-F238E27FC236}">
                    <a16:creationId id="{677D5A0B-CFB6-41B8-8A73-9EFB25CB65AD}"/>
                  </a:ext>
                </a:extLst>
              </p:cNvPr>
              <p:cNvSpPr txBox="1"/>
              <p:nvPr/>
            </p:nvSpPr>
            <p:spPr>
              <a:xfrm flipH="1">
                <a:off x="3465351" y="4694515"/>
                <a:ext cx="2540156" cy="11692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通过管理[人数]人的小团队，学习到了如何分配任务、激励成员。</a:t>
                </a:r>
                <a:endParaRPr lang="en-US" dirty="0"/>
              </a:p>
            </p:txBody>
          </p:sp>
          <p:sp>
            <p:nvSpPr>
              <p:cNvPr id="29" name="Bullet2" descr="5e59205f-1bcf-4dc8-8ef6-2ae66319b88a">
                <a:extLst>
                  <a:ext uri="{FF2B5EF4-FFF2-40B4-BE49-F238E27FC236}">
                    <a16:creationId id="{9B5F056E-198C-47B3-BC4D-CBD89576D15E}"/>
                  </a:ext>
                </a:extLst>
              </p:cNvPr>
              <p:cNvSpPr/>
              <p:nvPr/>
            </p:nvSpPr>
            <p:spPr>
              <a:xfrm flipH="1">
                <a:off x="3465351" y="4163853"/>
                <a:ext cx="2540156" cy="447087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b="1" dirty="0"/>
                  <a:t>领导能力</a:t>
                </a:r>
                <a:endParaRPr lang="en-US" dirty="0"/>
              </a:p>
            </p:txBody>
          </p:sp>
          <p:sp>
            <p:nvSpPr>
              <p:cNvPr id="10" name="Number2" descr="99128a88-027c-45a2-aacf-9e658f7cd170">
                <a:extLst>
                  <a:ext uri="{FF2B5EF4-FFF2-40B4-BE49-F238E27FC236}">
                    <a16:creationId id="{F846CA90-7ADB-4D59-A22E-7984933518DC}"/>
                  </a:ext>
                </a:extLst>
              </p:cNvPr>
              <p:cNvSpPr/>
              <p:nvPr/>
            </p:nvSpPr>
            <p:spPr>
              <a:xfrm>
                <a:off x="4298884" y="1447172"/>
                <a:ext cx="873090" cy="84492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354"/>
                <a:r>
                  <a:rPr lang="en-US" altLang="zh-CN" sz="4000" dirty="0">
                    <a:solidFill>
                      <a:schemeClr val="accent2"/>
                    </a:solidFill>
                  </a:rPr>
                  <a:t>02</a:t>
                </a:r>
                <a:endParaRPr lang="zh-CN" altLang="en-US" sz="4000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11" name="直接连接符 10" descr="a3016ae7-5653-4493-941f-d2f276b268ea">
                <a:extLst>
                  <a:ext uri="{FF2B5EF4-FFF2-40B4-BE49-F238E27FC236}">
                    <a16:creationId id="{6A5A9A6B-9EA4-45E6-AFF2-5F218845BCDA}"/>
                  </a:ext>
                </a:extLst>
              </p:cNvPr>
              <p:cNvCxnSpPr>
                <a:stCxn id="10" idx="2"/>
                <a:endCxn id="29" idx="0"/>
              </p:cNvCxnSpPr>
              <p:nvPr/>
            </p:nvCxnSpPr>
            <p:spPr>
              <a:xfrm>
                <a:off x="4735429" y="2292098"/>
                <a:ext cx="0" cy="1871755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组合 32" descr="29a2b30c-b481-44d8-a611-69d7a75f975f">
                <a:extLst>
                  <a:ext uri="{FF2B5EF4-FFF2-40B4-BE49-F238E27FC236}">
                    <a16:creationId id="{7227C01B-D47E-B053-3D6A-618A79EC9540}"/>
                  </a:ext>
                </a:extLst>
              </p:cNvPr>
              <p:cNvGrpSpPr/>
              <p:nvPr/>
            </p:nvGrpSpPr>
            <p:grpSpPr>
              <a:xfrm>
                <a:off x="4420648" y="2931214"/>
                <a:ext cx="629562" cy="629562"/>
                <a:chOff x="4420648" y="2931214"/>
                <a:chExt cx="629562" cy="629562"/>
              </a:xfrm>
            </p:grpSpPr>
            <p:sp>
              <p:nvSpPr>
                <p:cNvPr id="12" name="椭圆 11" descr="75321e6a-cefe-4595-9970-d73265a52053">
                  <a:extLst>
                    <a:ext uri="{FF2B5EF4-FFF2-40B4-BE49-F238E27FC236}">
                      <a16:creationId id="{3F1F0A14-CD40-4CB9-92A7-B738E2670572}"/>
                    </a:ext>
                  </a:extLst>
                </p:cNvPr>
                <p:cNvSpPr/>
                <p:nvPr/>
              </p:nvSpPr>
              <p:spPr>
                <a:xfrm>
                  <a:off x="4420648" y="2931214"/>
                  <a:ext cx="629562" cy="629562"/>
                </a:xfrm>
                <a:prstGeom prst="ellipse">
                  <a:avLst/>
                </a:prstGeom>
                <a:solidFill>
                  <a:schemeClr val="accent2"/>
                </a:solidFill>
                <a:ln w="1905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Icon2" descr="12e4d739-0f13-4feb-9994-68d3190fcc85">
                  <a:extLst>
                    <a:ext uri="{FF2B5EF4-FFF2-40B4-BE49-F238E27FC236}">
                      <a16:creationId id="{059A76D1-EE5E-4AE0-BCA3-E59D42481EB1}"/>
                    </a:ext>
                  </a:extLst>
                </p:cNvPr>
                <p:cNvSpPr/>
                <p:nvPr/>
              </p:nvSpPr>
              <p:spPr>
                <a:xfrm>
                  <a:off x="4560632" y="3069780"/>
                  <a:ext cx="349594" cy="352430"/>
                </a:xfrm>
                <a:custGeom>
                  <a:avLst/>
                  <a:gdLst>
                    <a:gd name="connsiteX0" fmla="*/ 24905 w 565449"/>
                    <a:gd name="connsiteY0" fmla="*/ 197064 h 570035"/>
                    <a:gd name="connsiteX1" fmla="*/ 187249 w 565449"/>
                    <a:gd name="connsiteY1" fmla="*/ 197064 h 570035"/>
                    <a:gd name="connsiteX2" fmla="*/ 212154 w 565449"/>
                    <a:gd name="connsiteY2" fmla="*/ 222850 h 570035"/>
                    <a:gd name="connsiteX3" fmla="*/ 212154 w 565449"/>
                    <a:gd name="connsiteY3" fmla="*/ 378484 h 570035"/>
                    <a:gd name="connsiteX4" fmla="*/ 187249 w 565449"/>
                    <a:gd name="connsiteY4" fmla="*/ 403349 h 570035"/>
                    <a:gd name="connsiteX5" fmla="*/ 167879 w 565449"/>
                    <a:gd name="connsiteY5" fmla="*/ 394140 h 570035"/>
                    <a:gd name="connsiteX6" fmla="*/ 157732 w 565449"/>
                    <a:gd name="connsiteY6" fmla="*/ 546091 h 570035"/>
                    <a:gd name="connsiteX7" fmla="*/ 131905 w 565449"/>
                    <a:gd name="connsiteY7" fmla="*/ 570035 h 570035"/>
                    <a:gd name="connsiteX8" fmla="*/ 80250 w 565449"/>
                    <a:gd name="connsiteY8" fmla="*/ 570035 h 570035"/>
                    <a:gd name="connsiteX9" fmla="*/ 54422 w 565449"/>
                    <a:gd name="connsiteY9" fmla="*/ 546091 h 570035"/>
                    <a:gd name="connsiteX10" fmla="*/ 45198 w 565449"/>
                    <a:gd name="connsiteY10" fmla="*/ 394140 h 570035"/>
                    <a:gd name="connsiteX11" fmla="*/ 25827 w 565449"/>
                    <a:gd name="connsiteY11" fmla="*/ 403349 h 570035"/>
                    <a:gd name="connsiteX12" fmla="*/ 0 w 565449"/>
                    <a:gd name="connsiteY12" fmla="*/ 378484 h 570035"/>
                    <a:gd name="connsiteX13" fmla="*/ 0 w 565449"/>
                    <a:gd name="connsiteY13" fmla="*/ 222850 h 570035"/>
                    <a:gd name="connsiteX14" fmla="*/ 24905 w 565449"/>
                    <a:gd name="connsiteY14" fmla="*/ 197064 h 570035"/>
                    <a:gd name="connsiteX15" fmla="*/ 445512 w 565449"/>
                    <a:gd name="connsiteY15" fmla="*/ 95801 h 570035"/>
                    <a:gd name="connsiteX16" fmla="*/ 428905 w 565449"/>
                    <a:gd name="connsiteY16" fmla="*/ 112382 h 570035"/>
                    <a:gd name="connsiteX17" fmla="*/ 445512 w 565449"/>
                    <a:gd name="connsiteY17" fmla="*/ 128041 h 570035"/>
                    <a:gd name="connsiteX18" fmla="*/ 461196 w 565449"/>
                    <a:gd name="connsiteY18" fmla="*/ 112382 h 570035"/>
                    <a:gd name="connsiteX19" fmla="*/ 445512 w 565449"/>
                    <a:gd name="connsiteY19" fmla="*/ 95801 h 570035"/>
                    <a:gd name="connsiteX20" fmla="*/ 393846 w 565449"/>
                    <a:gd name="connsiteY20" fmla="*/ 95801 h 570035"/>
                    <a:gd name="connsiteX21" fmla="*/ 377240 w 565449"/>
                    <a:gd name="connsiteY21" fmla="*/ 112382 h 570035"/>
                    <a:gd name="connsiteX22" fmla="*/ 393846 w 565449"/>
                    <a:gd name="connsiteY22" fmla="*/ 128041 h 570035"/>
                    <a:gd name="connsiteX23" fmla="*/ 409530 w 565449"/>
                    <a:gd name="connsiteY23" fmla="*/ 112382 h 570035"/>
                    <a:gd name="connsiteX24" fmla="*/ 393846 w 565449"/>
                    <a:gd name="connsiteY24" fmla="*/ 95801 h 570035"/>
                    <a:gd name="connsiteX25" fmla="*/ 342181 w 565449"/>
                    <a:gd name="connsiteY25" fmla="*/ 95801 h 570035"/>
                    <a:gd name="connsiteX26" fmla="*/ 326497 w 565449"/>
                    <a:gd name="connsiteY26" fmla="*/ 112382 h 570035"/>
                    <a:gd name="connsiteX27" fmla="*/ 342181 w 565449"/>
                    <a:gd name="connsiteY27" fmla="*/ 128041 h 570035"/>
                    <a:gd name="connsiteX28" fmla="*/ 358788 w 565449"/>
                    <a:gd name="connsiteY28" fmla="*/ 112382 h 570035"/>
                    <a:gd name="connsiteX29" fmla="*/ 342181 w 565449"/>
                    <a:gd name="connsiteY29" fmla="*/ 95801 h 570035"/>
                    <a:gd name="connsiteX30" fmla="*/ 106004 w 565449"/>
                    <a:gd name="connsiteY30" fmla="*/ 42312 h 570035"/>
                    <a:gd name="connsiteX31" fmla="*/ 175169 w 565449"/>
                    <a:gd name="connsiteY31" fmla="*/ 111403 h 570035"/>
                    <a:gd name="connsiteX32" fmla="*/ 106004 w 565449"/>
                    <a:gd name="connsiteY32" fmla="*/ 180494 h 570035"/>
                    <a:gd name="connsiteX33" fmla="*/ 36839 w 565449"/>
                    <a:gd name="connsiteY33" fmla="*/ 111403 h 570035"/>
                    <a:gd name="connsiteX34" fmla="*/ 106004 w 565449"/>
                    <a:gd name="connsiteY34" fmla="*/ 42312 h 570035"/>
                    <a:gd name="connsiteX35" fmla="*/ 400304 w 565449"/>
                    <a:gd name="connsiteY35" fmla="*/ 0 h 570035"/>
                    <a:gd name="connsiteX36" fmla="*/ 565449 w 565449"/>
                    <a:gd name="connsiteY36" fmla="*/ 112382 h 570035"/>
                    <a:gd name="connsiteX37" fmla="*/ 400304 w 565449"/>
                    <a:gd name="connsiteY37" fmla="*/ 223842 h 570035"/>
                    <a:gd name="connsiteX38" fmla="*/ 264683 w 565449"/>
                    <a:gd name="connsiteY38" fmla="*/ 176863 h 570035"/>
                    <a:gd name="connsiteX39" fmla="*/ 257302 w 565449"/>
                    <a:gd name="connsiteY39" fmla="*/ 173178 h 570035"/>
                    <a:gd name="connsiteX40" fmla="*/ 213940 w 565449"/>
                    <a:gd name="connsiteY40" fmla="*/ 164888 h 570035"/>
                    <a:gd name="connsiteX41" fmla="*/ 203791 w 565449"/>
                    <a:gd name="connsiteY41" fmla="*/ 155676 h 570035"/>
                    <a:gd name="connsiteX42" fmla="*/ 206559 w 565449"/>
                    <a:gd name="connsiteY42" fmla="*/ 141859 h 570035"/>
                    <a:gd name="connsiteX43" fmla="*/ 231469 w 565449"/>
                    <a:gd name="connsiteY43" fmla="*/ 114224 h 570035"/>
                    <a:gd name="connsiteX44" fmla="*/ 235160 w 565449"/>
                    <a:gd name="connsiteY44" fmla="*/ 105933 h 570035"/>
                    <a:gd name="connsiteX45" fmla="*/ 400304 w 565449"/>
                    <a:gd name="connsiteY45" fmla="*/ 0 h 570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565449" h="570035">
                      <a:moveTo>
                        <a:pt x="24905" y="197064"/>
                      </a:moveTo>
                      <a:cubicBezTo>
                        <a:pt x="35974" y="197064"/>
                        <a:pt x="187249" y="197064"/>
                        <a:pt x="187249" y="197064"/>
                      </a:cubicBezTo>
                      <a:cubicBezTo>
                        <a:pt x="201085" y="197064"/>
                        <a:pt x="212154" y="209036"/>
                        <a:pt x="212154" y="222850"/>
                      </a:cubicBezTo>
                      <a:lnTo>
                        <a:pt x="212154" y="378484"/>
                      </a:lnTo>
                      <a:cubicBezTo>
                        <a:pt x="212154" y="392298"/>
                        <a:pt x="200163" y="403349"/>
                        <a:pt x="187249" y="403349"/>
                      </a:cubicBezTo>
                      <a:cubicBezTo>
                        <a:pt x="178948" y="403349"/>
                        <a:pt x="172491" y="399666"/>
                        <a:pt x="167879" y="394140"/>
                      </a:cubicBezTo>
                      <a:lnTo>
                        <a:pt x="157732" y="546091"/>
                      </a:lnTo>
                      <a:cubicBezTo>
                        <a:pt x="156810" y="559905"/>
                        <a:pt x="145741" y="570035"/>
                        <a:pt x="131905" y="570035"/>
                      </a:cubicBezTo>
                      <a:lnTo>
                        <a:pt x="80250" y="570035"/>
                      </a:lnTo>
                      <a:cubicBezTo>
                        <a:pt x="66414" y="570035"/>
                        <a:pt x="55345" y="559905"/>
                        <a:pt x="54422" y="546091"/>
                      </a:cubicBezTo>
                      <a:lnTo>
                        <a:pt x="45198" y="394140"/>
                      </a:lnTo>
                      <a:cubicBezTo>
                        <a:pt x="40586" y="399666"/>
                        <a:pt x="33206" y="403349"/>
                        <a:pt x="25827" y="403349"/>
                      </a:cubicBezTo>
                      <a:cubicBezTo>
                        <a:pt x="11991" y="403349"/>
                        <a:pt x="922" y="392298"/>
                        <a:pt x="0" y="378484"/>
                      </a:cubicBezTo>
                      <a:lnTo>
                        <a:pt x="0" y="222850"/>
                      </a:lnTo>
                      <a:cubicBezTo>
                        <a:pt x="0" y="209036"/>
                        <a:pt x="11069" y="197064"/>
                        <a:pt x="24905" y="197064"/>
                      </a:cubicBezTo>
                      <a:close/>
                      <a:moveTo>
                        <a:pt x="445512" y="95801"/>
                      </a:moveTo>
                      <a:cubicBezTo>
                        <a:pt x="436286" y="95801"/>
                        <a:pt x="428905" y="103170"/>
                        <a:pt x="428905" y="112382"/>
                      </a:cubicBezTo>
                      <a:cubicBezTo>
                        <a:pt x="428905" y="120672"/>
                        <a:pt x="436286" y="128041"/>
                        <a:pt x="445512" y="128041"/>
                      </a:cubicBezTo>
                      <a:cubicBezTo>
                        <a:pt x="453815" y="128041"/>
                        <a:pt x="461196" y="120672"/>
                        <a:pt x="461196" y="112382"/>
                      </a:cubicBezTo>
                      <a:cubicBezTo>
                        <a:pt x="461196" y="103170"/>
                        <a:pt x="453815" y="95801"/>
                        <a:pt x="445512" y="95801"/>
                      </a:cubicBezTo>
                      <a:close/>
                      <a:moveTo>
                        <a:pt x="393846" y="95801"/>
                      </a:moveTo>
                      <a:cubicBezTo>
                        <a:pt x="384620" y="95801"/>
                        <a:pt x="377240" y="103170"/>
                        <a:pt x="377240" y="112382"/>
                      </a:cubicBezTo>
                      <a:cubicBezTo>
                        <a:pt x="377240" y="120672"/>
                        <a:pt x="384620" y="128041"/>
                        <a:pt x="393846" y="128041"/>
                      </a:cubicBezTo>
                      <a:cubicBezTo>
                        <a:pt x="403072" y="128041"/>
                        <a:pt x="409530" y="120672"/>
                        <a:pt x="409530" y="112382"/>
                      </a:cubicBezTo>
                      <a:cubicBezTo>
                        <a:pt x="409530" y="103170"/>
                        <a:pt x="403072" y="95801"/>
                        <a:pt x="393846" y="95801"/>
                      </a:cubicBezTo>
                      <a:close/>
                      <a:moveTo>
                        <a:pt x="342181" y="95801"/>
                      </a:moveTo>
                      <a:cubicBezTo>
                        <a:pt x="332955" y="95801"/>
                        <a:pt x="326497" y="103170"/>
                        <a:pt x="326497" y="112382"/>
                      </a:cubicBezTo>
                      <a:cubicBezTo>
                        <a:pt x="326497" y="120672"/>
                        <a:pt x="332955" y="128041"/>
                        <a:pt x="342181" y="128041"/>
                      </a:cubicBezTo>
                      <a:cubicBezTo>
                        <a:pt x="351407" y="128041"/>
                        <a:pt x="357865" y="120672"/>
                        <a:pt x="358788" y="112382"/>
                      </a:cubicBezTo>
                      <a:cubicBezTo>
                        <a:pt x="358788" y="103170"/>
                        <a:pt x="351407" y="95801"/>
                        <a:pt x="342181" y="95801"/>
                      </a:cubicBezTo>
                      <a:close/>
                      <a:moveTo>
                        <a:pt x="106004" y="42312"/>
                      </a:moveTo>
                      <a:cubicBezTo>
                        <a:pt x="144203" y="42312"/>
                        <a:pt x="175169" y="73245"/>
                        <a:pt x="175169" y="111403"/>
                      </a:cubicBezTo>
                      <a:cubicBezTo>
                        <a:pt x="175169" y="149561"/>
                        <a:pt x="144203" y="180494"/>
                        <a:pt x="106004" y="180494"/>
                      </a:cubicBezTo>
                      <a:cubicBezTo>
                        <a:pt x="67805" y="180494"/>
                        <a:pt x="36839" y="149561"/>
                        <a:pt x="36839" y="111403"/>
                      </a:cubicBezTo>
                      <a:cubicBezTo>
                        <a:pt x="36839" y="73245"/>
                        <a:pt x="67805" y="42312"/>
                        <a:pt x="106004" y="42312"/>
                      </a:cubicBezTo>
                      <a:close/>
                      <a:moveTo>
                        <a:pt x="400304" y="0"/>
                      </a:moveTo>
                      <a:cubicBezTo>
                        <a:pt x="491642" y="0"/>
                        <a:pt x="565449" y="50664"/>
                        <a:pt x="565449" y="112382"/>
                      </a:cubicBezTo>
                      <a:cubicBezTo>
                        <a:pt x="565449" y="174099"/>
                        <a:pt x="491642" y="223842"/>
                        <a:pt x="400304" y="223842"/>
                      </a:cubicBezTo>
                      <a:cubicBezTo>
                        <a:pt x="344026" y="223842"/>
                        <a:pt x="295128" y="205419"/>
                        <a:pt x="264683" y="176863"/>
                      </a:cubicBezTo>
                      <a:cubicBezTo>
                        <a:pt x="262838" y="175021"/>
                        <a:pt x="260070" y="173178"/>
                        <a:pt x="257302" y="173178"/>
                      </a:cubicBezTo>
                      <a:lnTo>
                        <a:pt x="213940" y="164888"/>
                      </a:lnTo>
                      <a:cubicBezTo>
                        <a:pt x="209327" y="163967"/>
                        <a:pt x="205637" y="160282"/>
                        <a:pt x="203791" y="155676"/>
                      </a:cubicBezTo>
                      <a:cubicBezTo>
                        <a:pt x="201946" y="151070"/>
                        <a:pt x="202869" y="145543"/>
                        <a:pt x="206559" y="141859"/>
                      </a:cubicBezTo>
                      <a:lnTo>
                        <a:pt x="231469" y="114224"/>
                      </a:lnTo>
                      <a:cubicBezTo>
                        <a:pt x="233315" y="111460"/>
                        <a:pt x="234237" y="108697"/>
                        <a:pt x="235160" y="105933"/>
                      </a:cubicBezTo>
                      <a:cubicBezTo>
                        <a:pt x="239773" y="46979"/>
                        <a:pt x="311735" y="0"/>
                        <a:pt x="40030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8" name="组合 37" descr="000d21fc-003d-466d-b96b-984a0ec1dfd5">
              <a:extLst>
                <a:ext uri="{FF2B5EF4-FFF2-40B4-BE49-F238E27FC236}">
                  <a16:creationId id="{62C0D0CA-1E65-7E4F-090E-CAF6868539BA}"/>
                </a:ext>
              </a:extLst>
            </p:cNvPr>
            <p:cNvGrpSpPr/>
            <p:nvPr/>
          </p:nvGrpSpPr>
          <p:grpSpPr>
            <a:xfrm>
              <a:off x="6173793" y="1717501"/>
              <a:ext cx="2540156" cy="4416599"/>
              <a:chOff x="6173793" y="1447172"/>
              <a:chExt cx="2540156" cy="4416599"/>
            </a:xfrm>
          </p:grpSpPr>
          <p:sp>
            <p:nvSpPr>
              <p:cNvPr id="26" name="Text3" descr="8f3031aa-5b18-4e50-a86c-4b5f5cc39c44">
                <a:extLst>
                  <a:ext uri="{FF2B5EF4-FFF2-40B4-BE49-F238E27FC236}">
                    <a16:creationId id="{677D5A0B-CFB6-41B8-8A73-9EFB25CB65AD}"/>
                  </a:ext>
                </a:extLst>
              </p:cNvPr>
              <p:cNvSpPr txBox="1"/>
              <p:nvPr/>
            </p:nvSpPr>
            <p:spPr>
              <a:xfrm flipH="1">
                <a:off x="6173793" y="4694515"/>
                <a:ext cx="2540156" cy="11692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能够更有效地进行跨部门沟通，推进项目顺利进行。</a:t>
                </a:r>
                <a:endParaRPr lang="en-US" dirty="0"/>
              </a:p>
            </p:txBody>
          </p:sp>
          <p:sp>
            <p:nvSpPr>
              <p:cNvPr id="27" name="Bullet3" descr="7917e6f3-048a-4908-a8ce-e4df3b96bd12">
                <a:extLst>
                  <a:ext uri="{FF2B5EF4-FFF2-40B4-BE49-F238E27FC236}">
                    <a16:creationId id="{9B5F056E-198C-47B3-BC4D-CBD89576D15E}"/>
                  </a:ext>
                </a:extLst>
              </p:cNvPr>
              <p:cNvSpPr/>
              <p:nvPr/>
            </p:nvSpPr>
            <p:spPr>
              <a:xfrm flipH="1">
                <a:off x="6173793" y="4163853"/>
                <a:ext cx="2540156" cy="447087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b="1" dirty="0"/>
                  <a:t>沟通能力</a:t>
                </a:r>
                <a:endParaRPr lang="en-US" dirty="0"/>
              </a:p>
            </p:txBody>
          </p:sp>
          <p:sp>
            <p:nvSpPr>
              <p:cNvPr id="15" name="Number3" descr="53b0b5c8-e628-4c96-a0f1-d29facbd34b4">
                <a:extLst>
                  <a:ext uri="{FF2B5EF4-FFF2-40B4-BE49-F238E27FC236}">
                    <a16:creationId id="{D4A317D6-C727-4366-AD24-2E984DF3A62A}"/>
                  </a:ext>
                </a:extLst>
              </p:cNvPr>
              <p:cNvSpPr/>
              <p:nvPr/>
            </p:nvSpPr>
            <p:spPr>
              <a:xfrm>
                <a:off x="7007326" y="1447172"/>
                <a:ext cx="873090" cy="84492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354"/>
                <a:r>
                  <a:rPr lang="en-US" altLang="zh-CN" sz="4000" dirty="0">
                    <a:solidFill>
                      <a:schemeClr val="accent1"/>
                    </a:solidFill>
                  </a:rPr>
                  <a:t>03</a:t>
                </a:r>
                <a:endParaRPr lang="zh-CN" altLang="en-US" sz="4000" dirty="0"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16" name="直接连接符 15" descr="f004ad43-2e43-4bc3-ac50-33384e6eab04">
                <a:extLst>
                  <a:ext uri="{FF2B5EF4-FFF2-40B4-BE49-F238E27FC236}">
                    <a16:creationId id="{AEAD168A-472A-493F-9BBF-705DEC2A8F33}"/>
                  </a:ext>
                </a:extLst>
              </p:cNvPr>
              <p:cNvCxnSpPr>
                <a:stCxn id="15" idx="2"/>
                <a:endCxn id="27" idx="0"/>
              </p:cNvCxnSpPr>
              <p:nvPr/>
            </p:nvCxnSpPr>
            <p:spPr>
              <a:xfrm>
                <a:off x="7443871" y="2292098"/>
                <a:ext cx="0" cy="1871755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组合 33" descr="6a4a9dd1-0298-4066-9be0-94ba1da82481">
                <a:extLst>
                  <a:ext uri="{FF2B5EF4-FFF2-40B4-BE49-F238E27FC236}">
                    <a16:creationId id="{121BA788-57FD-03E4-FBD7-D56BE5199A6D}"/>
                  </a:ext>
                </a:extLst>
              </p:cNvPr>
              <p:cNvGrpSpPr/>
              <p:nvPr/>
            </p:nvGrpSpPr>
            <p:grpSpPr>
              <a:xfrm>
                <a:off x="7129090" y="2931214"/>
                <a:ext cx="629562" cy="629562"/>
                <a:chOff x="7129090" y="2931214"/>
                <a:chExt cx="629562" cy="629562"/>
              </a:xfrm>
            </p:grpSpPr>
            <p:sp>
              <p:nvSpPr>
                <p:cNvPr id="17" name="椭圆 16" descr="e53d8ee5-65d4-417d-b987-5d869cc17047">
                  <a:extLst>
                    <a:ext uri="{FF2B5EF4-FFF2-40B4-BE49-F238E27FC236}">
                      <a16:creationId id="{B93468DF-727C-4E2F-B2E2-AC60C19FD205}"/>
                    </a:ext>
                  </a:extLst>
                </p:cNvPr>
                <p:cNvSpPr/>
                <p:nvPr/>
              </p:nvSpPr>
              <p:spPr>
                <a:xfrm>
                  <a:off x="7129090" y="2931214"/>
                  <a:ext cx="629562" cy="629562"/>
                </a:xfrm>
                <a:prstGeom prst="ellipse">
                  <a:avLst/>
                </a:prstGeom>
                <a:solidFill>
                  <a:schemeClr val="accent1"/>
                </a:solidFill>
                <a:ln w="1905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Icon3" descr="7c797574-b184-4695-82dc-438dfa6fcc4f">
                  <a:extLst>
                    <a:ext uri="{FF2B5EF4-FFF2-40B4-BE49-F238E27FC236}">
                      <a16:creationId id="{D87F2597-517B-4524-838C-9ACBE1EB92C6}"/>
                    </a:ext>
                  </a:extLst>
                </p:cNvPr>
                <p:cNvSpPr/>
                <p:nvPr/>
              </p:nvSpPr>
              <p:spPr>
                <a:xfrm>
                  <a:off x="7267656" y="3092565"/>
                  <a:ext cx="352430" cy="306859"/>
                </a:xfrm>
                <a:custGeom>
                  <a:avLst/>
                  <a:gdLst>
                    <a:gd name="connsiteX0" fmla="*/ 24839 w 606022"/>
                    <a:gd name="connsiteY0" fmla="*/ 154651 h 527661"/>
                    <a:gd name="connsiteX1" fmla="*/ 187786 w 606022"/>
                    <a:gd name="connsiteY1" fmla="*/ 154651 h 527661"/>
                    <a:gd name="connsiteX2" fmla="*/ 212625 w 606022"/>
                    <a:gd name="connsiteY2" fmla="*/ 179452 h 527661"/>
                    <a:gd name="connsiteX3" fmla="*/ 212625 w 606022"/>
                    <a:gd name="connsiteY3" fmla="*/ 336196 h 527661"/>
                    <a:gd name="connsiteX4" fmla="*/ 186792 w 606022"/>
                    <a:gd name="connsiteY4" fmla="*/ 360997 h 527661"/>
                    <a:gd name="connsiteX5" fmla="*/ 167914 w 606022"/>
                    <a:gd name="connsiteY5" fmla="*/ 351076 h 527661"/>
                    <a:gd name="connsiteX6" fmla="*/ 157978 w 606022"/>
                    <a:gd name="connsiteY6" fmla="*/ 503852 h 527661"/>
                    <a:gd name="connsiteX7" fmla="*/ 132145 w 606022"/>
                    <a:gd name="connsiteY7" fmla="*/ 527661 h 527661"/>
                    <a:gd name="connsiteX8" fmla="*/ 80480 w 606022"/>
                    <a:gd name="connsiteY8" fmla="*/ 527661 h 527661"/>
                    <a:gd name="connsiteX9" fmla="*/ 54647 w 606022"/>
                    <a:gd name="connsiteY9" fmla="*/ 503852 h 527661"/>
                    <a:gd name="connsiteX10" fmla="*/ 44711 w 606022"/>
                    <a:gd name="connsiteY10" fmla="*/ 352069 h 527661"/>
                    <a:gd name="connsiteX11" fmla="*/ 25833 w 606022"/>
                    <a:gd name="connsiteY11" fmla="*/ 360997 h 527661"/>
                    <a:gd name="connsiteX12" fmla="*/ 994 w 606022"/>
                    <a:gd name="connsiteY12" fmla="*/ 336196 h 527661"/>
                    <a:gd name="connsiteX13" fmla="*/ 0 w 606022"/>
                    <a:gd name="connsiteY13" fmla="*/ 179452 h 527661"/>
                    <a:gd name="connsiteX14" fmla="*/ 24839 w 606022"/>
                    <a:gd name="connsiteY14" fmla="*/ 154651 h 527661"/>
                    <a:gd name="connsiteX15" fmla="*/ 331782 w 606022"/>
                    <a:gd name="connsiteY15" fmla="*/ 130920 h 527661"/>
                    <a:gd name="connsiteX16" fmla="*/ 444021 w 606022"/>
                    <a:gd name="connsiteY16" fmla="*/ 130920 h 527661"/>
                    <a:gd name="connsiteX17" fmla="*/ 469846 w 606022"/>
                    <a:gd name="connsiteY17" fmla="*/ 157678 h 527661"/>
                    <a:gd name="connsiteX18" fmla="*/ 444021 w 606022"/>
                    <a:gd name="connsiteY18" fmla="*/ 184435 h 527661"/>
                    <a:gd name="connsiteX19" fmla="*/ 331782 w 606022"/>
                    <a:gd name="connsiteY19" fmla="*/ 184435 h 527661"/>
                    <a:gd name="connsiteX20" fmla="*/ 305957 w 606022"/>
                    <a:gd name="connsiteY20" fmla="*/ 157678 h 527661"/>
                    <a:gd name="connsiteX21" fmla="*/ 331782 w 606022"/>
                    <a:gd name="connsiteY21" fmla="*/ 130920 h 527661"/>
                    <a:gd name="connsiteX22" fmla="*/ 503213 w 606022"/>
                    <a:gd name="connsiteY22" fmla="*/ 73423 h 527661"/>
                    <a:gd name="connsiteX23" fmla="*/ 529572 w 606022"/>
                    <a:gd name="connsiteY23" fmla="*/ 99703 h 527661"/>
                    <a:gd name="connsiteX24" fmla="*/ 503213 w 606022"/>
                    <a:gd name="connsiteY24" fmla="*/ 125983 h 527661"/>
                    <a:gd name="connsiteX25" fmla="*/ 476854 w 606022"/>
                    <a:gd name="connsiteY25" fmla="*/ 99703 h 527661"/>
                    <a:gd name="connsiteX26" fmla="*/ 503213 w 606022"/>
                    <a:gd name="connsiteY26" fmla="*/ 73423 h 527661"/>
                    <a:gd name="connsiteX27" fmla="*/ 287128 w 606022"/>
                    <a:gd name="connsiteY27" fmla="*/ 52570 h 527661"/>
                    <a:gd name="connsiteX28" fmla="*/ 282160 w 606022"/>
                    <a:gd name="connsiteY28" fmla="*/ 57530 h 527661"/>
                    <a:gd name="connsiteX29" fmla="*/ 282160 w 606022"/>
                    <a:gd name="connsiteY29" fmla="*/ 221192 h 527661"/>
                    <a:gd name="connsiteX30" fmla="*/ 287128 w 606022"/>
                    <a:gd name="connsiteY30" fmla="*/ 226152 h 527661"/>
                    <a:gd name="connsiteX31" fmla="*/ 547409 w 606022"/>
                    <a:gd name="connsiteY31" fmla="*/ 226152 h 527661"/>
                    <a:gd name="connsiteX32" fmla="*/ 551383 w 606022"/>
                    <a:gd name="connsiteY32" fmla="*/ 221192 h 527661"/>
                    <a:gd name="connsiteX33" fmla="*/ 551383 w 606022"/>
                    <a:gd name="connsiteY33" fmla="*/ 57530 h 527661"/>
                    <a:gd name="connsiteX34" fmla="*/ 547409 w 606022"/>
                    <a:gd name="connsiteY34" fmla="*/ 52570 h 527661"/>
                    <a:gd name="connsiteX35" fmla="*/ 287128 w 606022"/>
                    <a:gd name="connsiteY35" fmla="*/ 0 h 527661"/>
                    <a:gd name="connsiteX36" fmla="*/ 547409 w 606022"/>
                    <a:gd name="connsiteY36" fmla="*/ 0 h 527661"/>
                    <a:gd name="connsiteX37" fmla="*/ 606022 w 606022"/>
                    <a:gd name="connsiteY37" fmla="*/ 57530 h 527661"/>
                    <a:gd name="connsiteX38" fmla="*/ 606022 w 606022"/>
                    <a:gd name="connsiteY38" fmla="*/ 221192 h 527661"/>
                    <a:gd name="connsiteX39" fmla="*/ 547409 w 606022"/>
                    <a:gd name="connsiteY39" fmla="*/ 278722 h 527661"/>
                    <a:gd name="connsiteX40" fmla="*/ 287128 w 606022"/>
                    <a:gd name="connsiteY40" fmla="*/ 278722 h 527661"/>
                    <a:gd name="connsiteX41" fmla="*/ 229508 w 606022"/>
                    <a:gd name="connsiteY41" fmla="*/ 221192 h 527661"/>
                    <a:gd name="connsiteX42" fmla="*/ 229508 w 606022"/>
                    <a:gd name="connsiteY42" fmla="*/ 57530 h 527661"/>
                    <a:gd name="connsiteX43" fmla="*/ 287128 w 606022"/>
                    <a:gd name="connsiteY43" fmla="*/ 0 h 527661"/>
                    <a:gd name="connsiteX44" fmla="*/ 106313 w 606022"/>
                    <a:gd name="connsiteY44" fmla="*/ 0 h 527661"/>
                    <a:gd name="connsiteX45" fmla="*/ 175835 w 606022"/>
                    <a:gd name="connsiteY45" fmla="*/ 68964 h 527661"/>
                    <a:gd name="connsiteX46" fmla="*/ 106313 w 606022"/>
                    <a:gd name="connsiteY46" fmla="*/ 137928 h 527661"/>
                    <a:gd name="connsiteX47" fmla="*/ 36791 w 606022"/>
                    <a:gd name="connsiteY47" fmla="*/ 68964 h 527661"/>
                    <a:gd name="connsiteX48" fmla="*/ 106313 w 606022"/>
                    <a:gd name="connsiteY48" fmla="*/ 0 h 5276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606022" h="527661">
                      <a:moveTo>
                        <a:pt x="24839" y="154651"/>
                      </a:moveTo>
                      <a:cubicBezTo>
                        <a:pt x="35769" y="154651"/>
                        <a:pt x="187786" y="154651"/>
                        <a:pt x="187786" y="154651"/>
                      </a:cubicBezTo>
                      <a:cubicBezTo>
                        <a:pt x="201696" y="154651"/>
                        <a:pt x="212625" y="166556"/>
                        <a:pt x="212625" y="179452"/>
                      </a:cubicBezTo>
                      <a:lnTo>
                        <a:pt x="212625" y="336196"/>
                      </a:lnTo>
                      <a:cubicBezTo>
                        <a:pt x="211631" y="350084"/>
                        <a:pt x="200702" y="360997"/>
                        <a:pt x="186792" y="360997"/>
                      </a:cubicBezTo>
                      <a:cubicBezTo>
                        <a:pt x="178843" y="360997"/>
                        <a:pt x="171888" y="357029"/>
                        <a:pt x="167914" y="351076"/>
                      </a:cubicBezTo>
                      <a:lnTo>
                        <a:pt x="157978" y="503852"/>
                      </a:lnTo>
                      <a:cubicBezTo>
                        <a:pt x="156985" y="517741"/>
                        <a:pt x="146055" y="527661"/>
                        <a:pt x="132145" y="527661"/>
                      </a:cubicBezTo>
                      <a:lnTo>
                        <a:pt x="80480" y="527661"/>
                      </a:lnTo>
                      <a:cubicBezTo>
                        <a:pt x="66570" y="527661"/>
                        <a:pt x="55640" y="517741"/>
                        <a:pt x="54647" y="503852"/>
                      </a:cubicBezTo>
                      <a:lnTo>
                        <a:pt x="44711" y="352069"/>
                      </a:lnTo>
                      <a:cubicBezTo>
                        <a:pt x="40737" y="357029"/>
                        <a:pt x="33782" y="360997"/>
                        <a:pt x="25833" y="360997"/>
                      </a:cubicBezTo>
                      <a:cubicBezTo>
                        <a:pt x="11923" y="360997"/>
                        <a:pt x="994" y="350084"/>
                        <a:pt x="994" y="336196"/>
                      </a:cubicBezTo>
                      <a:lnTo>
                        <a:pt x="0" y="179452"/>
                      </a:lnTo>
                      <a:cubicBezTo>
                        <a:pt x="0" y="165564"/>
                        <a:pt x="10929" y="154651"/>
                        <a:pt x="24839" y="154651"/>
                      </a:cubicBezTo>
                      <a:close/>
                      <a:moveTo>
                        <a:pt x="331782" y="130920"/>
                      </a:moveTo>
                      <a:lnTo>
                        <a:pt x="444021" y="130920"/>
                      </a:lnTo>
                      <a:cubicBezTo>
                        <a:pt x="458920" y="130920"/>
                        <a:pt x="469846" y="142812"/>
                        <a:pt x="469846" y="157678"/>
                      </a:cubicBezTo>
                      <a:cubicBezTo>
                        <a:pt x="469846" y="172543"/>
                        <a:pt x="458920" y="184435"/>
                        <a:pt x="444021" y="184435"/>
                      </a:cubicBezTo>
                      <a:lnTo>
                        <a:pt x="331782" y="184435"/>
                      </a:lnTo>
                      <a:cubicBezTo>
                        <a:pt x="317876" y="184435"/>
                        <a:pt x="305957" y="172543"/>
                        <a:pt x="305957" y="157678"/>
                      </a:cubicBezTo>
                      <a:cubicBezTo>
                        <a:pt x="305957" y="142812"/>
                        <a:pt x="317876" y="130920"/>
                        <a:pt x="331782" y="130920"/>
                      </a:cubicBezTo>
                      <a:close/>
                      <a:moveTo>
                        <a:pt x="503213" y="73423"/>
                      </a:moveTo>
                      <a:cubicBezTo>
                        <a:pt x="517771" y="73423"/>
                        <a:pt x="529572" y="85189"/>
                        <a:pt x="529572" y="99703"/>
                      </a:cubicBezTo>
                      <a:cubicBezTo>
                        <a:pt x="529572" y="114217"/>
                        <a:pt x="517771" y="125983"/>
                        <a:pt x="503213" y="125983"/>
                      </a:cubicBezTo>
                      <a:cubicBezTo>
                        <a:pt x="488655" y="125983"/>
                        <a:pt x="476854" y="114217"/>
                        <a:pt x="476854" y="99703"/>
                      </a:cubicBezTo>
                      <a:cubicBezTo>
                        <a:pt x="476854" y="85189"/>
                        <a:pt x="488655" y="73423"/>
                        <a:pt x="503213" y="73423"/>
                      </a:cubicBezTo>
                      <a:close/>
                      <a:moveTo>
                        <a:pt x="287128" y="52570"/>
                      </a:moveTo>
                      <a:cubicBezTo>
                        <a:pt x="285141" y="52570"/>
                        <a:pt x="282160" y="54554"/>
                        <a:pt x="282160" y="57530"/>
                      </a:cubicBezTo>
                      <a:lnTo>
                        <a:pt x="282160" y="221192"/>
                      </a:lnTo>
                      <a:cubicBezTo>
                        <a:pt x="282160" y="224168"/>
                        <a:pt x="285141" y="226152"/>
                        <a:pt x="287128" y="226152"/>
                      </a:cubicBezTo>
                      <a:lnTo>
                        <a:pt x="547409" y="226152"/>
                      </a:lnTo>
                      <a:cubicBezTo>
                        <a:pt x="550389" y="226152"/>
                        <a:pt x="551383" y="224168"/>
                        <a:pt x="551383" y="221192"/>
                      </a:cubicBezTo>
                      <a:lnTo>
                        <a:pt x="551383" y="57530"/>
                      </a:lnTo>
                      <a:cubicBezTo>
                        <a:pt x="551383" y="54554"/>
                        <a:pt x="550389" y="52570"/>
                        <a:pt x="547409" y="52570"/>
                      </a:cubicBezTo>
                      <a:close/>
                      <a:moveTo>
                        <a:pt x="287128" y="0"/>
                      </a:moveTo>
                      <a:lnTo>
                        <a:pt x="547409" y="0"/>
                      </a:lnTo>
                      <a:cubicBezTo>
                        <a:pt x="579199" y="0"/>
                        <a:pt x="606022" y="25789"/>
                        <a:pt x="606022" y="57530"/>
                      </a:cubicBezTo>
                      <a:lnTo>
                        <a:pt x="606022" y="221192"/>
                      </a:lnTo>
                      <a:cubicBezTo>
                        <a:pt x="606022" y="252933"/>
                        <a:pt x="579199" y="278722"/>
                        <a:pt x="547409" y="278722"/>
                      </a:cubicBezTo>
                      <a:lnTo>
                        <a:pt x="287128" y="278722"/>
                      </a:lnTo>
                      <a:cubicBezTo>
                        <a:pt x="255337" y="278722"/>
                        <a:pt x="229508" y="252933"/>
                        <a:pt x="229508" y="221192"/>
                      </a:cubicBezTo>
                      <a:lnTo>
                        <a:pt x="229508" y="57530"/>
                      </a:lnTo>
                      <a:cubicBezTo>
                        <a:pt x="229508" y="25789"/>
                        <a:pt x="255337" y="0"/>
                        <a:pt x="287128" y="0"/>
                      </a:cubicBezTo>
                      <a:close/>
                      <a:moveTo>
                        <a:pt x="106313" y="0"/>
                      </a:moveTo>
                      <a:cubicBezTo>
                        <a:pt x="144709" y="0"/>
                        <a:pt x="175835" y="30876"/>
                        <a:pt x="175835" y="68964"/>
                      </a:cubicBezTo>
                      <a:cubicBezTo>
                        <a:pt x="175835" y="107052"/>
                        <a:pt x="144709" y="137928"/>
                        <a:pt x="106313" y="137928"/>
                      </a:cubicBezTo>
                      <a:cubicBezTo>
                        <a:pt x="67917" y="137928"/>
                        <a:pt x="36791" y="107052"/>
                        <a:pt x="36791" y="68964"/>
                      </a:cubicBezTo>
                      <a:cubicBezTo>
                        <a:pt x="36791" y="30876"/>
                        <a:pt x="67917" y="0"/>
                        <a:pt x="10631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39" name="组合 38" descr="21ee7aed-15d9-46a6-acb8-281bb4317175">
              <a:extLst>
                <a:ext uri="{FF2B5EF4-FFF2-40B4-BE49-F238E27FC236}">
                  <a16:creationId id="{CAA21E08-4820-17FE-3CA3-937D49CCA757}"/>
                </a:ext>
              </a:extLst>
            </p:cNvPr>
            <p:cNvGrpSpPr/>
            <p:nvPr/>
          </p:nvGrpSpPr>
          <p:grpSpPr>
            <a:xfrm>
              <a:off x="8882235" y="1717501"/>
              <a:ext cx="2540156" cy="4416599"/>
              <a:chOff x="8882235" y="1447172"/>
              <a:chExt cx="2540156" cy="4416599"/>
            </a:xfrm>
          </p:grpSpPr>
          <p:sp>
            <p:nvSpPr>
              <p:cNvPr id="24" name="Text4" descr="318583b6-eea5-4f26-8e00-e9d98dd4f52e">
                <a:extLst>
                  <a:ext uri="{FF2B5EF4-FFF2-40B4-BE49-F238E27FC236}">
                    <a16:creationId id="{677D5A0B-CFB6-41B8-8A73-9EFB25CB65AD}"/>
                  </a:ext>
                </a:extLst>
              </p:cNvPr>
              <p:cNvSpPr txBox="1"/>
              <p:nvPr/>
            </p:nvSpPr>
            <p:spPr>
              <a:xfrm flipH="1">
                <a:off x="8882235" y="4694515"/>
                <a:ext cx="2540156" cy="11692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在面对[具体挑战]时，能够迅速定位问题并提出有效的解决方案。</a:t>
                </a:r>
                <a:endParaRPr lang="en-US" dirty="0"/>
              </a:p>
            </p:txBody>
          </p:sp>
          <p:sp>
            <p:nvSpPr>
              <p:cNvPr id="25" name="Bullet4" descr="e73b6825-39fa-452e-bb74-b98fea78178a">
                <a:extLst>
                  <a:ext uri="{FF2B5EF4-FFF2-40B4-BE49-F238E27FC236}">
                    <a16:creationId id="{9B5F056E-198C-47B3-BC4D-CBD89576D15E}"/>
                  </a:ext>
                </a:extLst>
              </p:cNvPr>
              <p:cNvSpPr/>
              <p:nvPr/>
            </p:nvSpPr>
            <p:spPr>
              <a:xfrm flipH="1">
                <a:off x="8882235" y="4163853"/>
                <a:ext cx="2540156" cy="447087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b="1" dirty="0"/>
                  <a:t>问题解决能力</a:t>
                </a:r>
                <a:endParaRPr lang="en-US" dirty="0"/>
              </a:p>
            </p:txBody>
          </p:sp>
          <p:sp>
            <p:nvSpPr>
              <p:cNvPr id="20" name="Number4" descr="5a94146a-e1cf-446c-a604-2fd7152db46e">
                <a:extLst>
                  <a:ext uri="{FF2B5EF4-FFF2-40B4-BE49-F238E27FC236}">
                    <a16:creationId id="{758D8978-772D-49DC-A59F-7DCB081FD7C3}"/>
                  </a:ext>
                </a:extLst>
              </p:cNvPr>
              <p:cNvSpPr/>
              <p:nvPr/>
            </p:nvSpPr>
            <p:spPr>
              <a:xfrm>
                <a:off x="9715768" y="1447172"/>
                <a:ext cx="873090" cy="844926"/>
              </a:xfrm>
              <a:prstGeom prst="rect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354"/>
                <a:r>
                  <a:rPr lang="en-US" altLang="zh-CN" sz="4000" dirty="0">
                    <a:solidFill>
                      <a:schemeClr val="accent2"/>
                    </a:solidFill>
                  </a:rPr>
                  <a:t>04</a:t>
                </a:r>
                <a:endParaRPr lang="zh-CN" altLang="en-US" sz="4000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21" name="直接连接符 20" descr="ed762c21-0e67-4e11-a40d-f0c17dfc3a7b">
                <a:extLst>
                  <a:ext uri="{FF2B5EF4-FFF2-40B4-BE49-F238E27FC236}">
                    <a16:creationId id="{75501D61-BCC0-4316-BD0C-B5005727AF8A}"/>
                  </a:ext>
                </a:extLst>
              </p:cNvPr>
              <p:cNvCxnSpPr>
                <a:stCxn id="20" idx="2"/>
                <a:endCxn id="25" idx="0"/>
              </p:cNvCxnSpPr>
              <p:nvPr/>
            </p:nvCxnSpPr>
            <p:spPr>
              <a:xfrm>
                <a:off x="10152313" y="2292098"/>
                <a:ext cx="0" cy="1871755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" name="组合 34" descr="fabda722-8655-4b72-a9b1-bc5c03be581a">
                <a:extLst>
                  <a:ext uri="{FF2B5EF4-FFF2-40B4-BE49-F238E27FC236}">
                    <a16:creationId id="{BE2FE7E9-1974-2484-FDC1-8324EFD0FE0D}"/>
                  </a:ext>
                </a:extLst>
              </p:cNvPr>
              <p:cNvGrpSpPr/>
              <p:nvPr/>
            </p:nvGrpSpPr>
            <p:grpSpPr>
              <a:xfrm>
                <a:off x="9837532" y="2931214"/>
                <a:ext cx="629562" cy="629562"/>
                <a:chOff x="9837532" y="2931214"/>
                <a:chExt cx="629562" cy="629562"/>
              </a:xfrm>
            </p:grpSpPr>
            <p:sp>
              <p:nvSpPr>
                <p:cNvPr id="22" name="椭圆 21" descr="3042e28b-d6ba-450c-a572-e2dc4aed83d4">
                  <a:extLst>
                    <a:ext uri="{FF2B5EF4-FFF2-40B4-BE49-F238E27FC236}">
                      <a16:creationId id="{BDED1112-1FC2-49B9-8D44-2D50619E221A}"/>
                    </a:ext>
                  </a:extLst>
                </p:cNvPr>
                <p:cNvSpPr/>
                <p:nvPr/>
              </p:nvSpPr>
              <p:spPr>
                <a:xfrm>
                  <a:off x="9837532" y="2931214"/>
                  <a:ext cx="629562" cy="629562"/>
                </a:xfrm>
                <a:prstGeom prst="ellipse">
                  <a:avLst/>
                </a:prstGeom>
                <a:solidFill>
                  <a:schemeClr val="accent2"/>
                </a:solidFill>
                <a:ln w="1905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Icon4" descr="b3816bb9-f135-4cbc-8e9d-9651db7f7455">
                  <a:extLst>
                    <a:ext uri="{FF2B5EF4-FFF2-40B4-BE49-F238E27FC236}">
                      <a16:creationId id="{DAEEBC42-4E06-4164-9E6A-B8C3EFE4B34A}"/>
                    </a:ext>
                  </a:extLst>
                </p:cNvPr>
                <p:cNvSpPr/>
                <p:nvPr/>
              </p:nvSpPr>
              <p:spPr>
                <a:xfrm>
                  <a:off x="9977516" y="3069780"/>
                  <a:ext cx="349594" cy="352430"/>
                </a:xfrm>
                <a:custGeom>
                  <a:avLst/>
                  <a:gdLst>
                    <a:gd name="connsiteX0" fmla="*/ 24905 w 565449"/>
                    <a:gd name="connsiteY0" fmla="*/ 197064 h 570035"/>
                    <a:gd name="connsiteX1" fmla="*/ 187249 w 565449"/>
                    <a:gd name="connsiteY1" fmla="*/ 197064 h 570035"/>
                    <a:gd name="connsiteX2" fmla="*/ 212154 w 565449"/>
                    <a:gd name="connsiteY2" fmla="*/ 222850 h 570035"/>
                    <a:gd name="connsiteX3" fmla="*/ 212154 w 565449"/>
                    <a:gd name="connsiteY3" fmla="*/ 378484 h 570035"/>
                    <a:gd name="connsiteX4" fmla="*/ 187249 w 565449"/>
                    <a:gd name="connsiteY4" fmla="*/ 403349 h 570035"/>
                    <a:gd name="connsiteX5" fmla="*/ 167879 w 565449"/>
                    <a:gd name="connsiteY5" fmla="*/ 394140 h 570035"/>
                    <a:gd name="connsiteX6" fmla="*/ 157732 w 565449"/>
                    <a:gd name="connsiteY6" fmla="*/ 546091 h 570035"/>
                    <a:gd name="connsiteX7" fmla="*/ 131905 w 565449"/>
                    <a:gd name="connsiteY7" fmla="*/ 570035 h 570035"/>
                    <a:gd name="connsiteX8" fmla="*/ 80250 w 565449"/>
                    <a:gd name="connsiteY8" fmla="*/ 570035 h 570035"/>
                    <a:gd name="connsiteX9" fmla="*/ 54422 w 565449"/>
                    <a:gd name="connsiteY9" fmla="*/ 546091 h 570035"/>
                    <a:gd name="connsiteX10" fmla="*/ 45198 w 565449"/>
                    <a:gd name="connsiteY10" fmla="*/ 394140 h 570035"/>
                    <a:gd name="connsiteX11" fmla="*/ 25827 w 565449"/>
                    <a:gd name="connsiteY11" fmla="*/ 403349 h 570035"/>
                    <a:gd name="connsiteX12" fmla="*/ 0 w 565449"/>
                    <a:gd name="connsiteY12" fmla="*/ 378484 h 570035"/>
                    <a:gd name="connsiteX13" fmla="*/ 0 w 565449"/>
                    <a:gd name="connsiteY13" fmla="*/ 222850 h 570035"/>
                    <a:gd name="connsiteX14" fmla="*/ 24905 w 565449"/>
                    <a:gd name="connsiteY14" fmla="*/ 197064 h 570035"/>
                    <a:gd name="connsiteX15" fmla="*/ 445512 w 565449"/>
                    <a:gd name="connsiteY15" fmla="*/ 95801 h 570035"/>
                    <a:gd name="connsiteX16" fmla="*/ 428905 w 565449"/>
                    <a:gd name="connsiteY16" fmla="*/ 112382 h 570035"/>
                    <a:gd name="connsiteX17" fmla="*/ 445512 w 565449"/>
                    <a:gd name="connsiteY17" fmla="*/ 128041 h 570035"/>
                    <a:gd name="connsiteX18" fmla="*/ 461196 w 565449"/>
                    <a:gd name="connsiteY18" fmla="*/ 112382 h 570035"/>
                    <a:gd name="connsiteX19" fmla="*/ 445512 w 565449"/>
                    <a:gd name="connsiteY19" fmla="*/ 95801 h 570035"/>
                    <a:gd name="connsiteX20" fmla="*/ 393846 w 565449"/>
                    <a:gd name="connsiteY20" fmla="*/ 95801 h 570035"/>
                    <a:gd name="connsiteX21" fmla="*/ 377240 w 565449"/>
                    <a:gd name="connsiteY21" fmla="*/ 112382 h 570035"/>
                    <a:gd name="connsiteX22" fmla="*/ 393846 w 565449"/>
                    <a:gd name="connsiteY22" fmla="*/ 128041 h 570035"/>
                    <a:gd name="connsiteX23" fmla="*/ 409530 w 565449"/>
                    <a:gd name="connsiteY23" fmla="*/ 112382 h 570035"/>
                    <a:gd name="connsiteX24" fmla="*/ 393846 w 565449"/>
                    <a:gd name="connsiteY24" fmla="*/ 95801 h 570035"/>
                    <a:gd name="connsiteX25" fmla="*/ 342181 w 565449"/>
                    <a:gd name="connsiteY25" fmla="*/ 95801 h 570035"/>
                    <a:gd name="connsiteX26" fmla="*/ 326497 w 565449"/>
                    <a:gd name="connsiteY26" fmla="*/ 112382 h 570035"/>
                    <a:gd name="connsiteX27" fmla="*/ 342181 w 565449"/>
                    <a:gd name="connsiteY27" fmla="*/ 128041 h 570035"/>
                    <a:gd name="connsiteX28" fmla="*/ 358788 w 565449"/>
                    <a:gd name="connsiteY28" fmla="*/ 112382 h 570035"/>
                    <a:gd name="connsiteX29" fmla="*/ 342181 w 565449"/>
                    <a:gd name="connsiteY29" fmla="*/ 95801 h 570035"/>
                    <a:gd name="connsiteX30" fmla="*/ 106004 w 565449"/>
                    <a:gd name="connsiteY30" fmla="*/ 42312 h 570035"/>
                    <a:gd name="connsiteX31" fmla="*/ 175169 w 565449"/>
                    <a:gd name="connsiteY31" fmla="*/ 111403 h 570035"/>
                    <a:gd name="connsiteX32" fmla="*/ 106004 w 565449"/>
                    <a:gd name="connsiteY32" fmla="*/ 180494 h 570035"/>
                    <a:gd name="connsiteX33" fmla="*/ 36839 w 565449"/>
                    <a:gd name="connsiteY33" fmla="*/ 111403 h 570035"/>
                    <a:gd name="connsiteX34" fmla="*/ 106004 w 565449"/>
                    <a:gd name="connsiteY34" fmla="*/ 42312 h 570035"/>
                    <a:gd name="connsiteX35" fmla="*/ 400304 w 565449"/>
                    <a:gd name="connsiteY35" fmla="*/ 0 h 570035"/>
                    <a:gd name="connsiteX36" fmla="*/ 565449 w 565449"/>
                    <a:gd name="connsiteY36" fmla="*/ 112382 h 570035"/>
                    <a:gd name="connsiteX37" fmla="*/ 400304 w 565449"/>
                    <a:gd name="connsiteY37" fmla="*/ 223842 h 570035"/>
                    <a:gd name="connsiteX38" fmla="*/ 264683 w 565449"/>
                    <a:gd name="connsiteY38" fmla="*/ 176863 h 570035"/>
                    <a:gd name="connsiteX39" fmla="*/ 257302 w 565449"/>
                    <a:gd name="connsiteY39" fmla="*/ 173178 h 570035"/>
                    <a:gd name="connsiteX40" fmla="*/ 213940 w 565449"/>
                    <a:gd name="connsiteY40" fmla="*/ 164888 h 570035"/>
                    <a:gd name="connsiteX41" fmla="*/ 203791 w 565449"/>
                    <a:gd name="connsiteY41" fmla="*/ 155676 h 570035"/>
                    <a:gd name="connsiteX42" fmla="*/ 206559 w 565449"/>
                    <a:gd name="connsiteY42" fmla="*/ 141859 h 570035"/>
                    <a:gd name="connsiteX43" fmla="*/ 231469 w 565449"/>
                    <a:gd name="connsiteY43" fmla="*/ 114224 h 570035"/>
                    <a:gd name="connsiteX44" fmla="*/ 235160 w 565449"/>
                    <a:gd name="connsiteY44" fmla="*/ 105933 h 570035"/>
                    <a:gd name="connsiteX45" fmla="*/ 400304 w 565449"/>
                    <a:gd name="connsiteY45" fmla="*/ 0 h 570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565449" h="570035">
                      <a:moveTo>
                        <a:pt x="24905" y="197064"/>
                      </a:moveTo>
                      <a:cubicBezTo>
                        <a:pt x="35974" y="197064"/>
                        <a:pt x="187249" y="197064"/>
                        <a:pt x="187249" y="197064"/>
                      </a:cubicBezTo>
                      <a:cubicBezTo>
                        <a:pt x="201085" y="197064"/>
                        <a:pt x="212154" y="209036"/>
                        <a:pt x="212154" y="222850"/>
                      </a:cubicBezTo>
                      <a:lnTo>
                        <a:pt x="212154" y="378484"/>
                      </a:lnTo>
                      <a:cubicBezTo>
                        <a:pt x="212154" y="392298"/>
                        <a:pt x="200163" y="403349"/>
                        <a:pt x="187249" y="403349"/>
                      </a:cubicBezTo>
                      <a:cubicBezTo>
                        <a:pt x="178948" y="403349"/>
                        <a:pt x="172491" y="399666"/>
                        <a:pt x="167879" y="394140"/>
                      </a:cubicBezTo>
                      <a:lnTo>
                        <a:pt x="157732" y="546091"/>
                      </a:lnTo>
                      <a:cubicBezTo>
                        <a:pt x="156810" y="559905"/>
                        <a:pt x="145741" y="570035"/>
                        <a:pt x="131905" y="570035"/>
                      </a:cubicBezTo>
                      <a:lnTo>
                        <a:pt x="80250" y="570035"/>
                      </a:lnTo>
                      <a:cubicBezTo>
                        <a:pt x="66414" y="570035"/>
                        <a:pt x="55345" y="559905"/>
                        <a:pt x="54422" y="546091"/>
                      </a:cubicBezTo>
                      <a:lnTo>
                        <a:pt x="45198" y="394140"/>
                      </a:lnTo>
                      <a:cubicBezTo>
                        <a:pt x="40586" y="399666"/>
                        <a:pt x="33206" y="403349"/>
                        <a:pt x="25827" y="403349"/>
                      </a:cubicBezTo>
                      <a:cubicBezTo>
                        <a:pt x="11991" y="403349"/>
                        <a:pt x="922" y="392298"/>
                        <a:pt x="0" y="378484"/>
                      </a:cubicBezTo>
                      <a:lnTo>
                        <a:pt x="0" y="222850"/>
                      </a:lnTo>
                      <a:cubicBezTo>
                        <a:pt x="0" y="209036"/>
                        <a:pt x="11069" y="197064"/>
                        <a:pt x="24905" y="197064"/>
                      </a:cubicBezTo>
                      <a:close/>
                      <a:moveTo>
                        <a:pt x="445512" y="95801"/>
                      </a:moveTo>
                      <a:cubicBezTo>
                        <a:pt x="436286" y="95801"/>
                        <a:pt x="428905" y="103170"/>
                        <a:pt x="428905" y="112382"/>
                      </a:cubicBezTo>
                      <a:cubicBezTo>
                        <a:pt x="428905" y="120672"/>
                        <a:pt x="436286" y="128041"/>
                        <a:pt x="445512" y="128041"/>
                      </a:cubicBezTo>
                      <a:cubicBezTo>
                        <a:pt x="453815" y="128041"/>
                        <a:pt x="461196" y="120672"/>
                        <a:pt x="461196" y="112382"/>
                      </a:cubicBezTo>
                      <a:cubicBezTo>
                        <a:pt x="461196" y="103170"/>
                        <a:pt x="453815" y="95801"/>
                        <a:pt x="445512" y="95801"/>
                      </a:cubicBezTo>
                      <a:close/>
                      <a:moveTo>
                        <a:pt x="393846" y="95801"/>
                      </a:moveTo>
                      <a:cubicBezTo>
                        <a:pt x="384620" y="95801"/>
                        <a:pt x="377240" y="103170"/>
                        <a:pt x="377240" y="112382"/>
                      </a:cubicBezTo>
                      <a:cubicBezTo>
                        <a:pt x="377240" y="120672"/>
                        <a:pt x="384620" y="128041"/>
                        <a:pt x="393846" y="128041"/>
                      </a:cubicBezTo>
                      <a:cubicBezTo>
                        <a:pt x="403072" y="128041"/>
                        <a:pt x="409530" y="120672"/>
                        <a:pt x="409530" y="112382"/>
                      </a:cubicBezTo>
                      <a:cubicBezTo>
                        <a:pt x="409530" y="103170"/>
                        <a:pt x="403072" y="95801"/>
                        <a:pt x="393846" y="95801"/>
                      </a:cubicBezTo>
                      <a:close/>
                      <a:moveTo>
                        <a:pt x="342181" y="95801"/>
                      </a:moveTo>
                      <a:cubicBezTo>
                        <a:pt x="332955" y="95801"/>
                        <a:pt x="326497" y="103170"/>
                        <a:pt x="326497" y="112382"/>
                      </a:cubicBezTo>
                      <a:cubicBezTo>
                        <a:pt x="326497" y="120672"/>
                        <a:pt x="332955" y="128041"/>
                        <a:pt x="342181" y="128041"/>
                      </a:cubicBezTo>
                      <a:cubicBezTo>
                        <a:pt x="351407" y="128041"/>
                        <a:pt x="357865" y="120672"/>
                        <a:pt x="358788" y="112382"/>
                      </a:cubicBezTo>
                      <a:cubicBezTo>
                        <a:pt x="358788" y="103170"/>
                        <a:pt x="351407" y="95801"/>
                        <a:pt x="342181" y="95801"/>
                      </a:cubicBezTo>
                      <a:close/>
                      <a:moveTo>
                        <a:pt x="106004" y="42312"/>
                      </a:moveTo>
                      <a:cubicBezTo>
                        <a:pt x="144203" y="42312"/>
                        <a:pt x="175169" y="73245"/>
                        <a:pt x="175169" y="111403"/>
                      </a:cubicBezTo>
                      <a:cubicBezTo>
                        <a:pt x="175169" y="149561"/>
                        <a:pt x="144203" y="180494"/>
                        <a:pt x="106004" y="180494"/>
                      </a:cubicBezTo>
                      <a:cubicBezTo>
                        <a:pt x="67805" y="180494"/>
                        <a:pt x="36839" y="149561"/>
                        <a:pt x="36839" y="111403"/>
                      </a:cubicBezTo>
                      <a:cubicBezTo>
                        <a:pt x="36839" y="73245"/>
                        <a:pt x="67805" y="42312"/>
                        <a:pt x="106004" y="42312"/>
                      </a:cubicBezTo>
                      <a:close/>
                      <a:moveTo>
                        <a:pt x="400304" y="0"/>
                      </a:moveTo>
                      <a:cubicBezTo>
                        <a:pt x="491642" y="0"/>
                        <a:pt x="565449" y="50664"/>
                        <a:pt x="565449" y="112382"/>
                      </a:cubicBezTo>
                      <a:cubicBezTo>
                        <a:pt x="565449" y="174099"/>
                        <a:pt x="491642" y="223842"/>
                        <a:pt x="400304" y="223842"/>
                      </a:cubicBezTo>
                      <a:cubicBezTo>
                        <a:pt x="344026" y="223842"/>
                        <a:pt x="295128" y="205419"/>
                        <a:pt x="264683" y="176863"/>
                      </a:cubicBezTo>
                      <a:cubicBezTo>
                        <a:pt x="262838" y="175021"/>
                        <a:pt x="260070" y="173178"/>
                        <a:pt x="257302" y="173178"/>
                      </a:cubicBezTo>
                      <a:lnTo>
                        <a:pt x="213940" y="164888"/>
                      </a:lnTo>
                      <a:cubicBezTo>
                        <a:pt x="209327" y="163967"/>
                        <a:pt x="205637" y="160282"/>
                        <a:pt x="203791" y="155676"/>
                      </a:cubicBezTo>
                      <a:cubicBezTo>
                        <a:pt x="201946" y="151070"/>
                        <a:pt x="202869" y="145543"/>
                        <a:pt x="206559" y="141859"/>
                      </a:cubicBezTo>
                      <a:lnTo>
                        <a:pt x="231469" y="114224"/>
                      </a:lnTo>
                      <a:cubicBezTo>
                        <a:pt x="233315" y="111460"/>
                        <a:pt x="234237" y="108697"/>
                        <a:pt x="235160" y="105933"/>
                      </a:cubicBezTo>
                      <a:cubicBezTo>
                        <a:pt x="239773" y="46979"/>
                        <a:pt x="311735" y="0"/>
                        <a:pt x="40030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" name="Title" descr="b3527e7f-fcd9-4d8f-a38c-f96c863c150f">
              <a:extLst>
                <a:ext uri="{FF2B5EF4-FFF2-40B4-BE49-F238E27FC236}">
                  <a16:creationId id="{B7EBAFA6-E0CF-FA44-C228-2F9C1D8B280E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zh-CN" altLang="en-US" sz="2400" b="1" dirty="0"/>
                <a:t>从技术到管理的综合能力提升</a:t>
              </a:r>
              <a:endParaRPr lang="en-US" dirty="0"/>
            </a:p>
          </p:txBody>
        </p:sp>
      </p:grpSp>
      <p:sp>
        <p:nvSpPr>
          <p:cNvPr id="2" name="" descr="f2cb5a3e-a56f-4039-90cf-356862657e2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个人成长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16="http://schemas.microsoft.com/office/drawing/2014/main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4" name="e49a8fe0-8282-4cf3-a8e1-43bada2fb9ba.source.4.zh-Hans.pptx" descr="ef88881b-050d-41ac-b53c-e2b63be90dd4">
            <a:extLst>
              <a:ext uri="{FF2B5EF4-FFF2-40B4-BE49-F238E27FC236}">
                <a16:creationId id="{F4144D14-6193-3219-792C-203D12161E8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8" name="组合 17" descr="2b3bc8c0-a6ad-4297-b49a-75a1de607903">
              <a:extLst>
                <a:ext uri="{FF2B5EF4-FFF2-40B4-BE49-F238E27FC236}">
                  <a16:creationId id="{6D0D0F9B-7B1B-FDED-4547-54B895091239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9" name="任意多边形: 形状 8" descr="df7a6b70-83f3-4bfc-822a-6311c7afa79b">
                <a:extLst>
                  <a:ext uri="{FF2B5EF4-FFF2-40B4-BE49-F238E27FC236}">
                    <a16:creationId id="{D37472AD-471A-8455-8B38-FF54A173F39E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custGeom>
                <a:avLst/>
                <a:gdLst>
                  <a:gd name="connsiteX0" fmla="*/ 0 w 12192000"/>
                  <a:gd name="connsiteY0" fmla="*/ 0 h 6858000"/>
                  <a:gd name="connsiteX1" fmla="*/ 12192000 w 12192000"/>
                  <a:gd name="connsiteY1" fmla="*/ 0 h 6858000"/>
                  <a:gd name="connsiteX2" fmla="*/ 12192000 w 12192000"/>
                  <a:gd name="connsiteY2" fmla="*/ 6858000 h 6858000"/>
                  <a:gd name="connsiteX3" fmla="*/ 0 w 12192000"/>
                  <a:gd name="connsiteY3" fmla="*/ 68580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92000" h="6858000">
                    <a:moveTo>
                      <a:pt x="0" y="0"/>
                    </a:moveTo>
                    <a:lnTo>
                      <a:pt x="12192000" y="0"/>
                    </a:lnTo>
                    <a:lnTo>
                      <a:pt x="12192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任意多边形: 形状 9" descr="60b9e3b5-7c96-4498-979f-d50d6524c297">
                <a:extLst>
                  <a:ext uri="{FF2B5EF4-FFF2-40B4-BE49-F238E27FC236}">
                    <a16:creationId id="{F8463E2B-10BC-4DE2-1F27-90A904F8463A}"/>
                  </a:ext>
                </a:extLst>
              </p:cNvPr>
              <p:cNvSpPr/>
              <p:nvPr/>
            </p:nvSpPr>
            <p:spPr>
              <a:xfrm>
                <a:off x="0" y="5217938"/>
                <a:ext cx="12185650" cy="1640062"/>
              </a:xfrm>
              <a:custGeom>
                <a:avLst/>
                <a:gdLst>
                  <a:gd name="connsiteX0" fmla="*/ 12185650 w 12185650"/>
                  <a:gd name="connsiteY0" fmla="*/ 0 h 1640062"/>
                  <a:gd name="connsiteX1" fmla="*/ 12185650 w 12185650"/>
                  <a:gd name="connsiteY1" fmla="*/ 1640062 h 1640062"/>
                  <a:gd name="connsiteX2" fmla="*/ 0 w 12185650"/>
                  <a:gd name="connsiteY2" fmla="*/ 1640062 h 1640062"/>
                  <a:gd name="connsiteX3" fmla="*/ 0 w 12185650"/>
                  <a:gd name="connsiteY3" fmla="*/ 11814 h 1640062"/>
                  <a:gd name="connsiteX4" fmla="*/ 211848 w 12185650"/>
                  <a:gd name="connsiteY4" fmla="*/ 143186 h 1640062"/>
                  <a:gd name="connsiteX5" fmla="*/ 6083300 w 12185650"/>
                  <a:gd name="connsiteY5" fmla="*/ 1539137 h 1640062"/>
                  <a:gd name="connsiteX6" fmla="*/ 11954752 w 12185650"/>
                  <a:gd name="connsiteY6" fmla="*/ 143186 h 1640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85650" h="1640062">
                    <a:moveTo>
                      <a:pt x="12185650" y="0"/>
                    </a:moveTo>
                    <a:lnTo>
                      <a:pt x="12185650" y="1640062"/>
                    </a:lnTo>
                    <a:lnTo>
                      <a:pt x="0" y="1640062"/>
                    </a:lnTo>
                    <a:lnTo>
                      <a:pt x="0" y="11814"/>
                    </a:lnTo>
                    <a:lnTo>
                      <a:pt x="211848" y="143186"/>
                    </a:lnTo>
                    <a:cubicBezTo>
                      <a:pt x="1662842" y="1000748"/>
                      <a:pt x="3756025" y="1539137"/>
                      <a:pt x="6083300" y="1539137"/>
                    </a:cubicBezTo>
                    <a:cubicBezTo>
                      <a:pt x="8410576" y="1539137"/>
                      <a:pt x="10503758" y="1000748"/>
                      <a:pt x="11954752" y="14318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21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" name="组合 57" descr="9c4445ad-ee89-4879-9fef-5e47c1aff511">
              <a:extLst>
                <a:ext uri="{FF2B5EF4-FFF2-40B4-BE49-F238E27FC236}">
                  <a16:creationId id="{CB7A33F6-2093-0F46-C5E1-00F18646241B}"/>
                </a:ext>
              </a:extLst>
            </p:cNvPr>
            <p:cNvGrpSpPr/>
            <p:nvPr/>
          </p:nvGrpSpPr>
          <p:grpSpPr>
            <a:xfrm>
              <a:off x="660400" y="1130300"/>
              <a:ext cx="10871201" cy="4749648"/>
              <a:chOff x="660400" y="1130300"/>
              <a:chExt cx="10871201" cy="4749648"/>
            </a:xfrm>
          </p:grpSpPr>
          <p:grpSp>
            <p:nvGrpSpPr>
              <p:cNvPr id="2" name="组合 1" descr="3689b44f-73e6-4ae4-848f-f16f858e4dc6">
                <a:extLst>
                  <a:ext uri="{FF2B5EF4-FFF2-40B4-BE49-F238E27FC236}">
                    <a16:creationId id="{22C07230-D8E6-ECDC-25BB-8A379838C8A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0400" y="2224528"/>
                <a:ext cx="3121960" cy="1688797"/>
                <a:chOff x="3217731" y="2445007"/>
                <a:chExt cx="5743839" cy="2374387"/>
              </a:xfrm>
            </p:grpSpPr>
            <p:sp>
              <p:nvSpPr>
                <p:cNvPr id="3" name="ComponentBackground1" descr="b213751a-036e-4dfb-8b9a-991b2d86b2ea">
                  <a:extLst>
                    <a:ext uri="{FF2B5EF4-FFF2-40B4-BE49-F238E27FC236}">
                      <a16:creationId id="{C13F1BC3-EA5D-5D5C-53CD-A356A1BD3C9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17731" y="2445007"/>
                  <a:ext cx="5743839" cy="2374387"/>
                </a:xfrm>
                <a:prstGeom prst="roundRect">
                  <a:avLst>
                    <a:gd name="adj" fmla="val 17510"/>
                  </a:avLst>
                </a:prstGeom>
                <a:solidFill>
                  <a:srgbClr val="FFFFFF"/>
                </a:solidFill>
                <a:ln w="12700" cap="rnd">
                  <a:gradFill>
                    <a:gsLst>
                      <a:gs pos="0">
                        <a:schemeClr val="accent2">
                          <a:lumMod val="20000"/>
                          <a:lumOff val="80000"/>
                          <a:alpha val="50000"/>
                        </a:schemeClr>
                      </a:gs>
                      <a:gs pos="50000">
                        <a:schemeClr val="accent2">
                          <a:lumMod val="20000"/>
                          <a:lumOff val="80000"/>
                          <a:alpha val="0"/>
                        </a:schemeClr>
                      </a:gs>
                    </a:gsLst>
                    <a:lin ang="0" scaled="0"/>
                  </a:gradFill>
                  <a:prstDash val="solid"/>
                  <a:round/>
                </a:ln>
                <a:effectLst>
                  <a:outerShdw blurRad="254000" dist="127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  <a:endParaRPr lang="zh-CN" altLang="en-US" b="1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4" name="组合 4" descr="256cd01e-7b5b-4929-8112-2dd08f6d4194">
                  <a:extLst>
                    <a:ext uri="{FF2B5EF4-FFF2-40B4-BE49-F238E27FC236}">
                      <a16:creationId id="{0EB4EE00-43D1-DE7D-3119-A9B900C9715E}"/>
                    </a:ext>
                  </a:extLst>
                </p:cNvPr>
                <p:cNvGrpSpPr/>
                <p:nvPr/>
              </p:nvGrpSpPr>
              <p:grpSpPr>
                <a:xfrm>
                  <a:off x="3501234" y="2580256"/>
                  <a:ext cx="5128274" cy="2103886"/>
                  <a:chOff x="4234169" y="1525676"/>
                  <a:chExt cx="5128274" cy="2103886"/>
                </a:xfrm>
              </p:grpSpPr>
              <p:sp>
                <p:nvSpPr>
                  <p:cNvPr id="6" name="Text1" descr="4e830690-d958-49ba-a539-56f53445c3a1">
                    <a:extLst>
                      <a:ext uri="{FF2B5EF4-FFF2-40B4-BE49-F238E27FC236}">
                        <a16:creationId id="{21F670C2-B63D-9437-C915-4188EFF21B1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234169" y="2585983"/>
                    <a:ext cx="5128274" cy="104357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组织[次数]次技术分享会，促进团队内部知识流动。</a:t>
                    </a:r>
                    <a:endParaRPr lang="en-US" dirty="0"/>
                  </a:p>
                </p:txBody>
              </p:sp>
              <p:sp>
                <p:nvSpPr>
                  <p:cNvPr id="7" name="Bullet1" descr="506cc735-ecd6-4092-9347-6e9b6ab5d4ee">
                    <a:extLst>
                      <a:ext uri="{FF2B5EF4-FFF2-40B4-BE49-F238E27FC236}">
                        <a16:creationId id="{D20B5DAA-3E15-504C-B4DC-047B694ED8D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234169" y="1525676"/>
                    <a:ext cx="5128274" cy="104357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知识分享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13" name="组合 1" descr="5996f1f9-f705-43d0-93dd-8554f72a3ed6">
                <a:extLst>
                  <a:ext uri="{FF2B5EF4-FFF2-40B4-BE49-F238E27FC236}">
                    <a16:creationId id="{22C07230-D8E6-ECDC-25BB-8A379838C8A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396940" y="2224528"/>
                <a:ext cx="3121960" cy="1688797"/>
                <a:chOff x="3217731" y="2445007"/>
                <a:chExt cx="5743839" cy="2374387"/>
              </a:xfrm>
            </p:grpSpPr>
            <p:sp>
              <p:nvSpPr>
                <p:cNvPr id="14" name="ComponentBackground2" descr="49fdcb62-00db-499a-b20a-643be52720cf">
                  <a:extLst>
                    <a:ext uri="{FF2B5EF4-FFF2-40B4-BE49-F238E27FC236}">
                      <a16:creationId id="{C13F1BC3-EA5D-5D5C-53CD-A356A1BD3C9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17731" y="2445007"/>
                  <a:ext cx="5743839" cy="2374387"/>
                </a:xfrm>
                <a:prstGeom prst="roundRect">
                  <a:avLst>
                    <a:gd name="adj" fmla="val 17510"/>
                  </a:avLst>
                </a:prstGeom>
                <a:solidFill>
                  <a:srgbClr val="FFFFFF"/>
                </a:soli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0" scaled="0"/>
                  </a:gradFill>
                  <a:prstDash val="solid"/>
                  <a:round/>
                </a:ln>
                <a:effectLst>
                  <a:outerShdw blurRad="254000" dist="127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  <a:endParaRPr lang="zh-CN" altLang="en-US" b="1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15" name="组合 4" descr="3d186fe7-2d94-4b3c-9b71-e062eaa47921">
                  <a:extLst>
                    <a:ext uri="{FF2B5EF4-FFF2-40B4-BE49-F238E27FC236}">
                      <a16:creationId id="{0EB4EE00-43D1-DE7D-3119-A9B900C9715E}"/>
                    </a:ext>
                  </a:extLst>
                </p:cNvPr>
                <p:cNvGrpSpPr/>
                <p:nvPr/>
              </p:nvGrpSpPr>
              <p:grpSpPr>
                <a:xfrm>
                  <a:off x="3501234" y="2580256"/>
                  <a:ext cx="5128274" cy="2103886"/>
                  <a:chOff x="4234169" y="1525676"/>
                  <a:chExt cx="5128274" cy="2103886"/>
                </a:xfrm>
              </p:grpSpPr>
              <p:sp>
                <p:nvSpPr>
                  <p:cNvPr id="16" name="Text2" descr="89fd9782-cab5-4f06-8f73-c98c641401e7">
                    <a:extLst>
                      <a:ext uri="{FF2B5EF4-FFF2-40B4-BE49-F238E27FC236}">
                        <a16:creationId id="{21F670C2-B63D-9437-C915-4188EFF21B1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234169" y="2585983"/>
                    <a:ext cx="5128274" cy="104357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帮助[几位]新同事快速融入团队，提升工作能力。</a:t>
                    </a:r>
                    <a:endParaRPr lang="en-US" dirty="0"/>
                  </a:p>
                </p:txBody>
              </p:sp>
              <p:sp>
                <p:nvSpPr>
                  <p:cNvPr id="17" name="Bullet2" descr="ac71c4c3-d614-4368-a20e-873fdc531791">
                    <a:extLst>
                      <a:ext uri="{FF2B5EF4-FFF2-40B4-BE49-F238E27FC236}">
                        <a16:creationId id="{D20B5DAA-3E15-504C-B4DC-047B694ED8D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234169" y="1525676"/>
                    <a:ext cx="5128274" cy="104357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成员培养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19" name="组合 1" descr="d074c833-43af-48a9-aba0-d0f1512ccfe8">
                <a:extLst>
                  <a:ext uri="{FF2B5EF4-FFF2-40B4-BE49-F238E27FC236}">
                    <a16:creationId id="{22C07230-D8E6-ECDC-25BB-8A379838C8A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396940" y="4191151"/>
                <a:ext cx="3121960" cy="1688797"/>
                <a:chOff x="3217731" y="2445007"/>
                <a:chExt cx="5743839" cy="2374387"/>
              </a:xfrm>
            </p:grpSpPr>
            <p:sp>
              <p:nvSpPr>
                <p:cNvPr id="20" name="ComponentBackground3" descr="ac84bc9b-142f-4309-88a5-e4daa97fc15e">
                  <a:extLst>
                    <a:ext uri="{FF2B5EF4-FFF2-40B4-BE49-F238E27FC236}">
                      <a16:creationId id="{C13F1BC3-EA5D-5D5C-53CD-A356A1BD3C9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17731" y="2445007"/>
                  <a:ext cx="5743839" cy="2374387"/>
                </a:xfrm>
                <a:prstGeom prst="roundRect">
                  <a:avLst>
                    <a:gd name="adj" fmla="val 17510"/>
                  </a:avLst>
                </a:prstGeom>
                <a:solidFill>
                  <a:srgbClr val="FFFFFF"/>
                </a:solidFill>
                <a:ln w="12700" cap="rnd">
                  <a:gradFill>
                    <a:gsLst>
                      <a:gs pos="0">
                        <a:schemeClr val="accent2">
                          <a:lumMod val="20000"/>
                          <a:lumOff val="80000"/>
                          <a:alpha val="50000"/>
                        </a:schemeClr>
                      </a:gs>
                      <a:gs pos="50000">
                        <a:schemeClr val="accent2">
                          <a:lumMod val="20000"/>
                          <a:lumOff val="80000"/>
                          <a:alpha val="0"/>
                        </a:schemeClr>
                      </a:gs>
                    </a:gsLst>
                    <a:lin ang="0" scaled="0"/>
                  </a:gradFill>
                  <a:prstDash val="solid"/>
                  <a:round/>
                </a:ln>
                <a:effectLst>
                  <a:outerShdw blurRad="254000" dist="127000" algn="ctr" rotWithShape="0">
                    <a:schemeClr val="accent2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  <a:endParaRPr lang="zh-CN" altLang="en-US" b="1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21" name="组合 4" descr="cd9b75b0-6960-4e6e-8cd4-e701a2de25f7">
                  <a:extLst>
                    <a:ext uri="{FF2B5EF4-FFF2-40B4-BE49-F238E27FC236}">
                      <a16:creationId id="{0EB4EE00-43D1-DE7D-3119-A9B900C9715E}"/>
                    </a:ext>
                  </a:extLst>
                </p:cNvPr>
                <p:cNvGrpSpPr/>
                <p:nvPr/>
              </p:nvGrpSpPr>
              <p:grpSpPr>
                <a:xfrm>
                  <a:off x="3501234" y="2580256"/>
                  <a:ext cx="5128274" cy="2103886"/>
                  <a:chOff x="4234169" y="1525676"/>
                  <a:chExt cx="5128274" cy="2103886"/>
                </a:xfrm>
              </p:grpSpPr>
              <p:sp>
                <p:nvSpPr>
                  <p:cNvPr id="22" name="Text3" descr="0c3ad1f6-90ce-4727-ad2b-f7127420846c">
                    <a:extLst>
                      <a:ext uri="{FF2B5EF4-FFF2-40B4-BE49-F238E27FC236}">
                        <a16:creationId id="{21F670C2-B63D-9437-C915-4188EFF21B1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234169" y="2585983"/>
                    <a:ext cx="5128274" cy="104357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通过组织团建活动，增强了团队的凝聚力与协作精神。</a:t>
                    </a:r>
                    <a:endParaRPr lang="en-US" dirty="0"/>
                  </a:p>
                </p:txBody>
              </p:sp>
              <p:sp>
                <p:nvSpPr>
                  <p:cNvPr id="23" name="Bullet3" descr="6275dbfc-160f-42b4-8ebe-b5a3b803652b">
                    <a:extLst>
                      <a:ext uri="{FF2B5EF4-FFF2-40B4-BE49-F238E27FC236}">
                        <a16:creationId id="{D20B5DAA-3E15-504C-B4DC-047B694ED8D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234169" y="1525676"/>
                    <a:ext cx="5128274" cy="104357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团队氛围</a:t>
                    </a:r>
                    <a:endParaRPr lang="en-US" dirty="0"/>
                  </a:p>
                </p:txBody>
              </p:sp>
            </p:grpSp>
          </p:grpSp>
          <p:grpSp>
            <p:nvGrpSpPr>
              <p:cNvPr id="25" name="组合 1" descr="707e9727-d8f5-49c9-b759-931916408564">
                <a:extLst>
                  <a:ext uri="{FF2B5EF4-FFF2-40B4-BE49-F238E27FC236}">
                    <a16:creationId id="{22C07230-D8E6-ECDC-25BB-8A379838C8A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0400" y="4191151"/>
                <a:ext cx="3121960" cy="1688797"/>
                <a:chOff x="3217731" y="2445007"/>
                <a:chExt cx="5743839" cy="2374387"/>
              </a:xfrm>
            </p:grpSpPr>
            <p:sp>
              <p:nvSpPr>
                <p:cNvPr id="5" name="ComponentBackground4" descr="d99fb915-fb87-4e3c-920e-4fa3bab16f27">
                  <a:extLst>
                    <a:ext uri="{FF2B5EF4-FFF2-40B4-BE49-F238E27FC236}">
                      <a16:creationId id="{C13F1BC3-EA5D-5D5C-53CD-A356A1BD3C9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17731" y="2445007"/>
                  <a:ext cx="5743839" cy="2374387"/>
                </a:xfrm>
                <a:prstGeom prst="roundRect">
                  <a:avLst>
                    <a:gd name="adj" fmla="val 17510"/>
                  </a:avLst>
                </a:prstGeom>
                <a:solidFill>
                  <a:srgbClr val="FFFFFF"/>
                </a:solidFill>
                <a:ln w="12700" cap="rnd">
                  <a:gradFill>
                    <a:gsLst>
                      <a:gs pos="0">
                        <a:schemeClr val="accent1">
                          <a:lumMod val="45000"/>
                          <a:lumOff val="55000"/>
                        </a:schemeClr>
                      </a:gs>
                      <a:gs pos="50000">
                        <a:schemeClr val="accent1">
                          <a:lumMod val="30000"/>
                          <a:lumOff val="70000"/>
                          <a:alpha val="0"/>
                        </a:schemeClr>
                      </a:gs>
                    </a:gsLst>
                    <a:lin ang="0" scaled="0"/>
                  </a:gradFill>
                  <a:prstDash val="solid"/>
                  <a:round/>
                </a:ln>
                <a:effectLst>
                  <a:outerShdw blurRad="254000" dist="127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rmAutofit/>
                </a:bodyPr>
                <a:lstStyle/>
                <a:p>
                  <a:pPr algn="r"/>
                  <a:endParaRPr lang="zh-CN" altLang="en-US" b="1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8" name="组合 4" descr="26fe22f3-ab57-46f6-b25f-e1160d22496b">
                  <a:extLst>
                    <a:ext uri="{FF2B5EF4-FFF2-40B4-BE49-F238E27FC236}">
                      <a16:creationId id="{0EB4EE00-43D1-DE7D-3119-A9B900C9715E}"/>
                    </a:ext>
                  </a:extLst>
                </p:cNvPr>
                <p:cNvGrpSpPr/>
                <p:nvPr/>
              </p:nvGrpSpPr>
              <p:grpSpPr>
                <a:xfrm>
                  <a:off x="3501234" y="2580256"/>
                  <a:ext cx="5128274" cy="2103886"/>
                  <a:chOff x="4234169" y="1525676"/>
                  <a:chExt cx="5128274" cy="2103886"/>
                </a:xfrm>
              </p:grpSpPr>
              <p:sp>
                <p:nvSpPr>
                  <p:cNvPr id="11" name="Text4" descr="19f25baa-2e30-42ba-897f-a4a136b9367c">
                    <a:extLst>
                      <a:ext uri="{FF2B5EF4-FFF2-40B4-BE49-F238E27FC236}">
                        <a16:creationId id="{21F670C2-B63D-9437-C915-4188EFF21B1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234169" y="2585983"/>
                    <a:ext cx="5128274" cy="104357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推动团队成员学习新技术，团队整体技术水平得到提升。</a:t>
                    </a:r>
                    <a:endParaRPr lang="en-US" dirty="0"/>
                  </a:p>
                </p:txBody>
              </p:sp>
              <p:sp>
                <p:nvSpPr>
                  <p:cNvPr id="12" name="Bullet4" descr="461a4ee0-c6d1-4e23-a223-1cf7bc121f98">
                    <a:extLst>
                      <a:ext uri="{FF2B5EF4-FFF2-40B4-BE49-F238E27FC236}">
                        <a16:creationId id="{D20B5DAA-3E15-504C-B4DC-047B694ED8D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4234169" y="1525676"/>
                    <a:ext cx="5128274" cy="104357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b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zh-CN" altLang="en-US" sz="2200" b="1" dirty="0">
                        <a:solidFill>
                          <a:srgbClr val="000000"/>
                        </a:solidFill>
                        <a:cs typeface="+mn-ea"/>
                        <a:sym typeface="+mn-lt"/>
                      </a:rPr>
                      <a:t>技能提升</a:t>
                    </a:r>
                    <a:endParaRPr lang="en-US" dirty="0"/>
                  </a:p>
                </p:txBody>
              </p:sp>
            </p:grpSp>
          </p:grpSp>
          <p:sp>
            <p:nvSpPr>
              <p:cNvPr id="49" name="Title" descr="d7aedb61-d6ad-4313-8e36-ef3d1819afb8">
                <a:extLst>
                  <a:ext uri="{FF2B5EF4-FFF2-40B4-BE49-F238E27FC236}">
                    <a16:creationId id="{DE44F044-FAAA-54E1-042F-4BA16DFA95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3101" y="1130300"/>
                <a:ext cx="10858500" cy="7888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  <a:cs typeface="+mn-ea"/>
                    <a:sym typeface="+mn-lt"/>
                  </a:rPr>
                  <a:t>赋能团队，共同进步</a:t>
                </a:r>
                <a:endParaRPr lang="en-US" dirty="0"/>
              </a:p>
            </p:txBody>
          </p:sp>
          <p:grpSp>
            <p:nvGrpSpPr>
              <p:cNvPr id="44" name="组合 43" descr="f47098a4-fb65-4672-aa95-ae7722585ee9">
                <a:extLst>
                  <a:ext uri="{FF2B5EF4-FFF2-40B4-BE49-F238E27FC236}">
                    <a16:creationId id="{3A2052E7-DDA6-C4BB-81BE-88030CC86902}"/>
                  </a:ext>
                </a:extLst>
              </p:cNvPr>
              <p:cNvGrpSpPr/>
              <p:nvPr/>
            </p:nvGrpSpPr>
            <p:grpSpPr>
              <a:xfrm>
                <a:off x="4306803" y="2196862"/>
                <a:ext cx="3565694" cy="3530838"/>
                <a:chOff x="4016034" y="1343675"/>
                <a:chExt cx="4159931" cy="4119266"/>
              </a:xfrm>
            </p:grpSpPr>
            <p:grpSp>
              <p:nvGrpSpPr>
                <p:cNvPr id="45" name="组合 44" descr="18fae520-747b-403a-8ff8-d46fb2f65a8d">
                  <a:extLst>
                    <a:ext uri="{FF2B5EF4-FFF2-40B4-BE49-F238E27FC236}">
                      <a16:creationId id="{1A98FD70-9DF9-B055-707C-714C75DC71BA}"/>
                    </a:ext>
                  </a:extLst>
                </p:cNvPr>
                <p:cNvGrpSpPr/>
                <p:nvPr/>
              </p:nvGrpSpPr>
              <p:grpSpPr>
                <a:xfrm>
                  <a:off x="4016034" y="2581027"/>
                  <a:ext cx="1644564" cy="1644564"/>
                  <a:chOff x="1211594" y="2858970"/>
                  <a:chExt cx="1644564" cy="1644564"/>
                </a:xfrm>
              </p:grpSpPr>
              <p:sp>
                <p:nvSpPr>
                  <p:cNvPr id="55" name="ïṧ1iḍé" descr="849dfb5a-0e1d-4931-9ea2-d671e989b031">
                    <a:extLst>
                      <a:ext uri="{FF2B5EF4-FFF2-40B4-BE49-F238E27FC236}">
                        <a16:creationId id="{24D271B3-6417-35E5-775A-6FAD5AC04FA2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1211594" y="2858970"/>
                    <a:ext cx="1644564" cy="1644564"/>
                  </a:xfrm>
                  <a:prstGeom prst="roundRect">
                    <a:avLst>
                      <a:gd name="adj" fmla="val 8400"/>
                    </a:avLst>
                  </a:prstGeom>
                  <a:solidFill>
                    <a:schemeClr val="accent2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Number1" descr="0ba9f397-1194-453b-a38f-5f0096000328">
                    <a:extLst>
                      <a:ext uri="{FF2B5EF4-FFF2-40B4-BE49-F238E27FC236}">
                        <a16:creationId id="{136D93A8-9A2C-A41E-CC44-9B67B06894AD}"/>
                      </a:ext>
                    </a:extLst>
                  </p:cNvPr>
                  <p:cNvSpPr/>
                  <p:nvPr/>
                </p:nvSpPr>
                <p:spPr>
                  <a:xfrm>
                    <a:off x="1673876" y="3321251"/>
                    <a:ext cx="720000" cy="720000"/>
                  </a:xfrm>
                  <a:prstGeom prst="ellipse">
                    <a:avLst/>
                  </a:prstGeom>
                  <a:gradFill flip="none" rotWithShape="0"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</a:gsLst>
                    <a:lin ang="2700000" scaled="0"/>
                    <a:tileRect/>
                  </a:gradFill>
                  <a:ln w="254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rmAutofit/>
                  </a:bodyPr>
                  <a:lstStyle/>
                  <a:p>
                    <a:pPr algn="ctr"/>
                    <a:r>
                      <a:rPr kumimoji="1" lang="en-US" altLang="zh-CN" sz="1600" b="1" dirty="0">
                        <a:solidFill>
                          <a:srgbClr val="FFFFFF"/>
                        </a:solidFill>
                        <a:cs typeface="+mn-ea"/>
                        <a:sym typeface="+mn-lt"/>
                      </a:rPr>
                      <a:t>01</a:t>
                    </a:r>
                    <a:endParaRPr kumimoji="1" lang="zh-CN" altLang="en-US" sz="1600" b="1" dirty="0">
                      <a:solidFill>
                        <a:srgbClr val="FFFFFF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6" name="组合 45" descr="d01815a1-29de-47e1-85f7-521fe163c314">
                  <a:extLst>
                    <a:ext uri="{FF2B5EF4-FFF2-40B4-BE49-F238E27FC236}">
                      <a16:creationId id="{F727FD92-CE65-BE54-E405-5A949FE13970}"/>
                    </a:ext>
                  </a:extLst>
                </p:cNvPr>
                <p:cNvGrpSpPr/>
                <p:nvPr/>
              </p:nvGrpSpPr>
              <p:grpSpPr>
                <a:xfrm>
                  <a:off x="5277501" y="1343675"/>
                  <a:ext cx="1644564" cy="1644564"/>
                  <a:chOff x="2473061" y="1621618"/>
                  <a:chExt cx="1644564" cy="1644564"/>
                </a:xfrm>
              </p:grpSpPr>
              <p:sp>
                <p:nvSpPr>
                  <p:cNvPr id="53" name="ïšḷíḍe" descr="6aeae16c-457c-4885-afee-45b533c75198">
                    <a:extLst>
                      <a:ext uri="{FF2B5EF4-FFF2-40B4-BE49-F238E27FC236}">
                        <a16:creationId id="{D0FCF0F3-6157-D0F0-78FC-C0E049713D2C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2473061" y="1621618"/>
                    <a:ext cx="1644564" cy="1644564"/>
                  </a:xfrm>
                  <a:prstGeom prst="roundRect">
                    <a:avLst>
                      <a:gd name="adj" fmla="val 8429"/>
                    </a:avLst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Number2" descr="f36f7609-91c6-42f3-b2af-e2aadc05319b">
                    <a:extLst>
                      <a:ext uri="{FF2B5EF4-FFF2-40B4-BE49-F238E27FC236}">
                        <a16:creationId id="{9EE1F7D7-B7F4-61B5-D57B-984DA7896CC1}"/>
                      </a:ext>
                    </a:extLst>
                  </p:cNvPr>
                  <p:cNvSpPr/>
                  <p:nvPr/>
                </p:nvSpPr>
                <p:spPr>
                  <a:xfrm>
                    <a:off x="2935343" y="2083900"/>
                    <a:ext cx="720000" cy="7200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50000">
                        <a:schemeClr val="accent1"/>
                      </a:gs>
                    </a:gsLst>
                    <a:lin ang="2700000" scaled="0"/>
                  </a:gradFill>
                  <a:ln w="25400" cap="flat" cmpd="sng" algn="ctr">
                    <a:noFill/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rmAutofit/>
                  </a:bodyPr>
                  <a:lstStyle/>
                  <a:p>
                    <a:pPr algn="ctr"/>
                    <a:r>
                      <a:rPr lang="en-US" altLang="zh-CN" sz="1600" b="1" dirty="0">
                        <a:cs typeface="+mn-ea"/>
                        <a:sym typeface="+mn-lt"/>
                      </a:rPr>
                      <a:t>02</a:t>
                    </a:r>
                    <a:endParaRPr lang="zh-CN" altLang="en-US" sz="1600" b="1" dirty="0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7" name="组合 46" descr="dac4e634-fa55-4f3a-9495-e4a3ce190c1c">
                  <a:extLst>
                    <a:ext uri="{FF2B5EF4-FFF2-40B4-BE49-F238E27FC236}">
                      <a16:creationId id="{0F31F67F-A9D3-5C8E-DF2F-F2BDEFDD13B1}"/>
                    </a:ext>
                  </a:extLst>
                </p:cNvPr>
                <p:cNvGrpSpPr/>
                <p:nvPr/>
              </p:nvGrpSpPr>
              <p:grpSpPr>
                <a:xfrm>
                  <a:off x="6531401" y="2581028"/>
                  <a:ext cx="1644564" cy="1644564"/>
                  <a:chOff x="3726961" y="2858971"/>
                  <a:chExt cx="1644564" cy="1644564"/>
                </a:xfrm>
              </p:grpSpPr>
              <p:sp>
                <p:nvSpPr>
                  <p:cNvPr id="51" name="íṥļïḑè" descr="d1efe4de-8a4b-4a46-8675-674f142d584e">
                    <a:extLst>
                      <a:ext uri="{FF2B5EF4-FFF2-40B4-BE49-F238E27FC236}">
                        <a16:creationId id="{16BDB141-EDE9-E3C3-8692-8F3EFCB4C422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3726961" y="2858971"/>
                    <a:ext cx="1644564" cy="1644564"/>
                  </a:xfrm>
                  <a:prstGeom prst="roundRect">
                    <a:avLst>
                      <a:gd name="adj" fmla="val 8400"/>
                    </a:avLst>
                  </a:prstGeom>
                  <a:solidFill>
                    <a:schemeClr val="accent2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Number3" descr="4a544065-f0be-488d-8edf-8863f4772e00">
                    <a:extLst>
                      <a:ext uri="{FF2B5EF4-FFF2-40B4-BE49-F238E27FC236}">
                        <a16:creationId id="{8BF1DFFC-FF85-1A6D-A1B5-5AC70DE09915}"/>
                      </a:ext>
                    </a:extLst>
                  </p:cNvPr>
                  <p:cNvSpPr/>
                  <p:nvPr/>
                </p:nvSpPr>
                <p:spPr>
                  <a:xfrm>
                    <a:off x="4189243" y="3321253"/>
                    <a:ext cx="720000" cy="720000"/>
                  </a:xfrm>
                  <a:prstGeom prst="ellipse">
                    <a:avLst/>
                  </a:prstGeom>
                  <a:gradFill flip="none" rotWithShape="0"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</a:gsLst>
                    <a:lin ang="2700000" scaled="0"/>
                    <a:tileRect/>
                  </a:gradFill>
                  <a:ln w="254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rmAutofit/>
                  </a:bodyPr>
                  <a:lstStyle/>
                  <a:p>
                    <a:pPr algn="ctr"/>
                    <a:r>
                      <a:rPr kumimoji="1" lang="en-US" altLang="zh-CN" sz="1600" b="1" dirty="0">
                        <a:solidFill>
                          <a:srgbClr val="FFFFFF"/>
                        </a:solidFill>
                        <a:cs typeface="+mn-ea"/>
                        <a:sym typeface="+mn-lt"/>
                      </a:rPr>
                      <a:t>03</a:t>
                    </a:r>
                    <a:endParaRPr kumimoji="1" lang="zh-CN" altLang="en-US" sz="1600" b="1" dirty="0">
                      <a:solidFill>
                        <a:srgbClr val="FFFFFF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8" name="组合 47" descr="b2e363d8-8d7c-4a36-ba42-d35acf7a0399">
                  <a:extLst>
                    <a:ext uri="{FF2B5EF4-FFF2-40B4-BE49-F238E27FC236}">
                      <a16:creationId id="{C812F514-215F-03B5-807C-302C5777DBAC}"/>
                    </a:ext>
                  </a:extLst>
                </p:cNvPr>
                <p:cNvGrpSpPr/>
                <p:nvPr/>
              </p:nvGrpSpPr>
              <p:grpSpPr>
                <a:xfrm>
                  <a:off x="5277502" y="3818377"/>
                  <a:ext cx="1644564" cy="1644564"/>
                  <a:chOff x="2473062" y="4096320"/>
                  <a:chExt cx="1644564" cy="1644564"/>
                </a:xfrm>
              </p:grpSpPr>
              <p:sp>
                <p:nvSpPr>
                  <p:cNvPr id="26" name="isḻîďe" descr="ef3f5ecf-d52a-457a-aa48-e1aae622e11b">
                    <a:extLst>
                      <a:ext uri="{FF2B5EF4-FFF2-40B4-BE49-F238E27FC236}">
                        <a16:creationId id="{91E0142F-F2FA-AB06-8D28-D1861C12267D}"/>
                      </a:ext>
                    </a:extLst>
                  </p:cNvPr>
                  <p:cNvSpPr/>
                  <p:nvPr/>
                </p:nvSpPr>
                <p:spPr>
                  <a:xfrm rot="18900000">
                    <a:off x="2473062" y="4096320"/>
                    <a:ext cx="1644564" cy="1644564"/>
                  </a:xfrm>
                  <a:prstGeom prst="roundRect">
                    <a:avLst>
                      <a:gd name="adj" fmla="val 8400"/>
                    </a:avLst>
                  </a:prstGeom>
                  <a:solidFill>
                    <a:schemeClr val="accent1">
                      <a:alpha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Number4" descr="b0d2e214-f864-4206-b465-cc5ae2ed471d">
                    <a:extLst>
                      <a:ext uri="{FF2B5EF4-FFF2-40B4-BE49-F238E27FC236}">
                        <a16:creationId id="{C2F2C074-B629-26F4-D4FF-CB74D36DABD6}"/>
                      </a:ext>
                    </a:extLst>
                  </p:cNvPr>
                  <p:cNvSpPr/>
                  <p:nvPr/>
                </p:nvSpPr>
                <p:spPr>
                  <a:xfrm>
                    <a:off x="2935344" y="4558602"/>
                    <a:ext cx="720000" cy="720000"/>
                  </a:xfrm>
                  <a:prstGeom prst="ellipse">
                    <a:avLst/>
                  </a:prstGeom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50000">
                        <a:schemeClr val="accent1"/>
                      </a:gs>
                    </a:gsLst>
                    <a:lin ang="2700000" scaled="0"/>
                  </a:gradFill>
                  <a:ln w="25400" cap="flat" cmpd="sng" algn="ctr">
                    <a:noFill/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rmAutofit/>
                  </a:bodyPr>
                  <a:lstStyle/>
                  <a:p>
                    <a:pPr algn="ctr"/>
                    <a:r>
                      <a:rPr lang="en-US" altLang="zh-CN" sz="1600" b="1" dirty="0">
                        <a:cs typeface="+mn-ea"/>
                        <a:sym typeface="+mn-lt"/>
                      </a:rPr>
                      <a:t>04</a:t>
                    </a:r>
                    <a:endParaRPr lang="zh-CN" altLang="en-US" sz="1600" b="1" dirty="0">
                      <a:cs typeface="+mn-ea"/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2" name="" descr="f2cb5a3e-a56f-4039-90cf-356862657e2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团队成长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9fd659bc-16f9-4172-8281-f2630c3378bd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工作规划</a:t>
            </a:r>
            <a:endParaRPr lang="en-US" dirty="0"/>
          </a:p>
        </p:txBody>
      </p:sp>
      <p:sp>
        <p:nvSpPr>
          <p:cNvPr id="25" name="" descr="c69a4dd6-fc89-45ad-8811-2ecf70c4ec38"/>
          <p:cNvSpPr>
            <a:spLocks noGrp="1"/>
          </p:cNvSpPr>
          <p:nvPr>
            <p:ph type="body" sz="quarter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展望未来，明确个人与团队的发展方向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6" name="449f36ef-5fe0-4b6f-94d0-1c4e8efd04c8.source.3.zh-Hans.pptx" descr="25bb8a3c-b48f-46d6-b55e-bc44691d0995">
            <a:extLst>
              <a:ext uri="{FF2B5EF4-FFF2-40B4-BE49-F238E27FC236}">
                <a16:creationId id="{48F020D8-3002-735A-2BBC-E588A4263AF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矩形: 圆顶角 1" descr="139f3f53-3b19-46cd-94c1-984b711ce5d1">
              <a:extLst>
                <a:ext uri="{FF2B5EF4-FFF2-40B4-BE49-F238E27FC236}">
                  <a16:creationId id="{54AA8024-8E84-1017-6E12-B4D444F1CA8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ound2SameRect">
              <a:avLst>
                <a:gd name="adj1" fmla="val 0"/>
                <a:gd name="adj2" fmla="val 0"/>
              </a:avLst>
            </a:prstGeom>
            <a:gradFill>
              <a:gsLst>
                <a:gs pos="53000">
                  <a:schemeClr val="accent1">
                    <a:alpha val="0"/>
                  </a:schemeClr>
                </a:gs>
                <a:gs pos="100000">
                  <a:schemeClr val="accent1">
                    <a:alpha val="28000"/>
                  </a:schemeClr>
                </a:gs>
              </a:gsLst>
              <a:lin ang="16200000" scaled="1"/>
            </a:grad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30" descr="d0a9f4af-b050-40ae-8edc-2da83f92d6cb">
              <a:extLst>
                <a:ext uri="{FF2B5EF4-FFF2-40B4-BE49-F238E27FC236}">
                  <a16:creationId id="{A93CA09A-ABEA-A8F0-661B-C1508E2DECF2}"/>
                </a:ext>
              </a:extLst>
            </p:cNvPr>
            <p:cNvGrpSpPr/>
            <p:nvPr/>
          </p:nvGrpSpPr>
          <p:grpSpPr>
            <a:xfrm>
              <a:off x="0" y="2319174"/>
              <a:ext cx="11983453" cy="941168"/>
              <a:chOff x="1" y="2319174"/>
              <a:chExt cx="8076697" cy="941168"/>
            </a:xfrm>
          </p:grpSpPr>
          <p:sp>
            <p:nvSpPr>
              <p:cNvPr id="3" name="3" descr="5336c0ff-6274-478d-998f-c0a149e7ea8b">
                <a:extLst>
                  <a:ext uri="{FF2B5EF4-FFF2-40B4-BE49-F238E27FC236}">
                    <a16:creationId id="{6FF3AA6B-75E7-5089-11A3-67F379C5247B}"/>
                  </a:ext>
                </a:extLst>
              </p:cNvPr>
              <p:cNvSpPr/>
              <p:nvPr/>
            </p:nvSpPr>
            <p:spPr>
              <a:xfrm>
                <a:off x="4620835" y="2563035"/>
                <a:ext cx="2261345" cy="46333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75000">
                    <a:schemeClr val="accent3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3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cs typeface="+mn-ea"/>
                  </a:rPr>
                  <a:t>20XX</a:t>
                </a:r>
                <a:endParaRPr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4" name="2" descr="61e02930-558d-4249-83b5-75a2aaa355f1">
                <a:extLst>
                  <a:ext uri="{FF2B5EF4-FFF2-40B4-BE49-F238E27FC236}">
                    <a16:creationId id="{11A79DC4-4875-9F5A-1C8E-8C36FD864795}"/>
                  </a:ext>
                </a:extLst>
              </p:cNvPr>
              <p:cNvSpPr/>
              <p:nvPr/>
            </p:nvSpPr>
            <p:spPr>
              <a:xfrm>
                <a:off x="2167141" y="2563035"/>
                <a:ext cx="2515111" cy="46333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cs typeface="+mn-ea"/>
                  </a:rPr>
                  <a:t>20XX</a:t>
                </a:r>
                <a:endParaRPr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5" name="1" descr="d73eaf7a-204f-4407-89a6-e51bf0b5c0e8">
                <a:extLst>
                  <a:ext uri="{FF2B5EF4-FFF2-40B4-BE49-F238E27FC236}">
                    <a16:creationId id="{3B2E965F-C968-D4CC-A96F-8936B1997A2B}"/>
                  </a:ext>
                </a:extLst>
              </p:cNvPr>
              <p:cNvSpPr/>
              <p:nvPr/>
            </p:nvSpPr>
            <p:spPr>
              <a:xfrm>
                <a:off x="1" y="2563035"/>
                <a:ext cx="2124570" cy="463331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cs typeface="+mn-ea"/>
                  </a:rPr>
                  <a:t>20XX</a:t>
                </a:r>
                <a:endParaRPr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  <p:sp>
            <p:nvSpPr>
              <p:cNvPr id="7" name="箭头: 右 6" descr="ea2d2ab0-0fce-4028-b205-b78379902d60">
                <a:extLst>
                  <a:ext uri="{FF2B5EF4-FFF2-40B4-BE49-F238E27FC236}">
                    <a16:creationId id="{546C5A2C-3C44-49CB-D145-CB10C82D6150}"/>
                  </a:ext>
                </a:extLst>
              </p:cNvPr>
              <p:cNvSpPr/>
              <p:nvPr/>
            </p:nvSpPr>
            <p:spPr>
              <a:xfrm>
                <a:off x="7074532" y="2319174"/>
                <a:ext cx="1002166" cy="941168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75000">
                    <a:schemeClr val="accent3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3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endParaRPr lang="zh-CN" altLang="en-US" b="1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sp>
          <p:nvSpPr>
            <p:cNvPr id="60" name="Title" descr="7c739442-8d6e-4c7b-bd83-32f86558f654">
              <a:extLst>
                <a:ext uri="{FF2B5EF4-FFF2-40B4-BE49-F238E27FC236}">
                  <a16:creationId id="{A050A05A-4419-DADD-630E-BAA0D47346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303481"/>
              <a:ext cx="10858500" cy="7200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短期与中长期项目目标</a:t>
              </a:r>
              <a:endParaRPr lang="en-US" dirty="0"/>
            </a:p>
          </p:txBody>
        </p:sp>
        <p:grpSp>
          <p:nvGrpSpPr>
            <p:cNvPr id="22" name="组合 21" descr="ec437ff0-8a10-4aac-bf32-88fea552aeff">
              <a:extLst>
                <a:ext uri="{FF2B5EF4-FFF2-40B4-BE49-F238E27FC236}">
                  <a16:creationId id="{8191F20A-6B36-8038-3EEB-117CF855A4C4}"/>
                </a:ext>
              </a:extLst>
            </p:cNvPr>
            <p:cNvGrpSpPr/>
            <p:nvPr/>
          </p:nvGrpSpPr>
          <p:grpSpPr>
            <a:xfrm>
              <a:off x="660420" y="3244258"/>
              <a:ext cx="3513728" cy="2677857"/>
              <a:chOff x="478020" y="3845392"/>
              <a:chExt cx="2123827" cy="2076723"/>
            </a:xfrm>
          </p:grpSpPr>
          <p:sp>
            <p:nvSpPr>
              <p:cNvPr id="86" name="矩形: 圆顶角 1" descr="126bee0a-f19f-43f8-a041-6c39f1d02a45">
                <a:extLst>
                  <a:ext uri="{FF2B5EF4-FFF2-40B4-BE49-F238E27FC236}">
                    <a16:creationId id="{2AEE153E-08AF-A903-F633-ACC5F3A41612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478020" y="3845392"/>
                <a:ext cx="2123827" cy="2076723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87" name="Bullet1" descr="bbc4e014-5168-44ba-874b-173cf9e92508">
                <a:extLst>
                  <a:ext uri="{FF2B5EF4-FFF2-40B4-BE49-F238E27FC236}">
                    <a16:creationId id="{F5DD0C97-B691-DD5B-5263-18BB0196BD6E}"/>
                  </a:ext>
                </a:extLst>
              </p:cNvPr>
              <p:cNvSpPr txBox="1"/>
              <p:nvPr/>
            </p:nvSpPr>
            <p:spPr>
              <a:xfrm>
                <a:off x="580397" y="4023659"/>
                <a:ext cx="1919073" cy="5402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短期目标 (3-6个月)</a:t>
                </a:r>
                <a:endParaRPr lang="en-US" dirty="0"/>
              </a:p>
            </p:txBody>
          </p:sp>
          <p:sp>
            <p:nvSpPr>
              <p:cNvPr id="88" name="Text1" descr="238f8da2-f5f3-4986-8d52-54c6000d93f4">
                <a:extLst>
                  <a:ext uri="{FF2B5EF4-FFF2-40B4-BE49-F238E27FC236}">
                    <a16:creationId id="{3A7660E3-C8C1-4752-4F82-39B5F0E44032}"/>
                  </a:ext>
                </a:extLst>
              </p:cNvPr>
              <p:cNvSpPr txBox="1"/>
              <p:nvPr/>
            </p:nvSpPr>
            <p:spPr>
              <a:xfrm>
                <a:off x="580399" y="4656044"/>
                <a:ext cx="1919073" cy="755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[描述1-2个具体项目的目标，如完成版本迭代、解决关键技术瓶颈等]</a:t>
                </a:r>
                <a:endParaRPr lang="en-US" dirty="0"/>
              </a:p>
            </p:txBody>
          </p:sp>
          <p:sp>
            <p:nvSpPr>
              <p:cNvPr id="89" name="Number1" descr="8895466b-73fc-475c-a14a-e8c155c83233">
                <a:extLst>
                  <a:ext uri="{FF2B5EF4-FFF2-40B4-BE49-F238E27FC236}">
                    <a16:creationId id="{31330F2D-A9F1-FAA8-AD19-C9655F642E12}"/>
                  </a:ext>
                </a:extLst>
              </p:cNvPr>
              <p:cNvSpPr/>
              <p:nvPr/>
            </p:nvSpPr>
            <p:spPr>
              <a:xfrm>
                <a:off x="754297" y="5491842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cs typeface="+mn-ea"/>
                  </a:rPr>
                  <a:t>01</a:t>
                </a:r>
                <a:endParaRPr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23" name="组合 22" descr="d02ca06c-607d-4e48-ba90-1e4d57534123">
              <a:extLst>
                <a:ext uri="{FF2B5EF4-FFF2-40B4-BE49-F238E27FC236}">
                  <a16:creationId id="{DF368622-16CC-1C67-90D2-AB1D8BC656B0}"/>
                </a:ext>
              </a:extLst>
            </p:cNvPr>
            <p:cNvGrpSpPr/>
            <p:nvPr/>
          </p:nvGrpSpPr>
          <p:grpSpPr>
            <a:xfrm>
              <a:off x="4332796" y="3244258"/>
              <a:ext cx="3513728" cy="2677857"/>
              <a:chOff x="3046077" y="4073102"/>
              <a:chExt cx="2123827" cy="2076723"/>
            </a:xfrm>
          </p:grpSpPr>
          <p:sp>
            <p:nvSpPr>
              <p:cNvPr id="80" name="矩形: 圆顶角 1" descr="f4a0c519-cb40-4786-a0a0-93d2dfaf847a">
                <a:extLst>
                  <a:ext uri="{FF2B5EF4-FFF2-40B4-BE49-F238E27FC236}">
                    <a16:creationId id="{2B4E9E79-4E2A-1568-A38F-4243BFB04A81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046077" y="4073102"/>
                <a:ext cx="2123827" cy="2076723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81" name="Bullet2" descr="671464e8-e2ed-4c37-a3a6-165f19151a8a">
                <a:extLst>
                  <a:ext uri="{FF2B5EF4-FFF2-40B4-BE49-F238E27FC236}">
                    <a16:creationId id="{8324C327-2DCE-33CC-1D3B-2DB401FA8D8C}"/>
                  </a:ext>
                </a:extLst>
              </p:cNvPr>
              <p:cNvSpPr txBox="1"/>
              <p:nvPr/>
            </p:nvSpPr>
            <p:spPr>
              <a:xfrm>
                <a:off x="3148456" y="4251369"/>
                <a:ext cx="1919073" cy="5402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中期目标 (1-2年)</a:t>
                </a:r>
                <a:endParaRPr lang="en-US" dirty="0"/>
              </a:p>
            </p:txBody>
          </p:sp>
          <p:sp>
            <p:nvSpPr>
              <p:cNvPr id="82" name="Text2" descr="bb5e07c6-bd9c-4335-9717-5ade07d69890">
                <a:extLst>
                  <a:ext uri="{FF2B5EF4-FFF2-40B4-BE49-F238E27FC236}">
                    <a16:creationId id="{7E63F437-D277-1E41-BEC8-978373FE34F9}"/>
                  </a:ext>
                </a:extLst>
              </p:cNvPr>
              <p:cNvSpPr txBox="1"/>
              <p:nvPr/>
            </p:nvSpPr>
            <p:spPr>
              <a:xfrm>
                <a:off x="3148456" y="4883754"/>
                <a:ext cx="1919073" cy="755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[描述在业务或技术领域的突破方向，如探索新应用场景、打造技术标杆项目等]</a:t>
                </a:r>
                <a:endParaRPr lang="en-US" dirty="0"/>
              </a:p>
            </p:txBody>
          </p:sp>
          <p:sp>
            <p:nvSpPr>
              <p:cNvPr id="83" name="Number2" descr="5a50c419-8055-4d67-8465-03b38b629dca">
                <a:extLst>
                  <a:ext uri="{FF2B5EF4-FFF2-40B4-BE49-F238E27FC236}">
                    <a16:creationId id="{8BE8C292-FA27-EF7A-4EC5-4848DDABF27E}"/>
                  </a:ext>
                </a:extLst>
              </p:cNvPr>
              <p:cNvSpPr/>
              <p:nvPr/>
            </p:nvSpPr>
            <p:spPr>
              <a:xfrm>
                <a:off x="3322354" y="5719552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cs typeface="+mn-ea"/>
                  </a:rPr>
                  <a:t>02</a:t>
                </a:r>
                <a:endParaRPr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25" name="组合 24" descr="7698f89a-c56b-40dd-9905-3785bc2a7a18">
              <a:extLst>
                <a:ext uri="{FF2B5EF4-FFF2-40B4-BE49-F238E27FC236}">
                  <a16:creationId id="{B75C8F69-92C1-9734-D0F4-403F1763EE56}"/>
                </a:ext>
              </a:extLst>
            </p:cNvPr>
            <p:cNvGrpSpPr/>
            <p:nvPr/>
          </p:nvGrpSpPr>
          <p:grpSpPr>
            <a:xfrm>
              <a:off x="8005172" y="3244258"/>
              <a:ext cx="3513728" cy="2677857"/>
              <a:chOff x="5227435" y="4073102"/>
              <a:chExt cx="2123827" cy="2076723"/>
            </a:xfrm>
          </p:grpSpPr>
          <p:sp>
            <p:nvSpPr>
              <p:cNvPr id="74" name="矩形: 圆顶角 1" descr="81affe08-5adf-4a25-a76a-a5ef8f51eb4f">
                <a:extLst>
                  <a:ext uri="{FF2B5EF4-FFF2-40B4-BE49-F238E27FC236}">
                    <a16:creationId id="{FB2DE7D4-59EB-B02A-2A42-0AB4A309578E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5227435" y="4073102"/>
                <a:ext cx="2123827" cy="2076723"/>
              </a:xfrm>
              <a:prstGeom prst="roundRect">
                <a:avLst/>
              </a:prstGeom>
              <a:gradFill flip="none" rotWithShape="1">
                <a:gsLst>
                  <a:gs pos="24000">
                    <a:schemeClr val="bg1"/>
                  </a:gs>
                  <a:gs pos="100000">
                    <a:schemeClr val="bg1">
                      <a:alpha val="62000"/>
                    </a:schemeClr>
                  </a:gs>
                </a:gsLst>
                <a:lin ang="5400000" scaled="1"/>
                <a:tileRect/>
              </a:gradFill>
              <a:ln w="12700">
                <a:gradFill flip="none" rotWithShape="1"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>
                        <a:alpha val="24000"/>
                      </a:schemeClr>
                    </a:gs>
                  </a:gsLst>
                  <a:lin ang="16200000" scaled="1"/>
                  <a:tileRect/>
                </a:gradFill>
              </a:ln>
              <a:effectLst>
                <a:outerShdw blurRad="5334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75" name="Bullet3" descr="14f31299-befb-4cbe-b050-b88459adbd98">
                <a:extLst>
                  <a:ext uri="{FF2B5EF4-FFF2-40B4-BE49-F238E27FC236}">
                    <a16:creationId id="{833EC6FE-DB0D-0FAB-A45A-CFDE6DCF3C02}"/>
                  </a:ext>
                </a:extLst>
              </p:cNvPr>
              <p:cNvSpPr txBox="1"/>
              <p:nvPr/>
            </p:nvSpPr>
            <p:spPr>
              <a:xfrm>
                <a:off x="5329814" y="4251369"/>
                <a:ext cx="1919073" cy="5402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长期愿景 (3-5年)</a:t>
                </a:r>
                <a:endParaRPr lang="en-US" dirty="0"/>
              </a:p>
            </p:txBody>
          </p:sp>
          <p:sp>
            <p:nvSpPr>
              <p:cNvPr id="76" name="Text3" descr="71da9990-4472-4ab3-9dac-e9f7a3012630">
                <a:extLst>
                  <a:ext uri="{FF2B5EF4-FFF2-40B4-BE49-F238E27FC236}">
                    <a16:creationId id="{BD6B3BA7-19CD-3E47-7F89-C2A53CA23888}"/>
                  </a:ext>
                </a:extLst>
              </p:cNvPr>
              <p:cNvSpPr txBox="1"/>
              <p:nvPr/>
            </p:nvSpPr>
            <p:spPr>
              <a:xfrm>
                <a:off x="5329814" y="4883754"/>
                <a:ext cx="1919073" cy="7552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[描绘项目在行业内的发展愿景，如成为行业标准、引领技术潮流等]</a:t>
                </a:r>
                <a:endParaRPr lang="en-US" dirty="0"/>
              </a:p>
            </p:txBody>
          </p:sp>
          <p:sp>
            <p:nvSpPr>
              <p:cNvPr id="77" name="Number3" descr="659c11d9-a02f-447b-ab2a-57bca48b469d">
                <a:extLst>
                  <a:ext uri="{FF2B5EF4-FFF2-40B4-BE49-F238E27FC236}">
                    <a16:creationId id="{BCDD6EEE-1872-601F-8BFD-1CAC7ADDFDA1}"/>
                  </a:ext>
                </a:extLst>
              </p:cNvPr>
              <p:cNvSpPr/>
              <p:nvPr/>
            </p:nvSpPr>
            <p:spPr>
              <a:xfrm>
                <a:off x="5503712" y="5719552"/>
                <a:ext cx="1571274" cy="43027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75000">
                    <a:schemeClr val="accent3"/>
                  </a:gs>
                </a:gsLst>
                <a:lin ang="2700000" scaled="1"/>
                <a:tileRect/>
              </a:gradFill>
              <a:ln w="12700">
                <a:noFill/>
              </a:ln>
              <a:effectLst>
                <a:outerShdw blurRad="127000" dist="63500" dir="2700000" algn="tl" rotWithShape="0">
                  <a:schemeClr val="accent3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cs typeface="+mn-ea"/>
                  </a:rPr>
                  <a:t>03</a:t>
                </a:r>
                <a:endParaRPr lang="zh-CN" altLang="en-US" b="1" dirty="0">
                  <a:solidFill>
                    <a:srgbClr val="FFFFFF"/>
                  </a:solidFill>
                  <a:cs typeface="+mn-ea"/>
                </a:endParaRPr>
              </a:p>
            </p:txBody>
          </p:sp>
        </p:grpSp>
        <p:grpSp>
          <p:nvGrpSpPr>
            <p:cNvPr id="8" name="组合 7" descr="68392110-728d-4ef4-9abd-579e7644c52e">
              <a:extLst>
                <a:ext uri="{FF2B5EF4-FFF2-40B4-BE49-F238E27FC236}">
                  <a16:creationId id="{E06A5256-F1CE-69E0-AFED-2B5211433A5E}"/>
                </a:ext>
              </a:extLst>
            </p:cNvPr>
            <p:cNvGrpSpPr/>
            <p:nvPr/>
          </p:nvGrpSpPr>
          <p:grpSpPr>
            <a:xfrm>
              <a:off x="2732094" y="2422885"/>
              <a:ext cx="681223" cy="681223"/>
              <a:chOff x="1696844" y="3907644"/>
              <a:chExt cx="459577" cy="459577"/>
            </a:xfrm>
          </p:grpSpPr>
          <p:sp>
            <p:nvSpPr>
              <p:cNvPr id="90" name="IconBackground1" descr="66b2dcbe-76e6-4b2d-b358-f0ca9ad9e018">
                <a:extLst>
                  <a:ext uri="{FF2B5EF4-FFF2-40B4-BE49-F238E27FC236}">
                    <a16:creationId id="{C80AA156-786B-DA47-6E18-1A6720DCFCB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696844" y="3907644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sym typeface="Arial" panose="020B0604020202020204" pitchFamily="34" charset="0"/>
                </a:endParaRPr>
              </a:p>
            </p:txBody>
          </p:sp>
          <p:sp>
            <p:nvSpPr>
              <p:cNvPr id="91" name="Icon1" descr="98cd3dfb-2933-4357-8eca-ba67ec0c48bb">
                <a:extLst>
                  <a:ext uri="{FF2B5EF4-FFF2-40B4-BE49-F238E27FC236}">
                    <a16:creationId id="{8CF09C91-98F5-57BF-9AD6-048D42D47ADD}"/>
                  </a:ext>
                </a:extLst>
              </p:cNvPr>
              <p:cNvSpPr/>
              <p:nvPr/>
            </p:nvSpPr>
            <p:spPr>
              <a:xfrm>
                <a:off x="1830364" y="4031909"/>
                <a:ext cx="192536" cy="211046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4017 w 495300"/>
                  <a:gd name="connsiteY2" fmla="*/ 484491 h 542925"/>
                  <a:gd name="connsiteX3" fmla="*/ 346877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663 w 495300"/>
                  <a:gd name="connsiteY8" fmla="*/ 524496 h 542925"/>
                  <a:gd name="connsiteX9" fmla="*/ 173523 w 495300"/>
                  <a:gd name="connsiteY9" fmla="*/ 484491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573 w 495300"/>
                  <a:gd name="connsiteY12" fmla="*/ 489254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967 w 495300"/>
                  <a:gd name="connsiteY15" fmla="*/ 489254 h 542925"/>
                  <a:gd name="connsiteX16" fmla="*/ 248770 w 495300"/>
                  <a:gd name="connsiteY16" fmla="*/ 495921 h 542925"/>
                  <a:gd name="connsiteX17" fmla="*/ 192573 w 495300"/>
                  <a:gd name="connsiteY17" fmla="*/ 489254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930" y="621"/>
                      <a:pt x="496420" y="111111"/>
                      <a:pt x="496420" y="248271"/>
                    </a:cubicBezTo>
                    <a:cubicBezTo>
                      <a:pt x="496420" y="358761"/>
                      <a:pt x="424030" y="452106"/>
                      <a:pt x="324017" y="484491"/>
                    </a:cubicBezTo>
                    <a:lnTo>
                      <a:pt x="346877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663" y="524496"/>
                    </a:lnTo>
                    <a:lnTo>
                      <a:pt x="173523" y="484491"/>
                    </a:lnTo>
                    <a:cubicBezTo>
                      <a:pt x="73510" y="453059"/>
                      <a:pt x="1120" y="358761"/>
                      <a:pt x="1120" y="248271"/>
                    </a:cubicBezTo>
                    <a:cubicBezTo>
                      <a:pt x="1120" y="111111"/>
                      <a:pt x="111610" y="621"/>
                      <a:pt x="248770" y="621"/>
                    </a:cubicBezTo>
                    <a:close/>
                    <a:moveTo>
                      <a:pt x="192573" y="489254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967" y="489254"/>
                    </a:lnTo>
                    <a:cubicBezTo>
                      <a:pt x="286870" y="493064"/>
                      <a:pt x="267820" y="495921"/>
                      <a:pt x="248770" y="495921"/>
                    </a:cubicBezTo>
                    <a:cubicBezTo>
                      <a:pt x="229720" y="495921"/>
                      <a:pt x="210670" y="493064"/>
                      <a:pt x="192573" y="489254"/>
                    </a:cubicBezTo>
                    <a:close/>
                    <a:moveTo>
                      <a:pt x="248770" y="143496"/>
                    </a:moveTo>
                    <a:cubicBezTo>
                      <a:pt x="190667" y="143496"/>
                      <a:pt x="143995" y="190169"/>
                      <a:pt x="143995" y="248271"/>
                    </a:cubicBezTo>
                    <a:cubicBezTo>
                      <a:pt x="143995" y="306374"/>
                      <a:pt x="190667" y="353046"/>
                      <a:pt x="248770" y="353046"/>
                    </a:cubicBezTo>
                    <a:cubicBezTo>
                      <a:pt x="306873" y="353046"/>
                      <a:pt x="353545" y="306374"/>
                      <a:pt x="353545" y="248271"/>
                    </a:cubicBezTo>
                    <a:cubicBezTo>
                      <a:pt x="353545" y="190169"/>
                      <a:pt x="306873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60213" y="114921"/>
                      <a:pt x="353545" y="121589"/>
                      <a:pt x="353545" y="129209"/>
                    </a:cubicBezTo>
                    <a:cubicBezTo>
                      <a:pt x="353545" y="136829"/>
                      <a:pt x="360213" y="143496"/>
                      <a:pt x="367833" y="143496"/>
                    </a:cubicBezTo>
                    <a:cubicBezTo>
                      <a:pt x="375452" y="143496"/>
                      <a:pt x="382120" y="136829"/>
                      <a:pt x="382120" y="129209"/>
                    </a:cubicBezTo>
                    <a:cubicBezTo>
                      <a:pt x="382120" y="121589"/>
                      <a:pt x="375452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 descr="d55bcdeb-8b2f-4d18-b089-4cf6eaf259d7">
              <a:extLst>
                <a:ext uri="{FF2B5EF4-FFF2-40B4-BE49-F238E27FC236}">
                  <a16:creationId id="{A1A9548F-DDA5-6E9C-B189-1FC8E8B2053C}"/>
                </a:ext>
              </a:extLst>
            </p:cNvPr>
            <p:cNvGrpSpPr/>
            <p:nvPr/>
          </p:nvGrpSpPr>
          <p:grpSpPr>
            <a:xfrm>
              <a:off x="6372660" y="2422885"/>
              <a:ext cx="681223" cy="681223"/>
              <a:chOff x="3878202" y="3821769"/>
              <a:chExt cx="459577" cy="459577"/>
            </a:xfrm>
          </p:grpSpPr>
          <p:sp>
            <p:nvSpPr>
              <p:cNvPr id="84" name="IconBackground2" descr="0c400f1c-ff1f-434c-8af8-05af983c3187">
                <a:extLst>
                  <a:ext uri="{FF2B5EF4-FFF2-40B4-BE49-F238E27FC236}">
                    <a16:creationId id="{F7292B4C-DAF9-632D-34C5-00A3D92E1BC8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3878202" y="3821769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sym typeface="Arial" panose="020B0604020202020204" pitchFamily="34" charset="0"/>
                </a:endParaRPr>
              </a:p>
            </p:txBody>
          </p:sp>
          <p:sp>
            <p:nvSpPr>
              <p:cNvPr id="85" name="Icon2" descr="d45810a4-2200-41c7-beab-96b25360e28e">
                <a:extLst>
                  <a:ext uri="{FF2B5EF4-FFF2-40B4-BE49-F238E27FC236}">
                    <a16:creationId id="{6E7A0762-9AE1-CFE8-51DB-4009B9CA8186}"/>
                  </a:ext>
                </a:extLst>
              </p:cNvPr>
              <p:cNvSpPr/>
              <p:nvPr/>
            </p:nvSpPr>
            <p:spPr>
              <a:xfrm>
                <a:off x="4011722" y="3949737"/>
                <a:ext cx="192536" cy="203643"/>
              </a:xfrm>
              <a:custGeom>
                <a:avLst/>
                <a:gdLst>
                  <a:gd name="connsiteX0" fmla="*/ 371955 w 495300"/>
                  <a:gd name="connsiteY0" fmla="*/ 621 h 523875"/>
                  <a:gd name="connsiteX1" fmla="*/ 400530 w 495300"/>
                  <a:gd name="connsiteY1" fmla="*/ 29196 h 523875"/>
                  <a:gd name="connsiteX2" fmla="*/ 400530 w 495300"/>
                  <a:gd name="connsiteY2" fmla="*/ 133971 h 523875"/>
                  <a:gd name="connsiteX3" fmla="*/ 371955 w 495300"/>
                  <a:gd name="connsiteY3" fmla="*/ 162546 h 523875"/>
                  <a:gd name="connsiteX4" fmla="*/ 257655 w 495300"/>
                  <a:gd name="connsiteY4" fmla="*/ 162546 h 523875"/>
                  <a:gd name="connsiteX5" fmla="*/ 257655 w 495300"/>
                  <a:gd name="connsiteY5" fmla="*/ 286371 h 523875"/>
                  <a:gd name="connsiteX6" fmla="*/ 419580 w 495300"/>
                  <a:gd name="connsiteY6" fmla="*/ 286371 h 523875"/>
                  <a:gd name="connsiteX7" fmla="*/ 457680 w 495300"/>
                  <a:gd name="connsiteY7" fmla="*/ 322566 h 523875"/>
                  <a:gd name="connsiteX8" fmla="*/ 457680 w 495300"/>
                  <a:gd name="connsiteY8" fmla="*/ 324471 h 523875"/>
                  <a:gd name="connsiteX9" fmla="*/ 457680 w 495300"/>
                  <a:gd name="connsiteY9" fmla="*/ 429246 h 523875"/>
                  <a:gd name="connsiteX10" fmla="*/ 476730 w 495300"/>
                  <a:gd name="connsiteY10" fmla="*/ 429246 h 523875"/>
                  <a:gd name="connsiteX11" fmla="*/ 495780 w 495300"/>
                  <a:gd name="connsiteY11" fmla="*/ 448296 h 523875"/>
                  <a:gd name="connsiteX12" fmla="*/ 495780 w 495300"/>
                  <a:gd name="connsiteY12" fmla="*/ 505446 h 523875"/>
                  <a:gd name="connsiteX13" fmla="*/ 476730 w 495300"/>
                  <a:gd name="connsiteY13" fmla="*/ 524496 h 523875"/>
                  <a:gd name="connsiteX14" fmla="*/ 419580 w 495300"/>
                  <a:gd name="connsiteY14" fmla="*/ 524496 h 523875"/>
                  <a:gd name="connsiteX15" fmla="*/ 400530 w 495300"/>
                  <a:gd name="connsiteY15" fmla="*/ 505446 h 523875"/>
                  <a:gd name="connsiteX16" fmla="*/ 400530 w 495300"/>
                  <a:gd name="connsiteY16" fmla="*/ 448296 h 523875"/>
                  <a:gd name="connsiteX17" fmla="*/ 419580 w 495300"/>
                  <a:gd name="connsiteY17" fmla="*/ 429246 h 523875"/>
                  <a:gd name="connsiteX18" fmla="*/ 438630 w 495300"/>
                  <a:gd name="connsiteY18" fmla="*/ 429246 h 523875"/>
                  <a:gd name="connsiteX19" fmla="*/ 438630 w 495300"/>
                  <a:gd name="connsiteY19" fmla="*/ 324471 h 523875"/>
                  <a:gd name="connsiteX20" fmla="*/ 420533 w 495300"/>
                  <a:gd name="connsiteY20" fmla="*/ 305421 h 523875"/>
                  <a:gd name="connsiteX21" fmla="*/ 419580 w 495300"/>
                  <a:gd name="connsiteY21" fmla="*/ 305421 h 523875"/>
                  <a:gd name="connsiteX22" fmla="*/ 257655 w 495300"/>
                  <a:gd name="connsiteY22" fmla="*/ 305421 h 523875"/>
                  <a:gd name="connsiteX23" fmla="*/ 257655 w 495300"/>
                  <a:gd name="connsiteY23" fmla="*/ 429246 h 523875"/>
                  <a:gd name="connsiteX24" fmla="*/ 276705 w 495300"/>
                  <a:gd name="connsiteY24" fmla="*/ 429246 h 523875"/>
                  <a:gd name="connsiteX25" fmla="*/ 295755 w 495300"/>
                  <a:gd name="connsiteY25" fmla="*/ 448296 h 523875"/>
                  <a:gd name="connsiteX26" fmla="*/ 295755 w 495300"/>
                  <a:gd name="connsiteY26" fmla="*/ 505446 h 523875"/>
                  <a:gd name="connsiteX27" fmla="*/ 276705 w 495300"/>
                  <a:gd name="connsiteY27" fmla="*/ 524496 h 523875"/>
                  <a:gd name="connsiteX28" fmla="*/ 219555 w 495300"/>
                  <a:gd name="connsiteY28" fmla="*/ 524496 h 523875"/>
                  <a:gd name="connsiteX29" fmla="*/ 200505 w 495300"/>
                  <a:gd name="connsiteY29" fmla="*/ 505446 h 523875"/>
                  <a:gd name="connsiteX30" fmla="*/ 200505 w 495300"/>
                  <a:gd name="connsiteY30" fmla="*/ 448296 h 523875"/>
                  <a:gd name="connsiteX31" fmla="*/ 219555 w 495300"/>
                  <a:gd name="connsiteY31" fmla="*/ 429246 h 523875"/>
                  <a:gd name="connsiteX32" fmla="*/ 238605 w 495300"/>
                  <a:gd name="connsiteY32" fmla="*/ 429246 h 523875"/>
                  <a:gd name="connsiteX33" fmla="*/ 238605 w 495300"/>
                  <a:gd name="connsiteY33" fmla="*/ 305421 h 523875"/>
                  <a:gd name="connsiteX34" fmla="*/ 76680 w 495300"/>
                  <a:gd name="connsiteY34" fmla="*/ 305421 h 523875"/>
                  <a:gd name="connsiteX35" fmla="*/ 57630 w 495300"/>
                  <a:gd name="connsiteY35" fmla="*/ 323519 h 523875"/>
                  <a:gd name="connsiteX36" fmla="*/ 57630 w 495300"/>
                  <a:gd name="connsiteY36" fmla="*/ 324471 h 523875"/>
                  <a:gd name="connsiteX37" fmla="*/ 57630 w 495300"/>
                  <a:gd name="connsiteY37" fmla="*/ 429246 h 523875"/>
                  <a:gd name="connsiteX38" fmla="*/ 76680 w 495300"/>
                  <a:gd name="connsiteY38" fmla="*/ 429246 h 523875"/>
                  <a:gd name="connsiteX39" fmla="*/ 95730 w 495300"/>
                  <a:gd name="connsiteY39" fmla="*/ 448296 h 523875"/>
                  <a:gd name="connsiteX40" fmla="*/ 95730 w 495300"/>
                  <a:gd name="connsiteY40" fmla="*/ 505446 h 523875"/>
                  <a:gd name="connsiteX41" fmla="*/ 76680 w 495300"/>
                  <a:gd name="connsiteY41" fmla="*/ 524496 h 523875"/>
                  <a:gd name="connsiteX42" fmla="*/ 19530 w 495300"/>
                  <a:gd name="connsiteY42" fmla="*/ 524496 h 523875"/>
                  <a:gd name="connsiteX43" fmla="*/ 480 w 495300"/>
                  <a:gd name="connsiteY43" fmla="*/ 505446 h 523875"/>
                  <a:gd name="connsiteX44" fmla="*/ 480 w 495300"/>
                  <a:gd name="connsiteY44" fmla="*/ 448296 h 523875"/>
                  <a:gd name="connsiteX45" fmla="*/ 19530 w 495300"/>
                  <a:gd name="connsiteY45" fmla="*/ 429246 h 523875"/>
                  <a:gd name="connsiteX46" fmla="*/ 38580 w 495300"/>
                  <a:gd name="connsiteY46" fmla="*/ 429246 h 523875"/>
                  <a:gd name="connsiteX47" fmla="*/ 38580 w 495300"/>
                  <a:gd name="connsiteY47" fmla="*/ 324471 h 523875"/>
                  <a:gd name="connsiteX48" fmla="*/ 74775 w 495300"/>
                  <a:gd name="connsiteY48" fmla="*/ 286371 h 523875"/>
                  <a:gd name="connsiteX49" fmla="*/ 76680 w 495300"/>
                  <a:gd name="connsiteY49" fmla="*/ 286371 h 523875"/>
                  <a:gd name="connsiteX50" fmla="*/ 238605 w 495300"/>
                  <a:gd name="connsiteY50" fmla="*/ 286371 h 523875"/>
                  <a:gd name="connsiteX51" fmla="*/ 238605 w 495300"/>
                  <a:gd name="connsiteY51" fmla="*/ 162546 h 523875"/>
                  <a:gd name="connsiteX52" fmla="*/ 124305 w 495300"/>
                  <a:gd name="connsiteY52" fmla="*/ 162546 h 523875"/>
                  <a:gd name="connsiteX53" fmla="*/ 95730 w 495300"/>
                  <a:gd name="connsiteY53" fmla="*/ 133971 h 523875"/>
                  <a:gd name="connsiteX54" fmla="*/ 95730 w 495300"/>
                  <a:gd name="connsiteY54" fmla="*/ 29196 h 523875"/>
                  <a:gd name="connsiteX55" fmla="*/ 124305 w 495300"/>
                  <a:gd name="connsiteY55" fmla="*/ 621 h 523875"/>
                  <a:gd name="connsiteX56" fmla="*/ 371955 w 495300"/>
                  <a:gd name="connsiteY56" fmla="*/ 621 h 523875"/>
                  <a:gd name="connsiteX57" fmla="*/ 148118 w 495300"/>
                  <a:gd name="connsiteY57" fmla="*/ 95871 h 523875"/>
                  <a:gd name="connsiteX58" fmla="*/ 133830 w 495300"/>
                  <a:gd name="connsiteY58" fmla="*/ 110159 h 523875"/>
                  <a:gd name="connsiteX59" fmla="*/ 148118 w 495300"/>
                  <a:gd name="connsiteY59" fmla="*/ 124446 h 523875"/>
                  <a:gd name="connsiteX60" fmla="*/ 162405 w 495300"/>
                  <a:gd name="connsiteY60" fmla="*/ 110159 h 523875"/>
                  <a:gd name="connsiteX61" fmla="*/ 148118 w 495300"/>
                  <a:gd name="connsiteY61" fmla="*/ 9587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495300" h="523875">
                    <a:moveTo>
                      <a:pt x="371955" y="621"/>
                    </a:moveTo>
                    <a:cubicBezTo>
                      <a:pt x="388148" y="621"/>
                      <a:pt x="400530" y="13004"/>
                      <a:pt x="400530" y="29196"/>
                    </a:cubicBezTo>
                    <a:lnTo>
                      <a:pt x="400530" y="133971"/>
                    </a:lnTo>
                    <a:cubicBezTo>
                      <a:pt x="400530" y="150164"/>
                      <a:pt x="388148" y="162546"/>
                      <a:pt x="371955" y="162546"/>
                    </a:cubicBezTo>
                    <a:lnTo>
                      <a:pt x="257655" y="162546"/>
                    </a:lnTo>
                    <a:lnTo>
                      <a:pt x="257655" y="286371"/>
                    </a:lnTo>
                    <a:lnTo>
                      <a:pt x="419580" y="286371"/>
                    </a:lnTo>
                    <a:cubicBezTo>
                      <a:pt x="439583" y="286371"/>
                      <a:pt x="456727" y="302564"/>
                      <a:pt x="457680" y="322566"/>
                    </a:cubicBezTo>
                    <a:lnTo>
                      <a:pt x="457680" y="324471"/>
                    </a:lnTo>
                    <a:lnTo>
                      <a:pt x="457680" y="429246"/>
                    </a:lnTo>
                    <a:lnTo>
                      <a:pt x="476730" y="429246"/>
                    </a:lnTo>
                    <a:cubicBezTo>
                      <a:pt x="487208" y="429246"/>
                      <a:pt x="495780" y="437819"/>
                      <a:pt x="495780" y="448296"/>
                    </a:cubicBezTo>
                    <a:lnTo>
                      <a:pt x="495780" y="505446"/>
                    </a:lnTo>
                    <a:cubicBezTo>
                      <a:pt x="495780" y="515924"/>
                      <a:pt x="487208" y="524496"/>
                      <a:pt x="476730" y="524496"/>
                    </a:cubicBezTo>
                    <a:lnTo>
                      <a:pt x="419580" y="524496"/>
                    </a:lnTo>
                    <a:cubicBezTo>
                      <a:pt x="409102" y="524496"/>
                      <a:pt x="400530" y="515924"/>
                      <a:pt x="400530" y="505446"/>
                    </a:cubicBezTo>
                    <a:lnTo>
                      <a:pt x="400530" y="448296"/>
                    </a:lnTo>
                    <a:cubicBezTo>
                      <a:pt x="400530" y="437819"/>
                      <a:pt x="409102" y="429246"/>
                      <a:pt x="419580" y="429246"/>
                    </a:cubicBezTo>
                    <a:lnTo>
                      <a:pt x="438630" y="429246"/>
                    </a:lnTo>
                    <a:lnTo>
                      <a:pt x="438630" y="324471"/>
                    </a:lnTo>
                    <a:cubicBezTo>
                      <a:pt x="438630" y="313994"/>
                      <a:pt x="431010" y="306374"/>
                      <a:pt x="420533" y="305421"/>
                    </a:cubicBezTo>
                    <a:lnTo>
                      <a:pt x="419580" y="305421"/>
                    </a:lnTo>
                    <a:lnTo>
                      <a:pt x="257655" y="305421"/>
                    </a:lnTo>
                    <a:lnTo>
                      <a:pt x="257655" y="429246"/>
                    </a:lnTo>
                    <a:lnTo>
                      <a:pt x="276705" y="429246"/>
                    </a:lnTo>
                    <a:cubicBezTo>
                      <a:pt x="287183" y="429246"/>
                      <a:pt x="295755" y="437819"/>
                      <a:pt x="295755" y="448296"/>
                    </a:cubicBezTo>
                    <a:lnTo>
                      <a:pt x="295755" y="505446"/>
                    </a:lnTo>
                    <a:cubicBezTo>
                      <a:pt x="295755" y="515924"/>
                      <a:pt x="287183" y="524496"/>
                      <a:pt x="276705" y="524496"/>
                    </a:cubicBezTo>
                    <a:lnTo>
                      <a:pt x="219555" y="524496"/>
                    </a:lnTo>
                    <a:cubicBezTo>
                      <a:pt x="209077" y="524496"/>
                      <a:pt x="200505" y="515924"/>
                      <a:pt x="200505" y="505446"/>
                    </a:cubicBezTo>
                    <a:lnTo>
                      <a:pt x="200505" y="448296"/>
                    </a:lnTo>
                    <a:cubicBezTo>
                      <a:pt x="200505" y="437819"/>
                      <a:pt x="209077" y="429246"/>
                      <a:pt x="219555" y="429246"/>
                    </a:cubicBezTo>
                    <a:lnTo>
                      <a:pt x="238605" y="429246"/>
                    </a:lnTo>
                    <a:lnTo>
                      <a:pt x="238605" y="305421"/>
                    </a:lnTo>
                    <a:lnTo>
                      <a:pt x="76680" y="305421"/>
                    </a:lnTo>
                    <a:cubicBezTo>
                      <a:pt x="66202" y="305421"/>
                      <a:pt x="58583" y="313041"/>
                      <a:pt x="57630" y="323519"/>
                    </a:cubicBezTo>
                    <a:lnTo>
                      <a:pt x="57630" y="324471"/>
                    </a:lnTo>
                    <a:lnTo>
                      <a:pt x="57630" y="429246"/>
                    </a:lnTo>
                    <a:lnTo>
                      <a:pt x="76680" y="429246"/>
                    </a:lnTo>
                    <a:cubicBezTo>
                      <a:pt x="87158" y="429246"/>
                      <a:pt x="95730" y="437819"/>
                      <a:pt x="95730" y="448296"/>
                    </a:cubicBezTo>
                    <a:lnTo>
                      <a:pt x="95730" y="505446"/>
                    </a:lnTo>
                    <a:cubicBezTo>
                      <a:pt x="95730" y="515924"/>
                      <a:pt x="87158" y="524496"/>
                      <a:pt x="76680" y="524496"/>
                    </a:cubicBezTo>
                    <a:lnTo>
                      <a:pt x="19530" y="524496"/>
                    </a:lnTo>
                    <a:cubicBezTo>
                      <a:pt x="9052" y="524496"/>
                      <a:pt x="480" y="515924"/>
                      <a:pt x="480" y="505446"/>
                    </a:cubicBezTo>
                    <a:lnTo>
                      <a:pt x="480" y="448296"/>
                    </a:lnTo>
                    <a:cubicBezTo>
                      <a:pt x="480" y="437819"/>
                      <a:pt x="9052" y="429246"/>
                      <a:pt x="19530" y="429246"/>
                    </a:cubicBezTo>
                    <a:lnTo>
                      <a:pt x="38580" y="429246"/>
                    </a:lnTo>
                    <a:lnTo>
                      <a:pt x="38580" y="324471"/>
                    </a:lnTo>
                    <a:cubicBezTo>
                      <a:pt x="38580" y="304469"/>
                      <a:pt x="54773" y="287324"/>
                      <a:pt x="74775" y="286371"/>
                    </a:cubicBezTo>
                    <a:lnTo>
                      <a:pt x="76680" y="286371"/>
                    </a:lnTo>
                    <a:lnTo>
                      <a:pt x="238605" y="286371"/>
                    </a:lnTo>
                    <a:lnTo>
                      <a:pt x="238605" y="162546"/>
                    </a:lnTo>
                    <a:lnTo>
                      <a:pt x="124305" y="162546"/>
                    </a:lnTo>
                    <a:cubicBezTo>
                      <a:pt x="108112" y="162546"/>
                      <a:pt x="95730" y="150164"/>
                      <a:pt x="95730" y="133971"/>
                    </a:cubicBezTo>
                    <a:lnTo>
                      <a:pt x="95730" y="29196"/>
                    </a:lnTo>
                    <a:cubicBezTo>
                      <a:pt x="95730" y="13004"/>
                      <a:pt x="108112" y="621"/>
                      <a:pt x="124305" y="621"/>
                    </a:cubicBezTo>
                    <a:lnTo>
                      <a:pt x="371955" y="621"/>
                    </a:lnTo>
                    <a:close/>
                    <a:moveTo>
                      <a:pt x="148118" y="95871"/>
                    </a:moveTo>
                    <a:cubicBezTo>
                      <a:pt x="140498" y="95871"/>
                      <a:pt x="133830" y="102539"/>
                      <a:pt x="133830" y="110159"/>
                    </a:cubicBezTo>
                    <a:cubicBezTo>
                      <a:pt x="133830" y="117779"/>
                      <a:pt x="140498" y="124446"/>
                      <a:pt x="148118" y="124446"/>
                    </a:cubicBezTo>
                    <a:cubicBezTo>
                      <a:pt x="155737" y="124446"/>
                      <a:pt x="162405" y="117779"/>
                      <a:pt x="162405" y="110159"/>
                    </a:cubicBezTo>
                    <a:cubicBezTo>
                      <a:pt x="162405" y="102539"/>
                      <a:pt x="155737" y="95871"/>
                      <a:pt x="148118" y="958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9" descr="3c10fe8c-9645-42df-97db-e7c5556cce30">
              <a:extLst>
                <a:ext uri="{FF2B5EF4-FFF2-40B4-BE49-F238E27FC236}">
                  <a16:creationId id="{0283D2BA-36CC-E68E-E729-A5FE506BF756}"/>
                </a:ext>
              </a:extLst>
            </p:cNvPr>
            <p:cNvGrpSpPr/>
            <p:nvPr/>
          </p:nvGrpSpPr>
          <p:grpSpPr>
            <a:xfrm>
              <a:off x="10013225" y="2422885"/>
              <a:ext cx="681223" cy="681223"/>
              <a:chOff x="6059562" y="3821769"/>
              <a:chExt cx="459577" cy="459577"/>
            </a:xfrm>
          </p:grpSpPr>
          <p:sp>
            <p:nvSpPr>
              <p:cNvPr id="78" name="IconBackground3" descr="fab9055c-daa6-4d13-98ea-36fa2a244ca6">
                <a:extLst>
                  <a:ext uri="{FF2B5EF4-FFF2-40B4-BE49-F238E27FC236}">
                    <a16:creationId id="{AC6CCDA2-2D91-ABFF-476E-52CFF2EE6786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6059562" y="3821769"/>
                <a:ext cx="459577" cy="45957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75000">
                    <a:schemeClr val="accent3"/>
                  </a:gs>
                </a:gsLst>
                <a:lin ang="2700000" scaled="1"/>
                <a:tileRect/>
              </a:gradFill>
              <a:ln w="12700">
                <a:solidFill>
                  <a:schemeClr val="bg1"/>
                </a:solidFill>
              </a:ln>
              <a:effectLst>
                <a:outerShdw blurRad="127000" dist="63500" dir="2700000" algn="tl" rotWithShape="0">
                  <a:schemeClr val="accent3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>
                <a:defPPr>
                  <a:defRPr lang="en-US"/>
                </a:defPPr>
                <a:lvl1pPr algn="ctr">
                  <a:defRPr b="1">
                    <a:solidFill>
                      <a:srgbClr val="FFFFFF"/>
                    </a:solidFill>
                    <a:cs typeface="+mn-ea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sym typeface="Arial" panose="020B0604020202020204" pitchFamily="34" charset="0"/>
                </a:endParaRPr>
              </a:p>
            </p:txBody>
          </p:sp>
          <p:sp>
            <p:nvSpPr>
              <p:cNvPr id="79" name="Icon3" descr="a656ade3-4ee6-4f75-b52e-65b355682b30">
                <a:extLst>
                  <a:ext uri="{FF2B5EF4-FFF2-40B4-BE49-F238E27FC236}">
                    <a16:creationId id="{DCCD55A3-CF86-6250-B9F8-110675647EC0}"/>
                  </a:ext>
                </a:extLst>
              </p:cNvPr>
              <p:cNvSpPr/>
              <p:nvPr/>
            </p:nvSpPr>
            <p:spPr>
              <a:xfrm>
                <a:off x="6193082" y="3957010"/>
                <a:ext cx="192536" cy="189096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599 h 523875"/>
                  <a:gd name="connsiteX30" fmla="*/ 11342 w 533400"/>
                  <a:gd name="connsiteY30" fmla="*/ 175881 h 523875"/>
                  <a:gd name="connsiteX31" fmla="*/ 56109 w 533400"/>
                  <a:gd name="connsiteY31" fmla="*/ 127304 h 523875"/>
                  <a:gd name="connsiteX32" fmla="*/ 8373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957" y="276846"/>
                      <a:pt x="372339" y="289229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2114"/>
                      <a:pt x="359957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171" y="524496"/>
                      <a:pt x="162789" y="512114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229"/>
                      <a:pt x="175171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4924"/>
                      <a:pt x="159932" y="152069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292" y="153021"/>
                      <a:pt x="390436" y="13682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882" y="114921"/>
                      <a:pt x="534264" y="127304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814"/>
                      <a:pt x="521882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894"/>
                      <a:pt x="375196" y="258749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836" y="257796"/>
                      <a:pt x="144692" y="273989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246" y="410196"/>
                      <a:pt x="864" y="397814"/>
                      <a:pt x="864" y="381621"/>
                    </a:cubicBezTo>
                    <a:lnTo>
                      <a:pt x="864" y="201599"/>
                    </a:lnTo>
                    <a:cubicBezTo>
                      <a:pt x="864" y="192074"/>
                      <a:pt x="4674" y="182549"/>
                      <a:pt x="11342" y="175881"/>
                    </a:cubicBezTo>
                    <a:lnTo>
                      <a:pt x="56109" y="127304"/>
                    </a:lnTo>
                    <a:cubicBezTo>
                      <a:pt x="63729" y="119684"/>
                      <a:pt x="73254" y="114921"/>
                      <a:pt x="8373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5207" y="172071"/>
                      <a:pt x="448539" y="178739"/>
                      <a:pt x="448539" y="186359"/>
                    </a:cubicBezTo>
                    <a:cubicBezTo>
                      <a:pt x="448539" y="193979"/>
                      <a:pt x="455207" y="200646"/>
                      <a:pt x="462827" y="200646"/>
                    </a:cubicBezTo>
                    <a:cubicBezTo>
                      <a:pt x="470446" y="200646"/>
                      <a:pt x="477114" y="193979"/>
                      <a:pt x="477114" y="186359"/>
                    </a:cubicBezTo>
                    <a:cubicBezTo>
                      <a:pt x="477114" y="178739"/>
                      <a:pt x="470446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957" y="621"/>
                      <a:pt x="372339" y="13004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589"/>
                      <a:pt x="359957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171" y="133971"/>
                      <a:pt x="162789" y="121589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004"/>
                      <a:pt x="175171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" descr="f2cb5a3e-a56f-4039-90cf-356862657e2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项目规划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4" name="b081a2e2-6d0f-4219-b172-6e13d5f98058.source.5.zh-Hans.pptx" descr="80bc8794-61b0-4224-9c38-6a3e7c27b490">
            <a:extLst>
              <a:ext uri="{FF2B5EF4-FFF2-40B4-BE49-F238E27FC236}">
                <a16:creationId id="{B3D9C620-A2AB-4807-87DD-0B7A45019DCF}"/>
              </a:ext>
            </a:extLst>
          </p:cNvPr>
          <p:cNvGrpSpPr/>
          <p:nvPr/>
        </p:nvGrpSpPr>
        <p:grpSpPr>
          <a:xfrm>
            <a:off x="660399" y="1150137"/>
            <a:ext cx="10858501" cy="4513493"/>
            <a:chOff x="660399" y="1150137"/>
            <a:chExt cx="10858501" cy="4513493"/>
          </a:xfrm>
        </p:grpSpPr>
        <p:sp>
          <p:nvSpPr>
            <p:cNvPr id="4" name="Title" descr="757227a7-d808-4048-8a4b-a3f75628f984">
              <a:extLst>
                <a:ext uri="{FF2B5EF4-FFF2-40B4-BE49-F238E27FC236}">
                  <a16:creationId id="{DB909497-551F-A967-7C70-35466B9ADCCA}"/>
                </a:ext>
              </a:extLst>
            </p:cNvPr>
            <p:cNvSpPr txBox="1"/>
            <p:nvPr/>
          </p:nvSpPr>
          <p:spPr>
            <a:xfrm>
              <a:off x="660400" y="1150137"/>
              <a:ext cx="10858500" cy="667374"/>
            </a:xfrm>
            <a:prstGeom prst="rect">
              <a:avLst/>
            </a:prstGeom>
            <a:noFill/>
          </p:spPr>
          <p:txBody>
            <a:bodyPr wrap="square" anchor="t" anchorCtr="1">
              <a:normAutofit/>
            </a:bodyPr>
            <a:lstStyle/>
            <a:p>
              <a:pPr marL="0" marR="0" lvl="0" indent="0" algn="ctr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打造高绩效团队</a:t>
              </a:r>
              <a:endParaRPr lang="en-US" dirty="0"/>
            </a:p>
          </p:txBody>
        </p:sp>
        <p:grpSp>
          <p:nvGrpSpPr>
            <p:cNvPr id="3" name="组合 2" descr="966b9ad0-a736-4df9-9361-9703b994415a">
              <a:extLst>
                <a:ext uri="{FF2B5EF4-FFF2-40B4-BE49-F238E27FC236}">
                  <a16:creationId id="{865B9AD5-541D-114A-FDBD-279B3FC15B54}"/>
                </a:ext>
              </a:extLst>
            </p:cNvPr>
            <p:cNvGrpSpPr/>
            <p:nvPr/>
          </p:nvGrpSpPr>
          <p:grpSpPr>
            <a:xfrm>
              <a:off x="660399" y="2376829"/>
              <a:ext cx="1942591" cy="3286801"/>
              <a:chOff x="660399" y="2376829"/>
              <a:chExt cx="1942591" cy="3286801"/>
            </a:xfrm>
          </p:grpSpPr>
          <p:sp>
            <p:nvSpPr>
              <p:cNvPr id="6" name="ComponentBackground1" descr="44df03e6-456b-4430-8537-8c460ff892ba">
                <a:extLst>
                  <a:ext uri="{FF2B5EF4-FFF2-40B4-BE49-F238E27FC236}">
                    <a16:creationId id="{AC6CE771-BAE5-E6D0-C01E-3236A9746B3A}"/>
                  </a:ext>
                </a:extLst>
              </p:cNvPr>
              <p:cNvSpPr/>
              <p:nvPr/>
            </p:nvSpPr>
            <p:spPr>
              <a:xfrm>
                <a:off x="660399" y="2600286"/>
                <a:ext cx="1942591" cy="3063344"/>
              </a:xfrm>
              <a:prstGeom prst="roundRect">
                <a:avLst>
                  <a:gd name="adj" fmla="val 5758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Number1" descr="ca534f13-b535-46d3-ae35-f0db91ab22d8">
                <a:extLst>
                  <a:ext uri="{FF2B5EF4-FFF2-40B4-BE49-F238E27FC236}">
                    <a16:creationId id="{4CF89946-34B6-584C-782F-A2A380B3CE4A}"/>
                  </a:ext>
                </a:extLst>
              </p:cNvPr>
              <p:cNvSpPr/>
              <p:nvPr/>
            </p:nvSpPr>
            <p:spPr>
              <a:xfrm>
                <a:off x="1013045" y="2376829"/>
                <a:ext cx="1237298" cy="4469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rgbClr val="FFFFFF"/>
                    </a:solidFill>
                  </a:rPr>
                  <a:t>01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" name="Bullet1" descr="af72815b-ad66-4239-bda7-539245d1f865">
                <a:extLst>
                  <a:ext uri="{FF2B5EF4-FFF2-40B4-BE49-F238E27FC236}">
                    <a16:creationId id="{D7B3B31C-B010-5E7B-C866-317B48630B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26658" y="2959100"/>
                <a:ext cx="1810072" cy="5911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accent1"/>
                    </a:solidFill>
                  </a:rPr>
                  <a:t>人才发展</a:t>
                </a:r>
                <a:endParaRPr lang="en-US" dirty="0"/>
              </a:p>
            </p:txBody>
          </p:sp>
          <p:sp>
            <p:nvSpPr>
              <p:cNvPr id="9" name="Text1" descr="791ad63a-e0b4-4fd7-ab1a-bf8665b6a946">
                <a:extLst>
                  <a:ext uri="{FF2B5EF4-FFF2-40B4-BE49-F238E27FC236}">
                    <a16:creationId id="{87348DC9-E475-8A5A-2693-CDB200FF3E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26657" y="3562053"/>
                <a:ext cx="1810072" cy="18054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effectLst/>
                  </a:rPr>
                  <a:t>制定明确的团队成员成长路径，提供培训和学习机会，促进个人与团队共同成长。</a:t>
                </a:r>
                <a:endParaRPr lang="en-US" dirty="0"/>
              </a:p>
            </p:txBody>
          </p:sp>
        </p:grpSp>
        <p:grpSp>
          <p:nvGrpSpPr>
            <p:cNvPr id="30" name="组合 29" descr="fd840db3-43fd-433e-a483-885b5e2801d3">
              <a:extLst>
                <a:ext uri="{FF2B5EF4-FFF2-40B4-BE49-F238E27FC236}">
                  <a16:creationId id="{A2396BE9-7CC3-B543-156A-A184C8A0E5A7}"/>
                </a:ext>
              </a:extLst>
            </p:cNvPr>
            <p:cNvGrpSpPr/>
            <p:nvPr/>
          </p:nvGrpSpPr>
          <p:grpSpPr>
            <a:xfrm>
              <a:off x="2889377" y="2376829"/>
              <a:ext cx="1942591" cy="3286801"/>
              <a:chOff x="2889377" y="2376829"/>
              <a:chExt cx="1942591" cy="3286801"/>
            </a:xfrm>
          </p:grpSpPr>
          <p:sp>
            <p:nvSpPr>
              <p:cNvPr id="11" name="ComponentBackground2" descr="326662ef-b007-4e60-b8a1-915f1c60df87">
                <a:extLst>
                  <a:ext uri="{FF2B5EF4-FFF2-40B4-BE49-F238E27FC236}">
                    <a16:creationId id="{6B737C3B-8A96-8AD2-B065-276A29B9E352}"/>
                  </a:ext>
                </a:extLst>
              </p:cNvPr>
              <p:cNvSpPr/>
              <p:nvPr/>
            </p:nvSpPr>
            <p:spPr>
              <a:xfrm>
                <a:off x="2889377" y="2600286"/>
                <a:ext cx="1942591" cy="3063344"/>
              </a:xfrm>
              <a:prstGeom prst="roundRect">
                <a:avLst>
                  <a:gd name="adj" fmla="val 5758"/>
                </a:avLst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" name="Number2" descr="51459dc8-e390-4243-90f2-9181f553be93">
                <a:extLst>
                  <a:ext uri="{FF2B5EF4-FFF2-40B4-BE49-F238E27FC236}">
                    <a16:creationId id="{6994C989-0E34-BABE-C013-E048359583BE}"/>
                  </a:ext>
                </a:extLst>
              </p:cNvPr>
              <p:cNvSpPr/>
              <p:nvPr/>
            </p:nvSpPr>
            <p:spPr>
              <a:xfrm>
                <a:off x="3242023" y="2376829"/>
                <a:ext cx="1237298" cy="4469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rgbClr val="FFFFFF"/>
                    </a:solidFill>
                  </a:rPr>
                  <a:t>02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3" name="Bullet2" descr="f2d55b7a-6b40-4fcd-9db0-697c299753c4">
                <a:extLst>
                  <a:ext uri="{FF2B5EF4-FFF2-40B4-BE49-F238E27FC236}">
                    <a16:creationId id="{18844317-ACCE-5DD2-0085-E05049A25A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55636" y="2959100"/>
                <a:ext cx="1810072" cy="5911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accent2"/>
                    </a:solidFill>
                  </a:rPr>
                  <a:t>文化建设</a:t>
                </a:r>
                <a:endParaRPr lang="en-US" dirty="0"/>
              </a:p>
            </p:txBody>
          </p:sp>
          <p:sp>
            <p:nvSpPr>
              <p:cNvPr id="14" name="Text2" descr="51df7160-d895-4c70-b8e2-b619e4cf41d8">
                <a:extLst>
                  <a:ext uri="{FF2B5EF4-FFF2-40B4-BE49-F238E27FC236}">
                    <a16:creationId id="{A4F4CEFA-5A92-3E62-1DE3-2DA698D3F4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55635" y="3562053"/>
                <a:ext cx="1810072" cy="18054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effectLst/>
                  </a:rPr>
                  <a:t>营造开放、包容、鼓励创新的团队氛围，增强团队凝聚力与归属感。</a:t>
                </a:r>
                <a:endParaRPr lang="en-US" dirty="0"/>
              </a:p>
            </p:txBody>
          </p:sp>
        </p:grpSp>
        <p:grpSp>
          <p:nvGrpSpPr>
            <p:cNvPr id="31" name="组合 30" descr="f9d4c70c-6a17-4089-adc2-3fcd54f8a00e">
              <a:extLst>
                <a:ext uri="{FF2B5EF4-FFF2-40B4-BE49-F238E27FC236}">
                  <a16:creationId id="{3CA9DE46-2417-DEA5-58A0-D1D5A80AF2EA}"/>
                </a:ext>
              </a:extLst>
            </p:cNvPr>
            <p:cNvGrpSpPr/>
            <p:nvPr/>
          </p:nvGrpSpPr>
          <p:grpSpPr>
            <a:xfrm>
              <a:off x="5118355" y="2376829"/>
              <a:ext cx="1942591" cy="3286801"/>
              <a:chOff x="5118355" y="2376829"/>
              <a:chExt cx="1942591" cy="3286801"/>
            </a:xfrm>
          </p:grpSpPr>
          <p:sp>
            <p:nvSpPr>
              <p:cNvPr id="16" name="ComponentBackground3" descr="e5ba75f2-b7ab-4c2d-9dc0-d296059d07a0">
                <a:extLst>
                  <a:ext uri="{FF2B5EF4-FFF2-40B4-BE49-F238E27FC236}">
                    <a16:creationId id="{02B37862-87E6-5B95-DA4B-D02DCC08DC97}"/>
                  </a:ext>
                </a:extLst>
              </p:cNvPr>
              <p:cNvSpPr/>
              <p:nvPr/>
            </p:nvSpPr>
            <p:spPr>
              <a:xfrm>
                <a:off x="5118355" y="2600286"/>
                <a:ext cx="1942591" cy="3063344"/>
              </a:xfrm>
              <a:prstGeom prst="roundRect">
                <a:avLst>
                  <a:gd name="adj" fmla="val 5758"/>
                </a:avLst>
              </a:prstGeom>
              <a:solidFill>
                <a:schemeClr val="accent3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Number3" descr="eb21e7d9-0ddf-4616-b706-a031e826beb8">
                <a:extLst>
                  <a:ext uri="{FF2B5EF4-FFF2-40B4-BE49-F238E27FC236}">
                    <a16:creationId id="{601AB276-A0F8-BDDC-CF61-037C3AFE9856}"/>
                  </a:ext>
                </a:extLst>
              </p:cNvPr>
              <p:cNvSpPr/>
              <p:nvPr/>
            </p:nvSpPr>
            <p:spPr>
              <a:xfrm>
                <a:off x="5471001" y="2376829"/>
                <a:ext cx="1237298" cy="4469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rgbClr val="FFFFFF"/>
                    </a:solidFill>
                  </a:rPr>
                  <a:t>03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Bullet3" descr="217fcfcc-4ff3-4d21-ba8c-b15ce532b89c">
                <a:extLst>
                  <a:ext uri="{FF2B5EF4-FFF2-40B4-BE49-F238E27FC236}">
                    <a16:creationId id="{B8271364-10A8-8CA1-B219-CE256B28F8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84614" y="2959100"/>
                <a:ext cx="1810072" cy="5911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accent3"/>
                    </a:solidFill>
                  </a:rPr>
                  <a:t>绩效提升</a:t>
                </a:r>
                <a:endParaRPr lang="en-US" dirty="0"/>
              </a:p>
            </p:txBody>
          </p:sp>
          <p:sp>
            <p:nvSpPr>
              <p:cNvPr id="19" name="Text3" descr="4675d531-f50f-49c2-a95e-a456f870c5ae">
                <a:extLst>
                  <a:ext uri="{FF2B5EF4-FFF2-40B4-BE49-F238E27FC236}">
                    <a16:creationId id="{60B9F5A4-F3A5-3801-8249-2A2BA334144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84613" y="3562053"/>
                <a:ext cx="1810072" cy="18054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effectLst/>
                  </a:rPr>
                  <a:t>引入科学的绩效评估体系，激励团队成员发挥潜力，实现更高效的工作产出。</a:t>
                </a:r>
                <a:endParaRPr lang="en-US" dirty="0"/>
              </a:p>
            </p:txBody>
          </p:sp>
        </p:grpSp>
        <p:grpSp>
          <p:nvGrpSpPr>
            <p:cNvPr id="32" name="组合 31" descr="39631843-a06c-4dfb-b3e4-ccb154740fbe">
              <a:extLst>
                <a:ext uri="{FF2B5EF4-FFF2-40B4-BE49-F238E27FC236}">
                  <a16:creationId id="{72B11DED-76F8-E189-5DA4-EFEFBF7BE1D4}"/>
                </a:ext>
              </a:extLst>
            </p:cNvPr>
            <p:cNvGrpSpPr/>
            <p:nvPr/>
          </p:nvGrpSpPr>
          <p:grpSpPr>
            <a:xfrm>
              <a:off x="7347333" y="2376829"/>
              <a:ext cx="1942591" cy="3286801"/>
              <a:chOff x="7347333" y="2376829"/>
              <a:chExt cx="1942591" cy="3286801"/>
            </a:xfrm>
          </p:grpSpPr>
          <p:sp>
            <p:nvSpPr>
              <p:cNvPr id="21" name="ComponentBackground4" descr="9d89b1bf-1adf-4a0b-8d5b-8a5c040a125d">
                <a:extLst>
                  <a:ext uri="{FF2B5EF4-FFF2-40B4-BE49-F238E27FC236}">
                    <a16:creationId id="{D321C794-207B-A563-F07D-D26A3A36F347}"/>
                  </a:ext>
                </a:extLst>
              </p:cNvPr>
              <p:cNvSpPr/>
              <p:nvPr/>
            </p:nvSpPr>
            <p:spPr>
              <a:xfrm>
                <a:off x="7347333" y="2600286"/>
                <a:ext cx="1942591" cy="3063344"/>
              </a:xfrm>
              <a:prstGeom prst="roundRect">
                <a:avLst>
                  <a:gd name="adj" fmla="val 5758"/>
                </a:avLst>
              </a:prstGeom>
              <a:solidFill>
                <a:schemeClr val="accent4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Number4" descr="c105b69b-2eb4-4116-b2fe-74e854a23e53">
                <a:extLst>
                  <a:ext uri="{FF2B5EF4-FFF2-40B4-BE49-F238E27FC236}">
                    <a16:creationId id="{AA2C0055-846C-5C57-5E33-80412265624A}"/>
                  </a:ext>
                </a:extLst>
              </p:cNvPr>
              <p:cNvSpPr/>
              <p:nvPr/>
            </p:nvSpPr>
            <p:spPr>
              <a:xfrm>
                <a:off x="7699979" y="2376829"/>
                <a:ext cx="1237298" cy="4469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rgbClr val="FFFFFF"/>
                    </a:solidFill>
                  </a:rPr>
                  <a:t>04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3" name="Bullet4" descr="3183c51e-25d1-4cd9-b522-6a028b76200c">
                <a:extLst>
                  <a:ext uri="{FF2B5EF4-FFF2-40B4-BE49-F238E27FC236}">
                    <a16:creationId id="{134F6FDC-F2BB-F8C6-D0C3-63FC26DC30D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413592" y="2959100"/>
                <a:ext cx="1810072" cy="5911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accent4"/>
                    </a:solidFill>
                  </a:rPr>
                  <a:t>沟通机制</a:t>
                </a:r>
                <a:endParaRPr lang="en-US" dirty="0"/>
              </a:p>
            </p:txBody>
          </p:sp>
          <p:sp>
            <p:nvSpPr>
              <p:cNvPr id="24" name="Text4" descr="84ca80c9-111e-4151-9b85-c251ea4eea94">
                <a:extLst>
                  <a:ext uri="{FF2B5EF4-FFF2-40B4-BE49-F238E27FC236}">
                    <a16:creationId id="{95B3597C-D116-AD4B-2F46-778D89BC850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413591" y="3562053"/>
                <a:ext cx="1810072" cy="18054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effectLst/>
                  </a:rPr>
                  <a:t>建立高效透明的沟通渠道，确保信息在团队内部及跨部门间顺畅流通。</a:t>
                </a:r>
                <a:endParaRPr lang="en-US" dirty="0"/>
              </a:p>
            </p:txBody>
          </p:sp>
        </p:grpSp>
        <p:grpSp>
          <p:nvGrpSpPr>
            <p:cNvPr id="33" name="组合 32" descr="ab41d96a-6e0f-4a08-bd30-0edc300eeb45">
              <a:extLst>
                <a:ext uri="{FF2B5EF4-FFF2-40B4-BE49-F238E27FC236}">
                  <a16:creationId id="{693ABA27-4804-59A9-5902-179C0DA980AA}"/>
                </a:ext>
              </a:extLst>
            </p:cNvPr>
            <p:cNvGrpSpPr/>
            <p:nvPr/>
          </p:nvGrpSpPr>
          <p:grpSpPr>
            <a:xfrm>
              <a:off x="9576309" y="2376829"/>
              <a:ext cx="1942591" cy="3286801"/>
              <a:chOff x="9576309" y="2376829"/>
              <a:chExt cx="1942591" cy="3286801"/>
            </a:xfrm>
          </p:grpSpPr>
          <p:sp>
            <p:nvSpPr>
              <p:cNvPr id="25" name="ComponentBackground5" descr="84364328-41de-445d-b675-125d6315577d">
                <a:extLst>
                  <a:ext uri="{FF2B5EF4-FFF2-40B4-BE49-F238E27FC236}">
                    <a16:creationId id="{BF7A1FE8-1540-DD46-9DF9-A927AE854153}"/>
                  </a:ext>
                </a:extLst>
              </p:cNvPr>
              <p:cNvSpPr/>
              <p:nvPr/>
            </p:nvSpPr>
            <p:spPr>
              <a:xfrm>
                <a:off x="9576309" y="2600286"/>
                <a:ext cx="1942591" cy="3063344"/>
              </a:xfrm>
              <a:prstGeom prst="roundRect">
                <a:avLst>
                  <a:gd name="adj" fmla="val 5758"/>
                </a:avLst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Number5" descr="6b930d39-d553-4096-bf5f-793eb82f8b80">
                <a:extLst>
                  <a:ext uri="{FF2B5EF4-FFF2-40B4-BE49-F238E27FC236}">
                    <a16:creationId id="{5849410B-643A-07F2-39C4-FA7CB7B06CA2}"/>
                  </a:ext>
                </a:extLst>
              </p:cNvPr>
              <p:cNvSpPr/>
              <p:nvPr/>
            </p:nvSpPr>
            <p:spPr>
              <a:xfrm>
                <a:off x="9928955" y="2376829"/>
                <a:ext cx="1237298" cy="4469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5">
                      <a:lumMod val="60000"/>
                      <a:lumOff val="40000"/>
                    </a:schemeClr>
                  </a:gs>
                  <a:gs pos="60000">
                    <a:schemeClr val="accent5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50800" dist="50800" dir="5400000" algn="ctr" rotWithShape="0">
                  <a:schemeClr val="accent5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rgbClr val="FFFFFF"/>
                    </a:solidFill>
                  </a:rPr>
                  <a:t>05</a:t>
                </a:r>
                <a:endParaRPr lang="zh-CN" altLang="en-US" sz="1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Bullet5" descr="b96279b1-d10b-4ec9-a6df-9af960d1ce22">
                <a:extLst>
                  <a:ext uri="{FF2B5EF4-FFF2-40B4-BE49-F238E27FC236}">
                    <a16:creationId id="{B3B0E4B0-0BF7-07EA-EB68-1CD40B54CA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642568" y="2959100"/>
                <a:ext cx="1810072" cy="5911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1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 dirty="0">
                    <a:solidFill>
                      <a:schemeClr val="accent5"/>
                    </a:solidFill>
                  </a:rPr>
                  <a:t>创新激励</a:t>
                </a:r>
                <a:endParaRPr lang="en-US" dirty="0"/>
              </a:p>
            </p:txBody>
          </p:sp>
          <p:sp>
            <p:nvSpPr>
              <p:cNvPr id="28" name="Text5" descr="b42cc882-10f8-4b83-b10e-68b9097807c5">
                <a:extLst>
                  <a:ext uri="{FF2B5EF4-FFF2-40B4-BE49-F238E27FC236}">
                    <a16:creationId id="{9C01F1BD-B038-35A0-0597-33239276D0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642567" y="3562053"/>
                <a:ext cx="1810072" cy="180540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  <a:effectLst/>
                  </a:rPr>
                  <a:t>设立创新奖励制度，鼓励团队成员提出新颖想法并实践，推动团队技术进步。</a:t>
                </a:r>
                <a:endParaRPr lang="en-US" dirty="0"/>
              </a:p>
            </p:txBody>
          </p:sp>
        </p:grpSp>
      </p:grpSp>
      <p:sp>
        <p:nvSpPr>
          <p:cNvPr id="2" name="" descr="f2cb5a3e-a56f-4039-90cf-356862657e2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团队规划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" descr="c8c10203-b01e-4718-b441-9df04cdd5b0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谢谢观看</a:t>
            </a:r>
            <a:endParaRPr lang="en-US" dirty="0"/>
          </a:p>
        </p:txBody>
      </p:sp>
      <p:sp>
        <p:nvSpPr>
          <p:cNvPr id="4" name="" descr="b5b9daf2-226a-4c4f-909d-0152a4a757ba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报告人名称</a:t>
            </a:r>
            <a:endParaRPr lang="en-US" dirty="0"/>
          </a:p>
        </p:txBody>
      </p:sp>
      <p:sp>
        <p:nvSpPr>
          <p:cNvPr id="7" name="" descr="c6e3f85e-4354-4275-bd11-6a56b17c98bc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S_NET" val="8.0.8"/>
  <p:tag name="AS_OS" val="Microsoft Windows NT 10.0.22631.0"/>
  <p:tag name="AS_RELEASE_DATE" val="2024.08.14"/>
  <p:tag name="AS_TITLE" val="Aspose.Slides for .NET6"/>
  <p:tag name="AS_VERSION" val="24.8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7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0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modern"/>
</p:tagLst>
</file>

<file path=ppt/theme/theme1.xml><?xml version="1.0" encoding="utf-8"?>
<a:theme xmlns:r="http://schemas.openxmlformats.org/officeDocument/2006/relationships"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FBC6D"/>
      </a:accent1>
      <a:accent2>
        <a:srgbClr val="F8C166"/>
      </a:accent2>
      <a:accent3>
        <a:srgbClr val="FFCD51"/>
      </a:accent3>
      <a:accent4>
        <a:srgbClr val="9CBAF8"/>
      </a:accent4>
      <a:accent5>
        <a:srgbClr val="75C6C0"/>
      </a:accent5>
      <a:accent6>
        <a:srgbClr val="D9D9D9"/>
      </a:accent6>
      <a:hlink>
        <a:srgbClr val="F84D4D"/>
      </a:hlink>
      <a:folHlink>
        <a:srgbClr val="BFBFBF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Template>iSlide Presentation Template</Template>
  <Manager>iSlide</Manager>
  <Company>iSlide</Company>
  <PresentationFormat>宽屏</PresentationFormat>
  <Paragraphs>102</Paragraphs>
  <Slides>12</Slides>
  <Notes>0</Notes>
  <TotalTime>174</TotalTime>
  <HiddenSlides>7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baseType="lpstr" size="15">
      <vt:lpstr>Arial</vt:lpstr>
      <vt:lpstr>微软雅黑</vt:lpstr>
      <vt:lpstr>Designed by iSlide</vt:lpstr>
      <vt:lpstr>Presentation Title Goes Here</vt:lpstr>
      <vt:lpstr>Agenda</vt:lpstr>
      <vt:lpstr>Click to add title</vt:lpstr>
      <vt:lpstr>Click to add title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24.0800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2024-04-01T00:00:00Z</dcterms:created>
  <dc:creator>iSlide</dc:creator>
  <cp:lastModifiedBy>iSlide</cp:lastModifiedBy>
  <cp:lastPrinted>2024-04-01T00:00:00Z</cp:lastPrinted>
  <dcterms:modified xsi:type="dcterms:W3CDTF">2024-08-22T10:37:36Z</dcterms:modified>
  <cp:revision>1</cp:revision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ISLIDE.THEME">
    <vt:lpwstr>d5505237-99ef-4b9e-b9e6-08a23b39f8e3</vt:lpwstr>
  </property>
</Properties>
</file>