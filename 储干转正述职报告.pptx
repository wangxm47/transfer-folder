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gs/tag422.xml" ContentType="application/vnd.openxmlformats-officedocument.presentationml.tag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gs/tag3423.xml" ContentType="application/vnd.openxmlformats-officedocument.presentationml.tag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gs/tag2824.xml" ContentType="application/vnd.openxmlformats-officedocument.presentationml.tag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arget="docProps/app.xml" Type="http://schemas.openxmlformats.org/officeDocument/2006/relationships/extended-properties"/><Relationship Id="rId4" Target="docProps/thumbnail.jpeg" Type="http://schemas.openxmlformats.org/package/2006/relationships/metadata/thumbnail"/><Relationship Id="rId5" Target="docProps/custom.xml" Type="http://schemas.openxmlformats.org/officeDocument/2006/relationships/custom-properties"/></Relationships>
</file>

<file path=ppt/presentation.xml><?xml version="1.0" encoding="utf-8"?>
<p:presentation xmlns:p15="http://schemas.microsoft.com/office/powerpoint/2012/main"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7058bae47e524f23"/>
    <p:sldId id="257" r:id="Rff95802b35374bea"/>
    <p:sldId id="258" r:id="R2ae4a53cd54142cd"/>
    <p:sldId id="259" r:id="R70002f8990b44ace"/>
    <p:sldId id="260" r:id="R99525c283ab84ea1"/>
    <p:sldId id="261" r:id="R3859191df7f04d15"/>
    <p:sldId id="262" r:id="Rc62b2381405249a7"/>
    <p:sldId id="263" r:id="R8b19aac1ceef49ed"/>
    <p:sldId id="264" r:id="Rb0cfa08d21444415"/>
    <p:sldId id="265" r:id="Rdbb4ac6530d1423a"/>
    <p:sldId id="266" r:id="Rb29f46bdf0b14f8f"/>
    <p:sldId id="267" r:id="R273db90145a04202"/>
    <p:sldId id="268" r:id="R2959c000724146cb"/>
    <p:sldId id="269" r:id="R451f313b3f6b4730"/>
    <p:sldId id="270" r:id="R53d9a041b91b4634"/>
    <p:sldId id="271" r:id="Rd8b7a246fa6742f6"/>
    <p:sldId id="272" r:id="Rb12de49b74b2479b"/>
    <p:sldId id="273" r:id="R8f6dc8f94b7d4775"/>
    <p:sldId id="274" r:id="Rb83124f2a39a4c92"/>
    <p:sldId id="275" r:id="R83326d11bfd44296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>
        <p:scale>
          <a:sx n="60" d="100"/>
          <a:sy n="60" d="100"/>
        </p:scale>
        <p:origin x="660" y="1080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1.xml" Id="rId1" /><Relationship Type="http://schemas.openxmlformats.org/officeDocument/2006/relationships/tags" Target="tags/tag1.xml" Id="rId14" /><Relationship Type="http://schemas.openxmlformats.org/officeDocument/2006/relationships/presProps" Target="presProps.xml" Id="rId15" /><Relationship Type="http://schemas.openxmlformats.org/officeDocument/2006/relationships/viewProps" Target="viewProps.xml" Id="rId16" /><Relationship Type="http://schemas.openxmlformats.org/officeDocument/2006/relationships/theme" Target="theme/theme1.xml" Id="rId17" /><Relationship Type="http://schemas.openxmlformats.org/officeDocument/2006/relationships/tableStyles" Target="tableStyles.xml" Id="rId18" /><Relationship Type="http://schemas.openxmlformats.org/officeDocument/2006/relationships/slide" Target="/ppt/slides/slide6.xml" Id="R7058bae47e524f23" /><Relationship Type="http://schemas.openxmlformats.org/officeDocument/2006/relationships/slide" Target="/ppt/slides/slide7.xml" Id="Rff95802b35374bea" /><Relationship Type="http://schemas.openxmlformats.org/officeDocument/2006/relationships/slide" Target="/ppt/slides/slide8.xml" Id="R2ae4a53cd54142cd" /><Relationship Type="http://schemas.openxmlformats.org/officeDocument/2006/relationships/slide" Target="/ppt/slides/slide9.xml" Id="R70002f8990b44ace" /><Relationship Type="http://schemas.openxmlformats.org/officeDocument/2006/relationships/slide" Target="/ppt/slides/slide10.xml" Id="R99525c283ab84ea1" /><Relationship Type="http://schemas.openxmlformats.org/officeDocument/2006/relationships/slide" Target="/ppt/slides/slide11.xml" Id="R3859191df7f04d15" /><Relationship Type="http://schemas.openxmlformats.org/officeDocument/2006/relationships/slide" Target="/ppt/slides/slide12.xml" Id="Rc62b2381405249a7" /><Relationship Type="http://schemas.openxmlformats.org/officeDocument/2006/relationships/slide" Target="/ppt/slides/slide13.xml" Id="R8b19aac1ceef49ed" /><Relationship Type="http://schemas.openxmlformats.org/officeDocument/2006/relationships/slide" Target="/ppt/slides/slide14.xml" Id="Rb0cfa08d21444415" /><Relationship Type="http://schemas.openxmlformats.org/officeDocument/2006/relationships/slide" Target="/ppt/slides/slide15.xml" Id="Rdbb4ac6530d1423a" /><Relationship Type="http://schemas.openxmlformats.org/officeDocument/2006/relationships/slide" Target="/ppt/slides/slide16.xml" Id="Rb29f46bdf0b14f8f" /><Relationship Type="http://schemas.openxmlformats.org/officeDocument/2006/relationships/slide" Target="/ppt/slides/slide17.xml" Id="R273db90145a04202" /><Relationship Type="http://schemas.openxmlformats.org/officeDocument/2006/relationships/slide" Target="/ppt/slides/slide18.xml" Id="R2959c000724146cb" /><Relationship Type="http://schemas.openxmlformats.org/officeDocument/2006/relationships/slide" Target="/ppt/slides/slide19.xml" Id="R451f313b3f6b4730" /><Relationship Type="http://schemas.openxmlformats.org/officeDocument/2006/relationships/slide" Target="/ppt/slides/slide20.xml" Id="R53d9a041b91b4634" /><Relationship Type="http://schemas.openxmlformats.org/officeDocument/2006/relationships/slide" Target="/ppt/slides/slide21.xml" Id="Rd8b7a246fa6742f6" /><Relationship Type="http://schemas.openxmlformats.org/officeDocument/2006/relationships/slide" Target="/ppt/slides/slide22.xml" Id="Rb12de49b74b2479b" /><Relationship Type="http://schemas.openxmlformats.org/officeDocument/2006/relationships/slide" Target="/ppt/slides/slide23.xml" Id="R8f6dc8f94b7d4775" /><Relationship Type="http://schemas.openxmlformats.org/officeDocument/2006/relationships/slide" Target="/ppt/slides/slide24.xml" Id="Rb83124f2a39a4c92" /><Relationship Type="http://schemas.openxmlformats.org/officeDocument/2006/relationships/slide" Target="/ppt/slides/slide25.xml" Id="R83326d11bfd44296" 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Title Slide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00" name="" descr="f1f2dd03-b517-49fd-8877-1b383e86c562"/>
          <p:cNvGrpSpPr/>
          <p:nvPr/>
        </p:nvGrpSpPr>
        <p:grpSpPr>
          <a:xfrm>
            <a:off x="226374" y="478438"/>
            <a:ext cx="11852460" cy="6379819"/>
            <a:chOff x="226374" y="478438"/>
            <a:chExt cx="11852460" cy="6379819"/>
          </a:xfrm>
        </p:grpSpPr>
        <p:grpSp>
          <p:nvGrpSpPr>
            <p:cNvPr id="192" name="" descr="21054735-3ca0-44c9-b659-d78a6ca9a4d7"/>
            <p:cNvGrpSpPr/>
            <p:nvPr/>
          </p:nvGrpSpPr>
          <p:grpSpPr>
            <a:xfrm>
              <a:off x="5065242" y="584958"/>
              <a:ext cx="7013592" cy="6273299"/>
              <a:chOff x="1177012" y="-1235829"/>
              <a:chExt cx="9049247" cy="8094087"/>
            </a:xfrm>
          </p:grpSpPr>
          <p:grpSp>
            <p:nvGrpSpPr>
              <p:cNvPr id="8" name="" descr="8081c625-43ab-4c75-b138-30c8483d98d8"/>
              <p:cNvGrpSpPr/>
              <p:nvPr/>
            </p:nvGrpSpPr>
            <p:grpSpPr>
              <a:xfrm>
                <a:off x="1177012" y="4398380"/>
                <a:ext cx="820013" cy="738607"/>
                <a:chOff x="1177012" y="4398380"/>
                <a:chExt cx="820013" cy="738607"/>
              </a:xfrm>
            </p:grpSpPr>
            <p:sp>
              <p:nvSpPr>
                <p:cNvPr id="10" name="" descr="68f05c47-16f5-404e-9348-5254b6c60801"/>
                <p:cNvSpPr/>
                <p:nvPr/>
              </p:nvSpPr>
              <p:spPr>
                <a:xfrm rot="-784392">
                  <a:off x="1319905" y="4460018"/>
                  <a:ext cx="615503" cy="615331"/>
                </a:xfrm>
                <a:custGeom>
                  <a:gdLst>
                    <a:gd name="connsiteX0" fmla="*/ 615504 w 615503"/>
                    <a:gd name="connsiteY0" fmla="*/ 307665 h 615331"/>
                    <a:gd name="connsiteX1" fmla="*/ 307752 w 615503"/>
                    <a:gd name="connsiteY1" fmla="*/ 615331 h 615331"/>
                    <a:gd name="connsiteX2" fmla="*/ 0 w 615503"/>
                    <a:gd name="connsiteY2" fmla="*/ 307665 h 615331"/>
                    <a:gd name="connsiteX3" fmla="*/ 307752 w 615503"/>
                    <a:gd name="connsiteY3" fmla="*/ 0 h 615331"/>
                    <a:gd name="connsiteX4" fmla="*/ 615504 w 615503"/>
                    <a:gd name="connsiteY4" fmla="*/ 307665 h 61533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5503" h="615331">
                      <a:moveTo>
                        <a:pt x="615504" y="307665"/>
                      </a:moveTo>
                      <a:cubicBezTo>
                        <a:pt x="615504" y="477584"/>
                        <a:pt x="477719" y="615331"/>
                        <a:pt x="307752" y="615331"/>
                      </a:cubicBezTo>
                      <a:cubicBezTo>
                        <a:pt x="137785" y="615331"/>
                        <a:pt x="0" y="477584"/>
                        <a:pt x="0" y="307665"/>
                      </a:cubicBezTo>
                      <a:cubicBezTo>
                        <a:pt x="0" y="137747"/>
                        <a:pt x="137785" y="0"/>
                        <a:pt x="307752" y="0"/>
                      </a:cubicBezTo>
                      <a:cubicBezTo>
                        <a:pt x="477719" y="0"/>
                        <a:pt x="615504" y="137747"/>
                        <a:pt x="615504" y="307665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3" name="" descr="fe7dcc18-05fc-4445-b448-085039f6a8d4"/>
                <p:cNvSpPr/>
                <p:nvPr/>
              </p:nvSpPr>
              <p:spPr>
                <a:xfrm>
                  <a:off x="1328209" y="4467879"/>
                  <a:ext cx="599278" cy="599278"/>
                </a:xfrm>
                <a:custGeom>
                  <a:gdLst>
                    <a:gd name="connsiteX0" fmla="*/ 554007 w 599278"/>
                    <a:gd name="connsiteY0" fmla="*/ 458133 h 599278"/>
                    <a:gd name="connsiteX1" fmla="*/ 141145 w 599278"/>
                    <a:gd name="connsiteY1" fmla="*/ 554007 h 599278"/>
                    <a:gd name="connsiteX2" fmla="*/ 45272 w 599278"/>
                    <a:gd name="connsiteY2" fmla="*/ 141145 h 599278"/>
                    <a:gd name="connsiteX3" fmla="*/ 458134 w 599278"/>
                    <a:gd name="connsiteY3" fmla="*/ 45272 h 599278"/>
                    <a:gd name="connsiteX4" fmla="*/ 554007 w 599278"/>
                    <a:gd name="connsiteY4" fmla="*/ 458133 h 599278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9278" h="599278">
                      <a:moveTo>
                        <a:pt x="554007" y="458133"/>
                      </a:moveTo>
                      <a:cubicBezTo>
                        <a:pt x="466598" y="598403"/>
                        <a:pt x="281415" y="641416"/>
                        <a:pt x="141145" y="554007"/>
                      </a:cubicBezTo>
                      <a:cubicBezTo>
                        <a:pt x="876" y="466598"/>
                        <a:pt x="-42138" y="281415"/>
                        <a:pt x="45272" y="141145"/>
                      </a:cubicBezTo>
                      <a:cubicBezTo>
                        <a:pt x="132681" y="876"/>
                        <a:pt x="317864" y="-42138"/>
                        <a:pt x="458134" y="45272"/>
                      </a:cubicBezTo>
                      <a:cubicBezTo>
                        <a:pt x="598403" y="132681"/>
                        <a:pt x="641417" y="317864"/>
                        <a:pt x="554007" y="458133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4" name="" descr="2fc42bea-cde6-4d05-8a85-2883fba49775"/>
                <p:cNvSpPr/>
                <p:nvPr/>
              </p:nvSpPr>
              <p:spPr>
                <a:xfrm>
                  <a:off x="1384401" y="4523554"/>
                  <a:ext cx="489484" cy="489484"/>
                </a:xfrm>
                <a:custGeom>
                  <a:gdLst>
                    <a:gd name="connsiteX0" fmla="*/ 374129 w 489484"/>
                    <a:gd name="connsiteY0" fmla="*/ 37016 h 489484"/>
                    <a:gd name="connsiteX1" fmla="*/ 452469 w 489484"/>
                    <a:gd name="connsiteY1" fmla="*/ 374129 h 489484"/>
                    <a:gd name="connsiteX2" fmla="*/ 115356 w 489484"/>
                    <a:gd name="connsiteY2" fmla="*/ 452469 h 489484"/>
                    <a:gd name="connsiteX3" fmla="*/ 37016 w 489484"/>
                    <a:gd name="connsiteY3" fmla="*/ 115356 h 489484"/>
                    <a:gd name="connsiteX4" fmla="*/ 374129 w 489484"/>
                    <a:gd name="connsiteY4" fmla="*/ 37016 h 48948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484" h="489484">
                      <a:moveTo>
                        <a:pt x="374129" y="37016"/>
                      </a:moveTo>
                      <a:cubicBezTo>
                        <a:pt x="488832" y="108532"/>
                        <a:pt x="523899" y="259426"/>
                        <a:pt x="452469" y="374129"/>
                      </a:cubicBezTo>
                      <a:cubicBezTo>
                        <a:pt x="381039" y="488832"/>
                        <a:pt x="230059" y="523899"/>
                        <a:pt x="115356" y="452469"/>
                      </a:cubicBezTo>
                      <a:cubicBezTo>
                        <a:pt x="653" y="380953"/>
                        <a:pt x="-34414" y="230059"/>
                        <a:pt x="37016" y="115356"/>
                      </a:cubicBezTo>
                      <a:cubicBezTo>
                        <a:pt x="108446" y="653"/>
                        <a:pt x="259339" y="-34414"/>
                        <a:pt x="374129" y="3701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" name="" descr="2af319df-bb42-4483-9948-c1942f22bda5"/>
                <p:cNvSpPr/>
                <p:nvPr/>
              </p:nvSpPr>
              <p:spPr>
                <a:xfrm rot="-4917153">
                  <a:off x="1396194" y="4535673"/>
                  <a:ext cx="464016" cy="464016"/>
                </a:xfrm>
                <a:custGeom>
                  <a:gdLst>
                    <a:gd name="connsiteX0" fmla="*/ 464017 w 464016"/>
                    <a:gd name="connsiteY0" fmla="*/ 232008 h 464016"/>
                    <a:gd name="connsiteX1" fmla="*/ 232008 w 464016"/>
                    <a:gd name="connsiteY1" fmla="*/ 464017 h 464016"/>
                    <a:gd name="connsiteX2" fmla="*/ 0 w 464016"/>
                    <a:gd name="connsiteY2" fmla="*/ 232008 h 464016"/>
                    <a:gd name="connsiteX3" fmla="*/ 232008 w 464016"/>
                    <a:gd name="connsiteY3" fmla="*/ 0 h 464016"/>
                    <a:gd name="connsiteX4" fmla="*/ 464017 w 464016"/>
                    <a:gd name="connsiteY4" fmla="*/ 232008 h 464016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4016" h="464016">
                      <a:moveTo>
                        <a:pt x="464017" y="232008"/>
                      </a:moveTo>
                      <a:cubicBezTo>
                        <a:pt x="464017" y="360143"/>
                        <a:pt x="360143" y="464017"/>
                        <a:pt x="232008" y="464017"/>
                      </a:cubicBezTo>
                      <a:cubicBezTo>
                        <a:pt x="103874" y="464017"/>
                        <a:pt x="0" y="360143"/>
                        <a:pt x="0" y="232008"/>
                      </a:cubicBezTo>
                      <a:cubicBezTo>
                        <a:pt x="0" y="103874"/>
                        <a:pt x="103874" y="0"/>
                        <a:pt x="232008" y="0"/>
                      </a:cubicBezTo>
                      <a:cubicBezTo>
                        <a:pt x="360143" y="0"/>
                        <a:pt x="464017" y="103874"/>
                        <a:pt x="464017" y="2320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7" name="" descr="29326255-172d-4289-add4-55e47bd9cddb"/>
                <p:cNvGrpSpPr/>
                <p:nvPr/>
              </p:nvGrpSpPr>
              <p:grpSpPr>
                <a:xfrm>
                  <a:off x="1409957" y="4549628"/>
                  <a:ext cx="436040" cy="435953"/>
                  <a:chOff x="1409957" y="4549628"/>
                  <a:chExt cx="436040" cy="435953"/>
                </a:xfrm>
                <a:solidFill>
                  <a:srgbClr val="F7CC7F"/>
                </a:solidFill>
              </p:grpSpPr>
              <p:sp>
                <p:nvSpPr>
                  <p:cNvPr id="18" name="" descr="6fa152dd-855f-4220-b3a6-fe73ba56ed72"/>
                  <p:cNvSpPr/>
                  <p:nvPr/>
                </p:nvSpPr>
                <p:spPr>
                  <a:xfrm>
                    <a:off x="1487520" y="4925647"/>
                    <a:ext cx="46671" cy="59934"/>
                  </a:xfrm>
                  <a:custGeom>
                    <a:gdLst>
                      <a:gd name="connsiteX0" fmla="*/ 23811 w 46671"/>
                      <a:gd name="connsiteY0" fmla="*/ 5807 h 59934"/>
                      <a:gd name="connsiteX1" fmla="*/ 1872 w 46671"/>
                      <a:gd name="connsiteY1" fmla="*/ 41047 h 59934"/>
                      <a:gd name="connsiteX2" fmla="*/ 5845 w 46671"/>
                      <a:gd name="connsiteY2" fmla="*/ 58063 h 59934"/>
                      <a:gd name="connsiteX3" fmla="*/ 22861 w 46671"/>
                      <a:gd name="connsiteY3" fmla="*/ 54089 h 59934"/>
                      <a:gd name="connsiteX4" fmla="*/ 44800 w 46671"/>
                      <a:gd name="connsiteY4" fmla="*/ 18849 h 59934"/>
                      <a:gd name="connsiteX5" fmla="*/ 40826 w 46671"/>
                      <a:gd name="connsiteY5" fmla="*/ 1834 h 59934"/>
                      <a:gd name="connsiteX6" fmla="*/ 23811 w 46671"/>
                      <a:gd name="connsiteY6" fmla="*/ 5807 h 5993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6671" h="59934">
                        <a:moveTo>
                          <a:pt x="23811" y="5807"/>
                        </a:moveTo>
                        <a:lnTo>
                          <a:pt x="1872" y="41047"/>
                        </a:lnTo>
                        <a:cubicBezTo>
                          <a:pt x="-1755" y="46834"/>
                          <a:pt x="58" y="54521"/>
                          <a:pt x="5845" y="58063"/>
                        </a:cubicBezTo>
                        <a:cubicBezTo>
                          <a:pt x="11632" y="61690"/>
                          <a:pt x="19320" y="59877"/>
                          <a:pt x="22861" y="54089"/>
                        </a:cubicBezTo>
                        <a:lnTo>
                          <a:pt x="44800" y="18849"/>
                        </a:lnTo>
                        <a:cubicBezTo>
                          <a:pt x="48427" y="13062"/>
                          <a:pt x="46613" y="5375"/>
                          <a:pt x="40826" y="1834"/>
                        </a:cubicBezTo>
                        <a:cubicBezTo>
                          <a:pt x="35039" y="-1707"/>
                          <a:pt x="27439" y="20"/>
                          <a:pt x="23811" y="5807"/>
                        </a:cubicBez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" name="" descr="28edded1-376a-4619-af14-58f88478c8b8"/>
                  <p:cNvSpPr/>
                  <p:nvPr/>
                </p:nvSpPr>
                <p:spPr>
                  <a:xfrm>
                    <a:off x="1786025" y="4861434"/>
                    <a:ext cx="59973" cy="46671"/>
                  </a:xfrm>
                  <a:custGeom>
                    <a:gdLst>
                      <a:gd name="connsiteX0" fmla="*/ 1872 w 59973"/>
                      <a:gd name="connsiteY0" fmla="*/ 5846 h 46671"/>
                      <a:gd name="connsiteX1" fmla="*/ 5845 w 59973"/>
                      <a:gd name="connsiteY1" fmla="*/ 22861 h 46671"/>
                      <a:gd name="connsiteX2" fmla="*/ 41085 w 59973"/>
                      <a:gd name="connsiteY2" fmla="*/ 44800 h 46671"/>
                      <a:gd name="connsiteX3" fmla="*/ 58101 w 59973"/>
                      <a:gd name="connsiteY3" fmla="*/ 40826 h 46671"/>
                      <a:gd name="connsiteX4" fmla="*/ 54128 w 59973"/>
                      <a:gd name="connsiteY4" fmla="*/ 23811 h 46671"/>
                      <a:gd name="connsiteX5" fmla="*/ 18888 w 59973"/>
                      <a:gd name="connsiteY5" fmla="*/ 1872 h 46671"/>
                      <a:gd name="connsiteX6" fmla="*/ 1872 w 59973"/>
                      <a:gd name="connsiteY6" fmla="*/ 5846 h 4667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9973" h="46671">
                        <a:moveTo>
                          <a:pt x="1872" y="5846"/>
                        </a:moveTo>
                        <a:cubicBezTo>
                          <a:pt x="-1755" y="11632"/>
                          <a:pt x="58" y="19320"/>
                          <a:pt x="5845" y="22861"/>
                        </a:cubicBezTo>
                        <a:lnTo>
                          <a:pt x="41085" y="44800"/>
                        </a:lnTo>
                        <a:cubicBezTo>
                          <a:pt x="46872" y="48427"/>
                          <a:pt x="54560" y="46613"/>
                          <a:pt x="58101" y="40826"/>
                        </a:cubicBezTo>
                        <a:cubicBezTo>
                          <a:pt x="61729" y="35040"/>
                          <a:pt x="59915" y="27352"/>
                          <a:pt x="54128" y="23811"/>
                        </a:cubicBezTo>
                        <a:lnTo>
                          <a:pt x="18888" y="1872"/>
                        </a:lnTo>
                        <a:cubicBezTo>
                          <a:pt x="13101" y="-1755"/>
                          <a:pt x="5500" y="58"/>
                          <a:pt x="1872" y="5846"/>
                        </a:cubicBez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" name="" descr="c4e5b53e-6433-435f-bd9c-417446d6a36e"/>
                  <p:cNvSpPr/>
                  <p:nvPr/>
                </p:nvSpPr>
                <p:spPr>
                  <a:xfrm>
                    <a:off x="1721850" y="4549628"/>
                    <a:ext cx="46671" cy="59973"/>
                  </a:xfrm>
                  <a:custGeom>
                    <a:gdLst>
                      <a:gd name="connsiteX0" fmla="*/ 23811 w 46671"/>
                      <a:gd name="connsiteY0" fmla="*/ 5845 h 59973"/>
                      <a:gd name="connsiteX1" fmla="*/ 1872 w 46671"/>
                      <a:gd name="connsiteY1" fmla="*/ 41086 h 59973"/>
                      <a:gd name="connsiteX2" fmla="*/ 5845 w 46671"/>
                      <a:gd name="connsiteY2" fmla="*/ 58101 h 59973"/>
                      <a:gd name="connsiteX3" fmla="*/ 22861 w 46671"/>
                      <a:gd name="connsiteY3" fmla="*/ 54128 h 59973"/>
                      <a:gd name="connsiteX4" fmla="*/ 44800 w 46671"/>
                      <a:gd name="connsiteY4" fmla="*/ 18888 h 59973"/>
                      <a:gd name="connsiteX5" fmla="*/ 40826 w 46671"/>
                      <a:gd name="connsiteY5" fmla="*/ 1872 h 59973"/>
                      <a:gd name="connsiteX6" fmla="*/ 23811 w 46671"/>
                      <a:gd name="connsiteY6" fmla="*/ 5845 h 5997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6671" h="59973">
                        <a:moveTo>
                          <a:pt x="23811" y="5845"/>
                        </a:moveTo>
                        <a:lnTo>
                          <a:pt x="1872" y="41086"/>
                        </a:lnTo>
                        <a:cubicBezTo>
                          <a:pt x="-1755" y="46872"/>
                          <a:pt x="58" y="54560"/>
                          <a:pt x="5845" y="58101"/>
                        </a:cubicBezTo>
                        <a:cubicBezTo>
                          <a:pt x="11632" y="61729"/>
                          <a:pt x="19320" y="59915"/>
                          <a:pt x="22861" y="54128"/>
                        </a:cubicBezTo>
                        <a:lnTo>
                          <a:pt x="44800" y="18888"/>
                        </a:lnTo>
                        <a:cubicBezTo>
                          <a:pt x="48427" y="13101"/>
                          <a:pt x="46613" y="5414"/>
                          <a:pt x="40826" y="1872"/>
                        </a:cubicBezTo>
                        <a:cubicBezTo>
                          <a:pt x="35039" y="-1756"/>
                          <a:pt x="27352" y="58"/>
                          <a:pt x="23811" y="5845"/>
                        </a:cubicBez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" name="" descr="192ec0ee-35c4-413d-9485-6da0e467eeb0"/>
                  <p:cNvSpPr/>
                  <p:nvPr/>
                </p:nvSpPr>
                <p:spPr>
                  <a:xfrm>
                    <a:off x="1409957" y="4627143"/>
                    <a:ext cx="59973" cy="46633"/>
                  </a:xfrm>
                  <a:custGeom>
                    <a:gdLst>
                      <a:gd name="connsiteX0" fmla="*/ 1872 w 59973"/>
                      <a:gd name="connsiteY0" fmla="*/ 5807 h 46633"/>
                      <a:gd name="connsiteX1" fmla="*/ 5845 w 59973"/>
                      <a:gd name="connsiteY1" fmla="*/ 22822 h 46633"/>
                      <a:gd name="connsiteX2" fmla="*/ 41085 w 59973"/>
                      <a:gd name="connsiteY2" fmla="*/ 44761 h 46633"/>
                      <a:gd name="connsiteX3" fmla="*/ 58101 w 59973"/>
                      <a:gd name="connsiteY3" fmla="*/ 40788 h 46633"/>
                      <a:gd name="connsiteX4" fmla="*/ 54128 w 59973"/>
                      <a:gd name="connsiteY4" fmla="*/ 23772 h 46633"/>
                      <a:gd name="connsiteX5" fmla="*/ 18888 w 59973"/>
                      <a:gd name="connsiteY5" fmla="*/ 1834 h 46633"/>
                      <a:gd name="connsiteX6" fmla="*/ 1872 w 59973"/>
                      <a:gd name="connsiteY6" fmla="*/ 5807 h 4663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9973" h="46633">
                        <a:moveTo>
                          <a:pt x="1872" y="5807"/>
                        </a:moveTo>
                        <a:cubicBezTo>
                          <a:pt x="-1755" y="11594"/>
                          <a:pt x="58" y="19281"/>
                          <a:pt x="5845" y="22822"/>
                        </a:cubicBezTo>
                        <a:lnTo>
                          <a:pt x="41085" y="44761"/>
                        </a:lnTo>
                        <a:cubicBezTo>
                          <a:pt x="46872" y="48389"/>
                          <a:pt x="54560" y="46575"/>
                          <a:pt x="58101" y="40788"/>
                        </a:cubicBezTo>
                        <a:cubicBezTo>
                          <a:pt x="61729" y="35001"/>
                          <a:pt x="59915" y="27314"/>
                          <a:pt x="54128" y="23772"/>
                        </a:cubicBezTo>
                        <a:lnTo>
                          <a:pt x="18888" y="1834"/>
                        </a:lnTo>
                        <a:cubicBezTo>
                          <a:pt x="13187" y="-1707"/>
                          <a:pt x="5500" y="20"/>
                          <a:pt x="1872" y="5807"/>
                        </a:cubicBez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5" name="" descr="7e526686-1ece-4df6-809a-45eff868612b"/>
                <p:cNvSpPr/>
                <p:nvPr/>
              </p:nvSpPr>
              <p:spPr>
                <a:xfrm>
                  <a:off x="1395498" y="4416579"/>
                  <a:ext cx="87529" cy="85091"/>
                </a:xfrm>
                <a:custGeom>
                  <a:gdLst>
                    <a:gd name="connsiteX0" fmla="*/ 26351 w 87529"/>
                    <a:gd name="connsiteY0" fmla="*/ 81629 h 85091"/>
                    <a:gd name="connsiteX1" fmla="*/ 1043 w 87529"/>
                    <a:gd name="connsiteY1" fmla="*/ 39997 h 85091"/>
                    <a:gd name="connsiteX2" fmla="*/ 3462 w 87529"/>
                    <a:gd name="connsiteY2" fmla="*/ 30065 h 85091"/>
                    <a:gd name="connsiteX3" fmla="*/ 51226 w 87529"/>
                    <a:gd name="connsiteY3" fmla="*/ 1043 h 85091"/>
                    <a:gd name="connsiteX4" fmla="*/ 61159 w 87529"/>
                    <a:gd name="connsiteY4" fmla="*/ 3462 h 85091"/>
                    <a:gd name="connsiteX5" fmla="*/ 86466 w 87529"/>
                    <a:gd name="connsiteY5" fmla="*/ 45094 h 85091"/>
                    <a:gd name="connsiteX6" fmla="*/ 84048 w 87529"/>
                    <a:gd name="connsiteY6" fmla="*/ 55027 h 85091"/>
                    <a:gd name="connsiteX7" fmla="*/ 36370 w 87529"/>
                    <a:gd name="connsiteY7" fmla="*/ 84048 h 85091"/>
                    <a:gd name="connsiteX8" fmla="*/ 26351 w 87529"/>
                    <a:gd name="connsiteY8" fmla="*/ 81629 h 8509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7529" h="85091">
                      <a:moveTo>
                        <a:pt x="26351" y="81629"/>
                      </a:moveTo>
                      <a:lnTo>
                        <a:pt x="1043" y="39997"/>
                      </a:lnTo>
                      <a:cubicBezTo>
                        <a:pt x="-1029" y="36543"/>
                        <a:pt x="93" y="32138"/>
                        <a:pt x="3462" y="30065"/>
                      </a:cubicBezTo>
                      <a:lnTo>
                        <a:pt x="51226" y="1043"/>
                      </a:lnTo>
                      <a:cubicBezTo>
                        <a:pt x="54681" y="-1029"/>
                        <a:pt x="59086" y="93"/>
                        <a:pt x="61159" y="3462"/>
                      </a:cubicBezTo>
                      <a:lnTo>
                        <a:pt x="86466" y="45094"/>
                      </a:lnTo>
                      <a:cubicBezTo>
                        <a:pt x="88539" y="48549"/>
                        <a:pt x="87503" y="52953"/>
                        <a:pt x="84048" y="55027"/>
                      </a:cubicBezTo>
                      <a:lnTo>
                        <a:pt x="36370" y="84048"/>
                      </a:lnTo>
                      <a:cubicBezTo>
                        <a:pt x="32829" y="86121"/>
                        <a:pt x="28424" y="84998"/>
                        <a:pt x="26351" y="81629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" name="" descr="aef55160-c805-4154-ab06-3ae733d786b8"/>
                <p:cNvSpPr/>
                <p:nvPr/>
              </p:nvSpPr>
              <p:spPr>
                <a:xfrm>
                  <a:off x="1236465" y="4694852"/>
                  <a:ext cx="68030" cy="74508"/>
                </a:xfrm>
                <a:custGeom>
                  <a:gdLst>
                    <a:gd name="connsiteX0" fmla="*/ 61439 w 68030"/>
                    <a:gd name="connsiteY0" fmla="*/ 4433 h 74508"/>
                    <a:gd name="connsiteX1" fmla="*/ 12897 w 68030"/>
                    <a:gd name="connsiteY1" fmla="*/ 28 h 74508"/>
                    <a:gd name="connsiteX2" fmla="*/ 5037 w 68030"/>
                    <a:gd name="connsiteY2" fmla="*/ 6592 h 74508"/>
                    <a:gd name="connsiteX3" fmla="*/ 28 w 68030"/>
                    <a:gd name="connsiteY3" fmla="*/ 62216 h 74508"/>
                    <a:gd name="connsiteX4" fmla="*/ 6592 w 68030"/>
                    <a:gd name="connsiteY4" fmla="*/ 70076 h 74508"/>
                    <a:gd name="connsiteX5" fmla="*/ 55133 w 68030"/>
                    <a:gd name="connsiteY5" fmla="*/ 74481 h 74508"/>
                    <a:gd name="connsiteX6" fmla="*/ 62993 w 68030"/>
                    <a:gd name="connsiteY6" fmla="*/ 67916 h 74508"/>
                    <a:gd name="connsiteX7" fmla="*/ 68003 w 68030"/>
                    <a:gd name="connsiteY7" fmla="*/ 12292 h 74508"/>
                    <a:gd name="connsiteX8" fmla="*/ 61439 w 68030"/>
                    <a:gd name="connsiteY8" fmla="*/ 4433 h 74508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8030" h="74508">
                      <a:moveTo>
                        <a:pt x="61439" y="4433"/>
                      </a:moveTo>
                      <a:lnTo>
                        <a:pt x="12897" y="28"/>
                      </a:lnTo>
                      <a:cubicBezTo>
                        <a:pt x="8924" y="-318"/>
                        <a:pt x="5383" y="2619"/>
                        <a:pt x="5037" y="6592"/>
                      </a:cubicBezTo>
                      <a:lnTo>
                        <a:pt x="28" y="62216"/>
                      </a:lnTo>
                      <a:cubicBezTo>
                        <a:pt x="-318" y="66189"/>
                        <a:pt x="2619" y="69730"/>
                        <a:pt x="6592" y="70076"/>
                      </a:cubicBezTo>
                      <a:lnTo>
                        <a:pt x="55133" y="74481"/>
                      </a:lnTo>
                      <a:cubicBezTo>
                        <a:pt x="59107" y="74826"/>
                        <a:pt x="62648" y="71890"/>
                        <a:pt x="62993" y="67916"/>
                      </a:cubicBezTo>
                      <a:lnTo>
                        <a:pt x="68003" y="12292"/>
                      </a:lnTo>
                      <a:cubicBezTo>
                        <a:pt x="68348" y="8320"/>
                        <a:pt x="65412" y="4864"/>
                        <a:pt x="61439" y="4433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7" name="" descr="c660602b-04e2-4a2b-944a-e4896f935442"/>
                <p:cNvGrpSpPr/>
                <p:nvPr/>
              </p:nvGrpSpPr>
              <p:grpSpPr>
                <a:xfrm>
                  <a:off x="1177012" y="4444947"/>
                  <a:ext cx="198454" cy="190440"/>
                  <a:chOff x="1177012" y="4444947"/>
                  <a:chExt cx="198454" cy="190440"/>
                </a:xfrm>
                <a:solidFill>
                  <a:srgbClr val="F7CC7F"/>
                </a:solidFill>
              </p:grpSpPr>
              <p:sp>
                <p:nvSpPr>
                  <p:cNvPr id="28" name="" descr="9507ea71-60dc-43a5-8ed5-7514912d0d3e"/>
                  <p:cNvSpPr/>
                  <p:nvPr/>
                </p:nvSpPr>
                <p:spPr>
                  <a:xfrm>
                    <a:off x="1257793" y="4509834"/>
                    <a:ext cx="81691" cy="93351"/>
                  </a:xfrm>
                  <a:custGeom>
                    <a:gdLst>
                      <a:gd name="connsiteX0" fmla="*/ 42789 w 81691"/>
                      <a:gd name="connsiteY0" fmla="*/ 90035 h 93351"/>
                      <a:gd name="connsiteX1" fmla="*/ 33115 w 81691"/>
                      <a:gd name="connsiteY1" fmla="*/ 92281 h 93351"/>
                      <a:gd name="connsiteX2" fmla="*/ 3317 w 81691"/>
                      <a:gd name="connsiteY2" fmla="*/ 73710 h 93351"/>
                      <a:gd name="connsiteX3" fmla="*/ 1071 w 81691"/>
                      <a:gd name="connsiteY3" fmla="*/ 64036 h 93351"/>
                      <a:gd name="connsiteX4" fmla="*/ 38902 w 81691"/>
                      <a:gd name="connsiteY4" fmla="*/ 3317 h 93351"/>
                      <a:gd name="connsiteX5" fmla="*/ 48576 w 81691"/>
                      <a:gd name="connsiteY5" fmla="*/ 1071 h 93351"/>
                      <a:gd name="connsiteX6" fmla="*/ 78375 w 81691"/>
                      <a:gd name="connsiteY6" fmla="*/ 19641 h 93351"/>
                      <a:gd name="connsiteX7" fmla="*/ 80620 w 81691"/>
                      <a:gd name="connsiteY7" fmla="*/ 29315 h 93351"/>
                      <a:gd name="connsiteX8" fmla="*/ 42789 w 81691"/>
                      <a:gd name="connsiteY8" fmla="*/ 90035 h 933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81691" h="93351">
                        <a:moveTo>
                          <a:pt x="42789" y="90035"/>
                        </a:moveTo>
                        <a:cubicBezTo>
                          <a:pt x="40716" y="93317"/>
                          <a:pt x="36397" y="94353"/>
                          <a:pt x="33115" y="92281"/>
                        </a:cubicBezTo>
                        <a:lnTo>
                          <a:pt x="3317" y="73710"/>
                        </a:lnTo>
                        <a:cubicBezTo>
                          <a:pt x="34" y="71637"/>
                          <a:pt x="-1002" y="67319"/>
                          <a:pt x="1071" y="64036"/>
                        </a:cubicBezTo>
                        <a:lnTo>
                          <a:pt x="38902" y="3317"/>
                        </a:lnTo>
                        <a:cubicBezTo>
                          <a:pt x="40975" y="34"/>
                          <a:pt x="45294" y="-1002"/>
                          <a:pt x="48576" y="1071"/>
                        </a:cubicBezTo>
                        <a:lnTo>
                          <a:pt x="78375" y="19641"/>
                        </a:lnTo>
                        <a:cubicBezTo>
                          <a:pt x="81657" y="21714"/>
                          <a:pt x="82693" y="26033"/>
                          <a:pt x="80620" y="29315"/>
                        </a:cubicBezTo>
                        <a:lnTo>
                          <a:pt x="42789" y="90035"/>
                        </a:ln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" name="" descr="45246dbb-02e8-4700-94f3-6714e4bb01f5"/>
                  <p:cNvSpPr/>
                  <p:nvPr/>
                </p:nvSpPr>
                <p:spPr>
                  <a:xfrm>
                    <a:off x="1177012" y="4444947"/>
                    <a:ext cx="190479" cy="190440"/>
                  </a:xfrm>
                  <a:custGeom>
                    <a:gdLst>
                      <a:gd name="connsiteX0" fmla="*/ 144471 w 190479"/>
                      <a:gd name="connsiteY0" fmla="*/ 154404 h 190440"/>
                      <a:gd name="connsiteX1" fmla="*/ 54557 w 190479"/>
                      <a:gd name="connsiteY1" fmla="*/ 160537 h 190440"/>
                      <a:gd name="connsiteX2" fmla="*/ 29941 w 190479"/>
                      <a:gd name="connsiteY2" fmla="*/ 54471 h 190440"/>
                      <a:gd name="connsiteX3" fmla="*/ 136007 w 190479"/>
                      <a:gd name="connsiteY3" fmla="*/ 29855 h 190440"/>
                      <a:gd name="connsiteX4" fmla="*/ 170124 w 190479"/>
                      <a:gd name="connsiteY4" fmla="*/ 113291 h 190440"/>
                      <a:gd name="connsiteX5" fmla="*/ 186276 w 190479"/>
                      <a:gd name="connsiteY5" fmla="*/ 123310 h 190440"/>
                      <a:gd name="connsiteX6" fmla="*/ 145594 w 190479"/>
                      <a:gd name="connsiteY6" fmla="*/ 14394 h 190440"/>
                      <a:gd name="connsiteX7" fmla="*/ 14394 w 190479"/>
                      <a:gd name="connsiteY7" fmla="*/ 44884 h 190440"/>
                      <a:gd name="connsiteX8" fmla="*/ 44884 w 190479"/>
                      <a:gd name="connsiteY8" fmla="*/ 176084 h 190440"/>
                      <a:gd name="connsiteX9" fmla="*/ 160537 w 190479"/>
                      <a:gd name="connsiteY9" fmla="*/ 164510 h 190440"/>
                      <a:gd name="connsiteX10" fmla="*/ 144471 w 190479"/>
                      <a:gd name="connsiteY10" fmla="*/ 154404 h 19044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90479" h="190440">
                        <a:moveTo>
                          <a:pt x="144471" y="154404"/>
                        </a:moveTo>
                        <a:cubicBezTo>
                          <a:pt x="119682" y="175048"/>
                          <a:pt x="83492" y="178502"/>
                          <a:pt x="54557" y="160537"/>
                        </a:cubicBezTo>
                        <a:cubicBezTo>
                          <a:pt x="18453" y="138080"/>
                          <a:pt x="7398" y="90575"/>
                          <a:pt x="29941" y="54471"/>
                        </a:cubicBezTo>
                        <a:cubicBezTo>
                          <a:pt x="52398" y="18367"/>
                          <a:pt x="99903" y="7311"/>
                          <a:pt x="136007" y="29855"/>
                        </a:cubicBezTo>
                        <a:cubicBezTo>
                          <a:pt x="164942" y="47820"/>
                          <a:pt x="177725" y="81851"/>
                          <a:pt x="170124" y="113291"/>
                        </a:cubicBezTo>
                        <a:lnTo>
                          <a:pt x="186276" y="123310"/>
                        </a:lnTo>
                        <a:cubicBezTo>
                          <a:pt x="198714" y="82974"/>
                          <a:pt x="183080" y="37715"/>
                          <a:pt x="145594" y="14394"/>
                        </a:cubicBezTo>
                        <a:cubicBezTo>
                          <a:pt x="101026" y="-13418"/>
                          <a:pt x="42120" y="315"/>
                          <a:pt x="14394" y="44884"/>
                        </a:cubicBezTo>
                        <a:cubicBezTo>
                          <a:pt x="-13418" y="89452"/>
                          <a:pt x="315" y="148358"/>
                          <a:pt x="44884" y="176084"/>
                        </a:cubicBezTo>
                        <a:cubicBezTo>
                          <a:pt x="82369" y="199405"/>
                          <a:pt x="129874" y="193445"/>
                          <a:pt x="160537" y="164510"/>
                        </a:cubicBezTo>
                        <a:lnTo>
                          <a:pt x="144471" y="154404"/>
                        </a:ln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" name="" descr="cd13275f-4da3-4613-b5f7-dde9870962ac"/>
                  <p:cNvSpPr/>
                  <p:nvPr/>
                </p:nvSpPr>
                <p:spPr>
                  <a:xfrm>
                    <a:off x="1311637" y="4554265"/>
                    <a:ext cx="63829" cy="59942"/>
                  </a:xfrm>
                  <a:custGeom>
                    <a:gdLst>
                      <a:gd name="connsiteX0" fmla="*/ 49923 w 63829"/>
                      <a:gd name="connsiteY0" fmla="*/ 47332 h 59942"/>
                      <a:gd name="connsiteX1" fmla="*/ 63829 w 63829"/>
                      <a:gd name="connsiteY1" fmla="*/ 26775 h 59942"/>
                      <a:gd name="connsiteX2" fmla="*/ 20902 w 63829"/>
                      <a:gd name="connsiteY2" fmla="*/ 0 h 59942"/>
                      <a:gd name="connsiteX3" fmla="*/ 0 w 63829"/>
                      <a:gd name="connsiteY3" fmla="*/ 33512 h 59942"/>
                      <a:gd name="connsiteX4" fmla="*/ 42409 w 63829"/>
                      <a:gd name="connsiteY4" fmla="*/ 59942 h 59942"/>
                      <a:gd name="connsiteX5" fmla="*/ 49923 w 63829"/>
                      <a:gd name="connsiteY5" fmla="*/ 47332 h 5994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3829" h="59942">
                        <a:moveTo>
                          <a:pt x="49923" y="47332"/>
                        </a:moveTo>
                        <a:cubicBezTo>
                          <a:pt x="54328" y="40249"/>
                          <a:pt x="58993" y="33426"/>
                          <a:pt x="63829" y="26775"/>
                        </a:cubicBezTo>
                        <a:lnTo>
                          <a:pt x="20902" y="0"/>
                        </a:lnTo>
                        <a:lnTo>
                          <a:pt x="0" y="33512"/>
                        </a:lnTo>
                        <a:lnTo>
                          <a:pt x="42409" y="59942"/>
                        </a:lnTo>
                        <a:cubicBezTo>
                          <a:pt x="44741" y="55796"/>
                          <a:pt x="47246" y="51564"/>
                          <a:pt x="49923" y="47332"/>
                        </a:cubicBez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" name="" descr="9604653e-1cee-4394-b843-ac10b7966c5b"/>
                <p:cNvGrpSpPr/>
                <p:nvPr/>
              </p:nvGrpSpPr>
              <p:grpSpPr>
                <a:xfrm>
                  <a:off x="1540612" y="4602892"/>
                  <a:ext cx="273283" cy="186927"/>
                  <a:chOff x="1540612" y="4602892"/>
                  <a:chExt cx="273283" cy="186927"/>
                </a:xfrm>
                <a:solidFill>
                  <a:srgbClr val="FAE0B2"/>
                </a:solidFill>
              </p:grpSpPr>
              <p:sp>
                <p:nvSpPr>
                  <p:cNvPr id="32" name="" descr="9c265b4d-6b7c-4e04-9b93-0bd2f4360d24"/>
                  <p:cNvSpPr/>
                  <p:nvPr/>
                </p:nvSpPr>
                <p:spPr>
                  <a:xfrm>
                    <a:off x="1605181" y="4744700"/>
                    <a:ext cx="45140" cy="45119"/>
                  </a:xfrm>
                  <a:custGeom>
                    <a:gdLst>
                      <a:gd name="connsiteX0" fmla="*/ 34500 w 45140"/>
                      <a:gd name="connsiteY0" fmla="*/ 3385 h 45119"/>
                      <a:gd name="connsiteX1" fmla="*/ 41755 w 45140"/>
                      <a:gd name="connsiteY1" fmla="*/ 34479 h 45119"/>
                      <a:gd name="connsiteX2" fmla="*/ 10661 w 45140"/>
                      <a:gd name="connsiteY2" fmla="*/ 41734 h 45119"/>
                      <a:gd name="connsiteX3" fmla="*/ 3406 w 45140"/>
                      <a:gd name="connsiteY3" fmla="*/ 10640 h 45119"/>
                      <a:gd name="connsiteX4" fmla="*/ 34500 w 45140"/>
                      <a:gd name="connsiteY4" fmla="*/ 3385 h 4511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140" h="45119">
                        <a:moveTo>
                          <a:pt x="34500" y="3385"/>
                        </a:moveTo>
                        <a:cubicBezTo>
                          <a:pt x="45037" y="9949"/>
                          <a:pt x="48320" y="23856"/>
                          <a:pt x="41755" y="34479"/>
                        </a:cubicBezTo>
                        <a:cubicBezTo>
                          <a:pt x="35191" y="45016"/>
                          <a:pt x="21285" y="48299"/>
                          <a:pt x="10661" y="41734"/>
                        </a:cubicBezTo>
                        <a:cubicBezTo>
                          <a:pt x="37" y="35170"/>
                          <a:pt x="-3159" y="21264"/>
                          <a:pt x="3406" y="10640"/>
                        </a:cubicBezTo>
                        <a:cubicBezTo>
                          <a:pt x="9970" y="103"/>
                          <a:pt x="23876" y="-3179"/>
                          <a:pt x="34500" y="3385"/>
                        </a:cubicBezTo>
                        <a:close/>
                      </a:path>
                    </a:pathLst>
                  </a:custGeom>
                  <a:solidFill>
                    <a:srgbClr val="FAE0B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3" name="" descr="9bbadf2e-1cac-4966-a094-24fc4eaedb6a"/>
                  <p:cNvSpPr/>
                  <p:nvPr/>
                </p:nvSpPr>
                <p:spPr>
                  <a:xfrm>
                    <a:off x="1540612" y="4602892"/>
                    <a:ext cx="95301" cy="173382"/>
                  </a:xfrm>
                  <a:custGeom>
                    <a:gdLst>
                      <a:gd name="connsiteX0" fmla="*/ 0 w 95301"/>
                      <a:gd name="connsiteY0" fmla="*/ 0 h 173382"/>
                      <a:gd name="connsiteX1" fmla="*/ 94146 w 95301"/>
                      <a:gd name="connsiteY1" fmla="*/ 160567 h 173382"/>
                      <a:gd name="connsiteX2" fmla="*/ 91123 w 95301"/>
                      <a:gd name="connsiteY2" fmla="*/ 172227 h 173382"/>
                      <a:gd name="connsiteX3" fmla="*/ 79549 w 95301"/>
                      <a:gd name="connsiteY3" fmla="*/ 169205 h 173382"/>
                      <a:gd name="connsiteX4" fmla="*/ 0 w 95301"/>
                      <a:gd name="connsiteY4" fmla="*/ 0 h 17338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5301" h="173382">
                        <a:moveTo>
                          <a:pt x="0" y="0"/>
                        </a:moveTo>
                        <a:lnTo>
                          <a:pt x="94146" y="160567"/>
                        </a:lnTo>
                        <a:cubicBezTo>
                          <a:pt x="96478" y="164627"/>
                          <a:pt x="95183" y="169809"/>
                          <a:pt x="91123" y="172227"/>
                        </a:cubicBezTo>
                        <a:cubicBezTo>
                          <a:pt x="87064" y="174560"/>
                          <a:pt x="81881" y="173264"/>
                          <a:pt x="79549" y="169205"/>
                        </a:cubicBezTo>
                        <a:cubicBezTo>
                          <a:pt x="79031" y="168513"/>
                          <a:pt x="82659" y="176028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AE0B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" name="" descr="0d70aa85-15bb-46e4-bb9c-fa8c8216b61c"/>
                  <p:cNvSpPr/>
                  <p:nvPr/>
                </p:nvSpPr>
                <p:spPr>
                  <a:xfrm>
                    <a:off x="1620067" y="4747826"/>
                    <a:ext cx="193828" cy="28165"/>
                  </a:xfrm>
                  <a:custGeom>
                    <a:gdLst>
                      <a:gd name="connsiteX0" fmla="*/ 193828 w 193828"/>
                      <a:gd name="connsiteY0" fmla="*/ 0 h 28165"/>
                      <a:gd name="connsiteX1" fmla="*/ 9768 w 193828"/>
                      <a:gd name="connsiteY1" fmla="*/ 28071 h 28165"/>
                      <a:gd name="connsiteX2" fmla="*/ 94 w 193828"/>
                      <a:gd name="connsiteY2" fmla="*/ 20989 h 28165"/>
                      <a:gd name="connsiteX3" fmla="*/ 7177 w 193828"/>
                      <a:gd name="connsiteY3" fmla="*/ 11315 h 28165"/>
                      <a:gd name="connsiteX4" fmla="*/ 193828 w 193828"/>
                      <a:gd name="connsiteY4" fmla="*/ 0 h 28165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93828" h="28165">
                        <a:moveTo>
                          <a:pt x="193828" y="0"/>
                        </a:moveTo>
                        <a:lnTo>
                          <a:pt x="9768" y="28071"/>
                        </a:lnTo>
                        <a:cubicBezTo>
                          <a:pt x="5104" y="28762"/>
                          <a:pt x="785" y="25567"/>
                          <a:pt x="94" y="20989"/>
                        </a:cubicBezTo>
                        <a:cubicBezTo>
                          <a:pt x="-597" y="16325"/>
                          <a:pt x="2599" y="12006"/>
                          <a:pt x="7177" y="11315"/>
                        </a:cubicBezTo>
                        <a:cubicBezTo>
                          <a:pt x="7954" y="11142"/>
                          <a:pt x="-338" y="11660"/>
                          <a:pt x="193828" y="0"/>
                        </a:cubicBezTo>
                        <a:close/>
                      </a:path>
                    </a:pathLst>
                  </a:custGeom>
                  <a:solidFill>
                    <a:srgbClr val="FAE0B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" name="" descr="65ce2d73-3cfc-4140-8000-e2c474628177"/>
                  <p:cNvSpPr/>
                  <p:nvPr/>
                </p:nvSpPr>
                <p:spPr>
                  <a:xfrm>
                    <a:off x="1618510" y="4758056"/>
                    <a:ext cx="18417" cy="18455"/>
                  </a:xfrm>
                  <a:custGeom>
                    <a:gdLst>
                      <a:gd name="connsiteX0" fmla="*/ 14089 w 18417"/>
                      <a:gd name="connsiteY0" fmla="*/ 1430 h 18455"/>
                      <a:gd name="connsiteX1" fmla="*/ 17026 w 18417"/>
                      <a:gd name="connsiteY1" fmla="*/ 14127 h 18455"/>
                      <a:gd name="connsiteX2" fmla="*/ 4329 w 18417"/>
                      <a:gd name="connsiteY2" fmla="*/ 17064 h 18455"/>
                      <a:gd name="connsiteX3" fmla="*/ 1392 w 18417"/>
                      <a:gd name="connsiteY3" fmla="*/ 4367 h 18455"/>
                      <a:gd name="connsiteX4" fmla="*/ 14089 w 18417"/>
                      <a:gd name="connsiteY4" fmla="*/ 1430 h 18455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417" h="18455">
                        <a:moveTo>
                          <a:pt x="14089" y="1430"/>
                        </a:moveTo>
                        <a:cubicBezTo>
                          <a:pt x="18408" y="4108"/>
                          <a:pt x="19703" y="9809"/>
                          <a:pt x="17026" y="14127"/>
                        </a:cubicBezTo>
                        <a:cubicBezTo>
                          <a:pt x="14348" y="18446"/>
                          <a:pt x="8647" y="19741"/>
                          <a:pt x="4329" y="17064"/>
                        </a:cubicBezTo>
                        <a:cubicBezTo>
                          <a:pt x="10" y="14386"/>
                          <a:pt x="-1285" y="8686"/>
                          <a:pt x="1392" y="4367"/>
                        </a:cubicBezTo>
                        <a:cubicBezTo>
                          <a:pt x="4070" y="49"/>
                          <a:pt x="9770" y="-1334"/>
                          <a:pt x="14089" y="1430"/>
                        </a:cubicBezTo>
                        <a:close/>
                      </a:path>
                    </a:pathLst>
                  </a:custGeom>
                  <a:solidFill>
                    <a:srgbClr val="FAE0B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36" name="" descr="27340aa9-df91-4e5a-ae21-80b8c07bf2df"/>
              <p:cNvSpPr/>
              <p:nvPr/>
            </p:nvSpPr>
            <p:spPr>
              <a:xfrm>
                <a:off x="9125525" y="5508943"/>
                <a:ext cx="1100734" cy="1123709"/>
              </a:xfrm>
              <a:custGeom>
                <a:gdLst>
                  <a:gd name="connsiteX0" fmla="*/ 871415 w 1100734"/>
                  <a:gd name="connsiteY0" fmla="*/ 279934 h 1123709"/>
                  <a:gd name="connsiteX1" fmla="*/ 893354 w 1100734"/>
                  <a:gd name="connsiteY1" fmla="*/ 282612 h 1123709"/>
                  <a:gd name="connsiteX2" fmla="*/ 1033882 w 1100734"/>
                  <a:gd name="connsiteY2" fmla="*/ 275615 h 1123709"/>
                  <a:gd name="connsiteX3" fmla="*/ 1100734 w 1100734"/>
                  <a:gd name="connsiteY3" fmla="*/ 448793 h 1123709"/>
                  <a:gd name="connsiteX4" fmla="*/ 991991 w 1100734"/>
                  <a:gd name="connsiteY4" fmla="*/ 538102 h 1123709"/>
                  <a:gd name="connsiteX5" fmla="*/ 977568 w 1100734"/>
                  <a:gd name="connsiteY5" fmla="*/ 554859 h 1123709"/>
                  <a:gd name="connsiteX6" fmla="*/ 955024 w 1100734"/>
                  <a:gd name="connsiteY6" fmla="*/ 699015 h 1123709"/>
                  <a:gd name="connsiteX7" fmla="*/ 963661 w 1100734"/>
                  <a:gd name="connsiteY7" fmla="*/ 719313 h 1123709"/>
                  <a:gd name="connsiteX8" fmla="*/ 1039929 w 1100734"/>
                  <a:gd name="connsiteY8" fmla="*/ 837471 h 1123709"/>
                  <a:gd name="connsiteX9" fmla="*/ 923412 w 1100734"/>
                  <a:gd name="connsiteY9" fmla="*/ 981972 h 1123709"/>
                  <a:gd name="connsiteX10" fmla="*/ 791779 w 1100734"/>
                  <a:gd name="connsiteY10" fmla="*/ 932481 h 1123709"/>
                  <a:gd name="connsiteX11" fmla="*/ 770100 w 1100734"/>
                  <a:gd name="connsiteY11" fmla="*/ 928335 h 1123709"/>
                  <a:gd name="connsiteX12" fmla="*/ 633977 w 1100734"/>
                  <a:gd name="connsiteY12" fmla="*/ 980936 h 1123709"/>
                  <a:gd name="connsiteX13" fmla="*/ 620675 w 1100734"/>
                  <a:gd name="connsiteY13" fmla="*/ 998556 h 1123709"/>
                  <a:gd name="connsiteX14" fmla="*/ 556500 w 1100734"/>
                  <a:gd name="connsiteY14" fmla="*/ 1123710 h 1123709"/>
                  <a:gd name="connsiteX15" fmla="*/ 373131 w 1100734"/>
                  <a:gd name="connsiteY15" fmla="*/ 1095035 h 1123709"/>
                  <a:gd name="connsiteX16" fmla="*/ 350155 w 1100734"/>
                  <a:gd name="connsiteY16" fmla="*/ 956233 h 1123709"/>
                  <a:gd name="connsiteX17" fmla="*/ 342900 w 1100734"/>
                  <a:gd name="connsiteY17" fmla="*/ 935417 h 1123709"/>
                  <a:gd name="connsiteX18" fmla="*/ 229320 w 1100734"/>
                  <a:gd name="connsiteY18" fmla="*/ 843862 h 1123709"/>
                  <a:gd name="connsiteX19" fmla="*/ 207381 w 1100734"/>
                  <a:gd name="connsiteY19" fmla="*/ 841185 h 1123709"/>
                  <a:gd name="connsiteX20" fmla="*/ 66852 w 1100734"/>
                  <a:gd name="connsiteY20" fmla="*/ 848181 h 1123709"/>
                  <a:gd name="connsiteX21" fmla="*/ 0 w 1100734"/>
                  <a:gd name="connsiteY21" fmla="*/ 675004 h 1123709"/>
                  <a:gd name="connsiteX22" fmla="*/ 108744 w 1100734"/>
                  <a:gd name="connsiteY22" fmla="*/ 585694 h 1123709"/>
                  <a:gd name="connsiteX23" fmla="*/ 123168 w 1100734"/>
                  <a:gd name="connsiteY23" fmla="*/ 568938 h 1123709"/>
                  <a:gd name="connsiteX24" fmla="*/ 145711 w 1100734"/>
                  <a:gd name="connsiteY24" fmla="*/ 424781 h 1123709"/>
                  <a:gd name="connsiteX25" fmla="*/ 137074 w 1100734"/>
                  <a:gd name="connsiteY25" fmla="*/ 404398 h 1123709"/>
                  <a:gd name="connsiteX26" fmla="*/ 60806 w 1100734"/>
                  <a:gd name="connsiteY26" fmla="*/ 286240 h 1123709"/>
                  <a:gd name="connsiteX27" fmla="*/ 177324 w 1100734"/>
                  <a:gd name="connsiteY27" fmla="*/ 141738 h 1123709"/>
                  <a:gd name="connsiteX28" fmla="*/ 308956 w 1100734"/>
                  <a:gd name="connsiteY28" fmla="*/ 191230 h 1123709"/>
                  <a:gd name="connsiteX29" fmla="*/ 330635 w 1100734"/>
                  <a:gd name="connsiteY29" fmla="*/ 195375 h 1123709"/>
                  <a:gd name="connsiteX30" fmla="*/ 466758 w 1100734"/>
                  <a:gd name="connsiteY30" fmla="*/ 142774 h 1123709"/>
                  <a:gd name="connsiteX31" fmla="*/ 480060 w 1100734"/>
                  <a:gd name="connsiteY31" fmla="*/ 125154 h 1123709"/>
                  <a:gd name="connsiteX32" fmla="*/ 544235 w 1100734"/>
                  <a:gd name="connsiteY32" fmla="*/ 0 h 1123709"/>
                  <a:gd name="connsiteX33" fmla="*/ 727604 w 1100734"/>
                  <a:gd name="connsiteY33" fmla="*/ 28676 h 1123709"/>
                  <a:gd name="connsiteX34" fmla="*/ 750580 w 1100734"/>
                  <a:gd name="connsiteY34" fmla="*/ 167477 h 1123709"/>
                  <a:gd name="connsiteX35" fmla="*/ 757835 w 1100734"/>
                  <a:gd name="connsiteY35" fmla="*/ 188293 h 1123709"/>
                  <a:gd name="connsiteX36" fmla="*/ 871415 w 1100734"/>
                  <a:gd name="connsiteY36" fmla="*/ 279934 h 1123709"/>
                  <a:gd name="connsiteX37" fmla="*/ 484465 w 1100734"/>
                  <a:gd name="connsiteY37" fmla="*/ 391355 h 1123709"/>
                  <a:gd name="connsiteX38" fmla="*/ 379781 w 1100734"/>
                  <a:gd name="connsiteY38" fmla="*/ 627757 h 1123709"/>
                  <a:gd name="connsiteX39" fmla="*/ 616184 w 1100734"/>
                  <a:gd name="connsiteY39" fmla="*/ 732441 h 1123709"/>
                  <a:gd name="connsiteX40" fmla="*/ 720868 w 1100734"/>
                  <a:gd name="connsiteY40" fmla="*/ 496039 h 1123709"/>
                  <a:gd name="connsiteX41" fmla="*/ 484465 w 1100734"/>
                  <a:gd name="connsiteY41" fmla="*/ 391355 h 1123709"/>
                  <a:gd name="connsiteX42" fmla="*/ 442229 w 1100734"/>
                  <a:gd name="connsiteY42" fmla="*/ 282007 h 1123709"/>
                  <a:gd name="connsiteX43" fmla="*/ 270433 w 1100734"/>
                  <a:gd name="connsiteY43" fmla="*/ 669994 h 1123709"/>
                  <a:gd name="connsiteX44" fmla="*/ 658420 w 1100734"/>
                  <a:gd name="connsiteY44" fmla="*/ 841789 h 1123709"/>
                  <a:gd name="connsiteX45" fmla="*/ 830215 w 1100734"/>
                  <a:gd name="connsiteY45" fmla="*/ 453802 h 1123709"/>
                  <a:gd name="connsiteX46" fmla="*/ 442229 w 1100734"/>
                  <a:gd name="connsiteY46" fmla="*/ 282007 h 1123709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1100734" h="1123709">
                    <a:moveTo>
                      <a:pt x="871415" y="279934"/>
                    </a:moveTo>
                    <a:cubicBezTo>
                      <a:pt x="877634" y="284944"/>
                      <a:pt x="886099" y="285980"/>
                      <a:pt x="893354" y="282612"/>
                    </a:cubicBezTo>
                    <a:cubicBezTo>
                      <a:pt x="928767" y="266201"/>
                      <a:pt x="998642" y="269742"/>
                      <a:pt x="1033882" y="275615"/>
                    </a:cubicBezTo>
                    <a:lnTo>
                      <a:pt x="1100734" y="448793"/>
                    </a:lnTo>
                    <a:cubicBezTo>
                      <a:pt x="1078624" y="476864"/>
                      <a:pt x="1029305" y="526356"/>
                      <a:pt x="991991" y="538102"/>
                    </a:cubicBezTo>
                    <a:cubicBezTo>
                      <a:pt x="984390" y="540521"/>
                      <a:pt x="978776" y="546999"/>
                      <a:pt x="977568" y="554859"/>
                    </a:cubicBezTo>
                    <a:lnTo>
                      <a:pt x="955024" y="699015"/>
                    </a:lnTo>
                    <a:cubicBezTo>
                      <a:pt x="953815" y="706875"/>
                      <a:pt x="957183" y="714735"/>
                      <a:pt x="963661" y="719313"/>
                    </a:cubicBezTo>
                    <a:cubicBezTo>
                      <a:pt x="995533" y="741770"/>
                      <a:pt x="1027490" y="804045"/>
                      <a:pt x="1039929" y="837471"/>
                    </a:cubicBezTo>
                    <a:lnTo>
                      <a:pt x="923412" y="981972"/>
                    </a:lnTo>
                    <a:cubicBezTo>
                      <a:pt x="887999" y="976876"/>
                      <a:pt x="820455" y="958911"/>
                      <a:pt x="791779" y="932481"/>
                    </a:cubicBezTo>
                    <a:cubicBezTo>
                      <a:pt x="785906" y="927126"/>
                      <a:pt x="777528" y="925485"/>
                      <a:pt x="770100" y="928335"/>
                    </a:cubicBezTo>
                    <a:lnTo>
                      <a:pt x="633977" y="980936"/>
                    </a:lnTo>
                    <a:cubicBezTo>
                      <a:pt x="626548" y="983786"/>
                      <a:pt x="621366" y="990696"/>
                      <a:pt x="620675" y="998556"/>
                    </a:cubicBezTo>
                    <a:cubicBezTo>
                      <a:pt x="617134" y="1037424"/>
                      <a:pt x="579216" y="1096157"/>
                      <a:pt x="556500" y="1123710"/>
                    </a:cubicBezTo>
                    <a:lnTo>
                      <a:pt x="373131" y="1095035"/>
                    </a:lnTo>
                    <a:cubicBezTo>
                      <a:pt x="359829" y="1061867"/>
                      <a:pt x="341691" y="994324"/>
                      <a:pt x="350155" y="956233"/>
                    </a:cubicBezTo>
                    <a:cubicBezTo>
                      <a:pt x="351883" y="948460"/>
                      <a:pt x="349032" y="940341"/>
                      <a:pt x="342900" y="935417"/>
                    </a:cubicBezTo>
                    <a:lnTo>
                      <a:pt x="229320" y="843862"/>
                    </a:lnTo>
                    <a:cubicBezTo>
                      <a:pt x="223101" y="838853"/>
                      <a:pt x="214636" y="837816"/>
                      <a:pt x="207381" y="841185"/>
                    </a:cubicBezTo>
                    <a:cubicBezTo>
                      <a:pt x="171968" y="857595"/>
                      <a:pt x="102093" y="854054"/>
                      <a:pt x="66852" y="848181"/>
                    </a:cubicBezTo>
                    <a:lnTo>
                      <a:pt x="0" y="675004"/>
                    </a:lnTo>
                    <a:cubicBezTo>
                      <a:pt x="22111" y="646932"/>
                      <a:pt x="71430" y="597441"/>
                      <a:pt x="108744" y="585694"/>
                    </a:cubicBezTo>
                    <a:cubicBezTo>
                      <a:pt x="116344" y="583276"/>
                      <a:pt x="121958" y="576798"/>
                      <a:pt x="123168" y="568938"/>
                    </a:cubicBezTo>
                    <a:lnTo>
                      <a:pt x="145711" y="424781"/>
                    </a:lnTo>
                    <a:cubicBezTo>
                      <a:pt x="146920" y="416922"/>
                      <a:pt x="143552" y="409061"/>
                      <a:pt x="137074" y="404398"/>
                    </a:cubicBezTo>
                    <a:cubicBezTo>
                      <a:pt x="105116" y="381941"/>
                      <a:pt x="73244" y="319666"/>
                      <a:pt x="60806" y="286240"/>
                    </a:cubicBezTo>
                    <a:lnTo>
                      <a:pt x="177324" y="141738"/>
                    </a:lnTo>
                    <a:cubicBezTo>
                      <a:pt x="212736" y="146834"/>
                      <a:pt x="280280" y="164799"/>
                      <a:pt x="308956" y="191230"/>
                    </a:cubicBezTo>
                    <a:cubicBezTo>
                      <a:pt x="314829" y="196585"/>
                      <a:pt x="323207" y="198226"/>
                      <a:pt x="330635" y="195375"/>
                    </a:cubicBezTo>
                    <a:lnTo>
                      <a:pt x="466758" y="142774"/>
                    </a:lnTo>
                    <a:cubicBezTo>
                      <a:pt x="474187" y="139924"/>
                      <a:pt x="479369" y="133100"/>
                      <a:pt x="480060" y="125154"/>
                    </a:cubicBezTo>
                    <a:cubicBezTo>
                      <a:pt x="483601" y="86286"/>
                      <a:pt x="521519" y="27553"/>
                      <a:pt x="544235" y="0"/>
                    </a:cubicBezTo>
                    <a:lnTo>
                      <a:pt x="727604" y="28676"/>
                    </a:lnTo>
                    <a:cubicBezTo>
                      <a:pt x="740906" y="61843"/>
                      <a:pt x="759044" y="129386"/>
                      <a:pt x="750580" y="167477"/>
                    </a:cubicBezTo>
                    <a:cubicBezTo>
                      <a:pt x="748852" y="175250"/>
                      <a:pt x="751703" y="183369"/>
                      <a:pt x="757835" y="188293"/>
                    </a:cubicBezTo>
                    <a:lnTo>
                      <a:pt x="871415" y="279934"/>
                    </a:lnTo>
                    <a:close/>
                    <a:moveTo>
                      <a:pt x="484465" y="391355"/>
                    </a:moveTo>
                    <a:cubicBezTo>
                      <a:pt x="390319" y="427718"/>
                      <a:pt x="343418" y="533525"/>
                      <a:pt x="379781" y="627757"/>
                    </a:cubicBezTo>
                    <a:cubicBezTo>
                      <a:pt x="416144" y="721990"/>
                      <a:pt x="521951" y="768804"/>
                      <a:pt x="616184" y="732441"/>
                    </a:cubicBezTo>
                    <a:cubicBezTo>
                      <a:pt x="710330" y="696079"/>
                      <a:pt x="757230" y="590272"/>
                      <a:pt x="720868" y="496039"/>
                    </a:cubicBezTo>
                    <a:cubicBezTo>
                      <a:pt x="684504" y="401806"/>
                      <a:pt x="578611" y="354992"/>
                      <a:pt x="484465" y="391355"/>
                    </a:cubicBezTo>
                    <a:close/>
                    <a:moveTo>
                      <a:pt x="442229" y="282007"/>
                    </a:moveTo>
                    <a:cubicBezTo>
                      <a:pt x="287621" y="341691"/>
                      <a:pt x="210750" y="515386"/>
                      <a:pt x="270433" y="669994"/>
                    </a:cubicBezTo>
                    <a:cubicBezTo>
                      <a:pt x="330117" y="824601"/>
                      <a:pt x="503813" y="901473"/>
                      <a:pt x="658420" y="841789"/>
                    </a:cubicBezTo>
                    <a:cubicBezTo>
                      <a:pt x="812941" y="782106"/>
                      <a:pt x="889899" y="608410"/>
                      <a:pt x="830215" y="453802"/>
                    </a:cubicBezTo>
                    <a:cubicBezTo>
                      <a:pt x="770532" y="299196"/>
                      <a:pt x="596836" y="222324"/>
                      <a:pt x="442229" y="282007"/>
                    </a:cubicBezTo>
                    <a:close/>
                  </a:path>
                </a:pathLst>
              </a:custGeom>
              <a:solidFill>
                <a:srgbClr val="9BC1F9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" descr="809659e2-9e0a-4718-b947-9ba35943fdee"/>
              <p:cNvSpPr/>
              <p:nvPr/>
            </p:nvSpPr>
            <p:spPr>
              <a:xfrm>
                <a:off x="6491498" y="-1235829"/>
                <a:ext cx="816153" cy="821497"/>
              </a:xfrm>
              <a:custGeom>
                <a:gdLst>
                  <a:gd name="connsiteX0" fmla="*/ 1001579 w 1134420"/>
                  <a:gd name="connsiteY0" fmla="*/ 546826 h 1141848"/>
                  <a:gd name="connsiteX1" fmla="*/ 1017471 w 1134420"/>
                  <a:gd name="connsiteY1" fmla="*/ 562805 h 1141848"/>
                  <a:gd name="connsiteX2" fmla="*/ 1134421 w 1134420"/>
                  <a:gd name="connsiteY2" fmla="*/ 645550 h 1141848"/>
                  <a:gd name="connsiteX3" fmla="*/ 1079142 w 1134420"/>
                  <a:gd name="connsiteY3" fmla="*/ 826242 h 1141848"/>
                  <a:gd name="connsiteX4" fmla="*/ 935935 w 1134420"/>
                  <a:gd name="connsiteY4" fmla="*/ 829438 h 1141848"/>
                  <a:gd name="connsiteX5" fmla="*/ 913911 w 1134420"/>
                  <a:gd name="connsiteY5" fmla="*/ 833757 h 1141848"/>
                  <a:gd name="connsiteX6" fmla="*/ 805254 w 1134420"/>
                  <a:gd name="connsiteY6" fmla="*/ 935072 h 1141848"/>
                  <a:gd name="connsiteX7" fmla="*/ 799380 w 1134420"/>
                  <a:gd name="connsiteY7" fmla="*/ 956752 h 1141848"/>
                  <a:gd name="connsiteX8" fmla="*/ 786251 w 1134420"/>
                  <a:gd name="connsiteY8" fmla="*/ 1099353 h 1141848"/>
                  <a:gd name="connsiteX9" fmla="*/ 602105 w 1134420"/>
                  <a:gd name="connsiteY9" fmla="*/ 1141849 h 1141848"/>
                  <a:gd name="connsiteX10" fmla="*/ 527738 w 1134420"/>
                  <a:gd name="connsiteY10" fmla="*/ 1019458 h 1141848"/>
                  <a:gd name="connsiteX11" fmla="*/ 512968 w 1134420"/>
                  <a:gd name="connsiteY11" fmla="*/ 1002529 h 1141848"/>
                  <a:gd name="connsiteX12" fmla="*/ 370885 w 1134420"/>
                  <a:gd name="connsiteY12" fmla="*/ 959083 h 1141848"/>
                  <a:gd name="connsiteX13" fmla="*/ 349119 w 1134420"/>
                  <a:gd name="connsiteY13" fmla="*/ 964871 h 1141848"/>
                  <a:gd name="connsiteX14" fmla="*/ 219041 w 1134420"/>
                  <a:gd name="connsiteY14" fmla="*/ 1024727 h 1141848"/>
                  <a:gd name="connsiteX15" fmla="*/ 90173 w 1134420"/>
                  <a:gd name="connsiteY15" fmla="*/ 886531 h 1141848"/>
                  <a:gd name="connsiteX16" fmla="*/ 159012 w 1134420"/>
                  <a:gd name="connsiteY16" fmla="*/ 760945 h 1141848"/>
                  <a:gd name="connsiteX17" fmla="*/ 166267 w 1134420"/>
                  <a:gd name="connsiteY17" fmla="*/ 739697 h 1141848"/>
                  <a:gd name="connsiteX18" fmla="*/ 132841 w 1134420"/>
                  <a:gd name="connsiteY18" fmla="*/ 595022 h 1141848"/>
                  <a:gd name="connsiteX19" fmla="*/ 116949 w 1134420"/>
                  <a:gd name="connsiteY19" fmla="*/ 579043 h 1141848"/>
                  <a:gd name="connsiteX20" fmla="*/ 0 w 1134420"/>
                  <a:gd name="connsiteY20" fmla="*/ 496298 h 1141848"/>
                  <a:gd name="connsiteX21" fmla="*/ 55278 w 1134420"/>
                  <a:gd name="connsiteY21" fmla="*/ 315606 h 1141848"/>
                  <a:gd name="connsiteX22" fmla="*/ 198485 w 1134420"/>
                  <a:gd name="connsiteY22" fmla="*/ 312410 h 1141848"/>
                  <a:gd name="connsiteX23" fmla="*/ 220509 w 1134420"/>
                  <a:gd name="connsiteY23" fmla="*/ 308092 h 1141848"/>
                  <a:gd name="connsiteX24" fmla="*/ 329166 w 1134420"/>
                  <a:gd name="connsiteY24" fmla="*/ 206777 h 1141848"/>
                  <a:gd name="connsiteX25" fmla="*/ 335040 w 1134420"/>
                  <a:gd name="connsiteY25" fmla="*/ 185097 h 1141848"/>
                  <a:gd name="connsiteX26" fmla="*/ 348255 w 1134420"/>
                  <a:gd name="connsiteY26" fmla="*/ 42495 h 1141848"/>
                  <a:gd name="connsiteX27" fmla="*/ 532402 w 1134420"/>
                  <a:gd name="connsiteY27" fmla="*/ 0 h 1141848"/>
                  <a:gd name="connsiteX28" fmla="*/ 606768 w 1134420"/>
                  <a:gd name="connsiteY28" fmla="*/ 122390 h 1141848"/>
                  <a:gd name="connsiteX29" fmla="*/ 621539 w 1134420"/>
                  <a:gd name="connsiteY29" fmla="*/ 139319 h 1141848"/>
                  <a:gd name="connsiteX30" fmla="*/ 763622 w 1134420"/>
                  <a:gd name="connsiteY30" fmla="*/ 182765 h 1141848"/>
                  <a:gd name="connsiteX31" fmla="*/ 785388 w 1134420"/>
                  <a:gd name="connsiteY31" fmla="*/ 176978 h 1141848"/>
                  <a:gd name="connsiteX32" fmla="*/ 915465 w 1134420"/>
                  <a:gd name="connsiteY32" fmla="*/ 117121 h 1141848"/>
                  <a:gd name="connsiteX33" fmla="*/ 1044333 w 1134420"/>
                  <a:gd name="connsiteY33" fmla="*/ 255318 h 1141848"/>
                  <a:gd name="connsiteX34" fmla="*/ 975494 w 1134420"/>
                  <a:gd name="connsiteY34" fmla="*/ 380904 h 1141848"/>
                  <a:gd name="connsiteX35" fmla="*/ 968239 w 1134420"/>
                  <a:gd name="connsiteY35" fmla="*/ 402152 h 1141848"/>
                  <a:gd name="connsiteX36" fmla="*/ 1001579 w 1134420"/>
                  <a:gd name="connsiteY36" fmla="*/ 546826 h 1141848"/>
                  <a:gd name="connsiteX37" fmla="*/ 621625 w 1134420"/>
                  <a:gd name="connsiteY37" fmla="*/ 392996 h 1141848"/>
                  <a:gd name="connsiteX38" fmla="*/ 389282 w 1134420"/>
                  <a:gd name="connsiteY38" fmla="*/ 516509 h 1141848"/>
                  <a:gd name="connsiteX39" fmla="*/ 512795 w 1134420"/>
                  <a:gd name="connsiteY39" fmla="*/ 748852 h 1141848"/>
                  <a:gd name="connsiteX40" fmla="*/ 745138 w 1134420"/>
                  <a:gd name="connsiteY40" fmla="*/ 625339 h 1141848"/>
                  <a:gd name="connsiteX41" fmla="*/ 621625 w 1134420"/>
                  <a:gd name="connsiteY41" fmla="*/ 392996 h 1141848"/>
                  <a:gd name="connsiteX42" fmla="*/ 656606 w 1134420"/>
                  <a:gd name="connsiteY42" fmla="*/ 278812 h 1141848"/>
                  <a:gd name="connsiteX43" fmla="*/ 275183 w 1134420"/>
                  <a:gd name="connsiteY43" fmla="*/ 481615 h 1141848"/>
                  <a:gd name="connsiteX44" fmla="*/ 477987 w 1134420"/>
                  <a:gd name="connsiteY44" fmla="*/ 863037 h 1141848"/>
                  <a:gd name="connsiteX45" fmla="*/ 859409 w 1134420"/>
                  <a:gd name="connsiteY45" fmla="*/ 660234 h 1141848"/>
                  <a:gd name="connsiteX46" fmla="*/ 656606 w 1134420"/>
                  <a:gd name="connsiteY46" fmla="*/ 278812 h 114184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1134420" h="1141848">
                    <a:moveTo>
                      <a:pt x="1001579" y="546826"/>
                    </a:moveTo>
                    <a:cubicBezTo>
                      <a:pt x="1003393" y="554686"/>
                      <a:pt x="1009525" y="560905"/>
                      <a:pt x="1017471" y="562805"/>
                    </a:cubicBezTo>
                    <a:cubicBezTo>
                      <a:pt x="1056166" y="571961"/>
                      <a:pt x="1109890" y="618602"/>
                      <a:pt x="1134421" y="645550"/>
                    </a:cubicBezTo>
                    <a:lnTo>
                      <a:pt x="1079142" y="826242"/>
                    </a:lnTo>
                    <a:cubicBezTo>
                      <a:pt x="1043816" y="834880"/>
                      <a:pt x="973162" y="843517"/>
                      <a:pt x="935935" y="829438"/>
                    </a:cubicBezTo>
                    <a:cubicBezTo>
                      <a:pt x="928335" y="826588"/>
                      <a:pt x="919783" y="828229"/>
                      <a:pt x="913911" y="833757"/>
                    </a:cubicBezTo>
                    <a:lnTo>
                      <a:pt x="805254" y="935072"/>
                    </a:lnTo>
                    <a:cubicBezTo>
                      <a:pt x="799294" y="940600"/>
                      <a:pt x="797048" y="949064"/>
                      <a:pt x="799380" y="956752"/>
                    </a:cubicBezTo>
                    <a:cubicBezTo>
                      <a:pt x="810781" y="994842"/>
                      <a:pt x="797307" y="1064718"/>
                      <a:pt x="786251" y="1099353"/>
                    </a:cubicBezTo>
                    <a:lnTo>
                      <a:pt x="602105" y="1141849"/>
                    </a:lnTo>
                    <a:cubicBezTo>
                      <a:pt x="576970" y="1115505"/>
                      <a:pt x="534130" y="1058671"/>
                      <a:pt x="527738" y="1019458"/>
                    </a:cubicBezTo>
                    <a:cubicBezTo>
                      <a:pt x="526442" y="1011426"/>
                      <a:pt x="520655" y="1004861"/>
                      <a:pt x="512968" y="1002529"/>
                    </a:cubicBezTo>
                    <a:lnTo>
                      <a:pt x="370885" y="959083"/>
                    </a:lnTo>
                    <a:cubicBezTo>
                      <a:pt x="363111" y="956752"/>
                      <a:pt x="354733" y="958997"/>
                      <a:pt x="349119" y="964871"/>
                    </a:cubicBezTo>
                    <a:cubicBezTo>
                      <a:pt x="321911" y="993805"/>
                      <a:pt x="254541" y="1017040"/>
                      <a:pt x="219041" y="1024727"/>
                    </a:cubicBezTo>
                    <a:lnTo>
                      <a:pt x="90173" y="886531"/>
                    </a:lnTo>
                    <a:cubicBezTo>
                      <a:pt x="100365" y="851636"/>
                      <a:pt x="128263" y="786079"/>
                      <a:pt x="159012" y="760945"/>
                    </a:cubicBezTo>
                    <a:cubicBezTo>
                      <a:pt x="165317" y="755848"/>
                      <a:pt x="168082" y="747556"/>
                      <a:pt x="166267" y="739697"/>
                    </a:cubicBezTo>
                    <a:lnTo>
                      <a:pt x="132841" y="595022"/>
                    </a:lnTo>
                    <a:cubicBezTo>
                      <a:pt x="131027" y="587162"/>
                      <a:pt x="124895" y="580944"/>
                      <a:pt x="116949" y="579043"/>
                    </a:cubicBezTo>
                    <a:cubicBezTo>
                      <a:pt x="78254" y="569888"/>
                      <a:pt x="24530" y="523247"/>
                      <a:pt x="0" y="496298"/>
                    </a:cubicBezTo>
                    <a:lnTo>
                      <a:pt x="55278" y="315606"/>
                    </a:lnTo>
                    <a:cubicBezTo>
                      <a:pt x="90605" y="306969"/>
                      <a:pt x="161258" y="298331"/>
                      <a:pt x="198485" y="312410"/>
                    </a:cubicBezTo>
                    <a:cubicBezTo>
                      <a:pt x="206085" y="315261"/>
                      <a:pt x="214637" y="313620"/>
                      <a:pt x="220509" y="308092"/>
                    </a:cubicBezTo>
                    <a:lnTo>
                      <a:pt x="329166" y="206777"/>
                    </a:lnTo>
                    <a:cubicBezTo>
                      <a:pt x="335126" y="201249"/>
                      <a:pt x="337372" y="192784"/>
                      <a:pt x="335040" y="185097"/>
                    </a:cubicBezTo>
                    <a:cubicBezTo>
                      <a:pt x="323639" y="147007"/>
                      <a:pt x="337113" y="77131"/>
                      <a:pt x="348255" y="42495"/>
                    </a:cubicBezTo>
                    <a:lnTo>
                      <a:pt x="532402" y="0"/>
                    </a:lnTo>
                    <a:cubicBezTo>
                      <a:pt x="557536" y="26344"/>
                      <a:pt x="600377" y="83177"/>
                      <a:pt x="606768" y="122390"/>
                    </a:cubicBezTo>
                    <a:cubicBezTo>
                      <a:pt x="608064" y="130423"/>
                      <a:pt x="613852" y="136987"/>
                      <a:pt x="621539" y="139319"/>
                    </a:cubicBezTo>
                    <a:lnTo>
                      <a:pt x="763622" y="182765"/>
                    </a:lnTo>
                    <a:cubicBezTo>
                      <a:pt x="771395" y="185097"/>
                      <a:pt x="779773" y="182851"/>
                      <a:pt x="785388" y="176978"/>
                    </a:cubicBezTo>
                    <a:cubicBezTo>
                      <a:pt x="812595" y="148043"/>
                      <a:pt x="879966" y="124809"/>
                      <a:pt x="915465" y="117121"/>
                    </a:cubicBezTo>
                    <a:lnTo>
                      <a:pt x="1044333" y="255318"/>
                    </a:lnTo>
                    <a:cubicBezTo>
                      <a:pt x="1034142" y="290213"/>
                      <a:pt x="1006243" y="355770"/>
                      <a:pt x="975494" y="380904"/>
                    </a:cubicBezTo>
                    <a:cubicBezTo>
                      <a:pt x="969189" y="386000"/>
                      <a:pt x="966425" y="394292"/>
                      <a:pt x="968239" y="402152"/>
                    </a:cubicBezTo>
                    <a:lnTo>
                      <a:pt x="1001579" y="546826"/>
                    </a:lnTo>
                    <a:close/>
                    <a:moveTo>
                      <a:pt x="621625" y="392996"/>
                    </a:moveTo>
                    <a:cubicBezTo>
                      <a:pt x="523333" y="362939"/>
                      <a:pt x="419340" y="418303"/>
                      <a:pt x="389282" y="516509"/>
                    </a:cubicBezTo>
                    <a:cubicBezTo>
                      <a:pt x="359225" y="614802"/>
                      <a:pt x="414589" y="718795"/>
                      <a:pt x="512795" y="748852"/>
                    </a:cubicBezTo>
                    <a:cubicBezTo>
                      <a:pt x="611087" y="778910"/>
                      <a:pt x="715080" y="723545"/>
                      <a:pt x="745138" y="625339"/>
                    </a:cubicBezTo>
                    <a:cubicBezTo>
                      <a:pt x="775282" y="527047"/>
                      <a:pt x="719918" y="422968"/>
                      <a:pt x="621625" y="392996"/>
                    </a:cubicBezTo>
                    <a:close/>
                    <a:moveTo>
                      <a:pt x="656606" y="278812"/>
                    </a:moveTo>
                    <a:cubicBezTo>
                      <a:pt x="495262" y="229493"/>
                      <a:pt x="324503" y="320270"/>
                      <a:pt x="275183" y="481615"/>
                    </a:cubicBezTo>
                    <a:cubicBezTo>
                      <a:pt x="225865" y="642959"/>
                      <a:pt x="316642" y="813718"/>
                      <a:pt x="477987" y="863037"/>
                    </a:cubicBezTo>
                    <a:cubicBezTo>
                      <a:pt x="639331" y="912356"/>
                      <a:pt x="810090" y="821578"/>
                      <a:pt x="859409" y="660234"/>
                    </a:cubicBezTo>
                    <a:cubicBezTo>
                      <a:pt x="908642" y="498889"/>
                      <a:pt x="817864" y="328130"/>
                      <a:pt x="656606" y="278812"/>
                    </a:cubicBezTo>
                    <a:close/>
                  </a:path>
                </a:pathLst>
              </a:custGeom>
              <a:solidFill>
                <a:srgbClr val="F7A491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" descr="d91f23e6-0e34-41db-a13b-c27fc4e3abe1"/>
              <p:cNvSpPr/>
              <p:nvPr/>
            </p:nvSpPr>
            <p:spPr>
              <a:xfrm>
                <a:off x="7941699" y="3574106"/>
                <a:ext cx="2128916" cy="2038139"/>
              </a:xfrm>
              <a:custGeom>
                <a:gdLst>
                  <a:gd name="connsiteX0" fmla="*/ 1171733 w 2128916"/>
                  <a:gd name="connsiteY0" fmla="*/ 210232 h 2038139"/>
                  <a:gd name="connsiteX1" fmla="*/ 1206628 w 2128916"/>
                  <a:gd name="connsiteY1" fmla="*/ 186565 h 2038139"/>
                  <a:gd name="connsiteX2" fmla="*/ 1399844 w 2128916"/>
                  <a:gd name="connsiteY2" fmla="*/ 0 h 2038139"/>
                  <a:gd name="connsiteX3" fmla="*/ 1713550 w 2128916"/>
                  <a:gd name="connsiteY3" fmla="*/ 164886 h 2038139"/>
                  <a:gd name="connsiteX4" fmla="*/ 1669500 w 2128916"/>
                  <a:gd name="connsiteY4" fmla="*/ 429878 h 2038139"/>
                  <a:gd name="connsiteX5" fmla="*/ 1669759 w 2128916"/>
                  <a:gd name="connsiteY5" fmla="*/ 472028 h 2038139"/>
                  <a:gd name="connsiteX6" fmla="*/ 1818579 w 2128916"/>
                  <a:gd name="connsiteY6" fmla="*/ 707566 h 2038139"/>
                  <a:gd name="connsiteX7" fmla="*/ 1856583 w 2128916"/>
                  <a:gd name="connsiteY7" fmla="*/ 725964 h 2038139"/>
                  <a:gd name="connsiteX8" fmla="*/ 2114838 w 2128916"/>
                  <a:gd name="connsiteY8" fmla="*/ 799985 h 2038139"/>
                  <a:gd name="connsiteX9" fmla="*/ 2128917 w 2128916"/>
                  <a:gd name="connsiteY9" fmla="*/ 1154113 h 2038139"/>
                  <a:gd name="connsiteX10" fmla="*/ 1877399 w 2128916"/>
                  <a:gd name="connsiteY10" fmla="*/ 1248433 h 2038139"/>
                  <a:gd name="connsiteX11" fmla="*/ 1841036 w 2128916"/>
                  <a:gd name="connsiteY11" fmla="*/ 1269767 h 2038139"/>
                  <a:gd name="connsiteX12" fmla="*/ 1711477 w 2128916"/>
                  <a:gd name="connsiteY12" fmla="*/ 1516361 h 2038139"/>
                  <a:gd name="connsiteX13" fmla="*/ 1714500 w 2128916"/>
                  <a:gd name="connsiteY13" fmla="*/ 1558424 h 2038139"/>
                  <a:gd name="connsiteX14" fmla="*/ 1779452 w 2128916"/>
                  <a:gd name="connsiteY14" fmla="*/ 1819097 h 2038139"/>
                  <a:gd name="connsiteX15" fmla="*/ 1479825 w 2128916"/>
                  <a:gd name="connsiteY15" fmla="*/ 2008340 h 2038139"/>
                  <a:gd name="connsiteX16" fmla="*/ 1272358 w 2128916"/>
                  <a:gd name="connsiteY16" fmla="*/ 1837668 h 2038139"/>
                  <a:gd name="connsiteX17" fmla="*/ 1235649 w 2128916"/>
                  <a:gd name="connsiteY17" fmla="*/ 1816852 h 2038139"/>
                  <a:gd name="connsiteX18" fmla="*/ 957270 w 2128916"/>
                  <a:gd name="connsiteY18" fmla="*/ 1827908 h 2038139"/>
                  <a:gd name="connsiteX19" fmla="*/ 922375 w 2128916"/>
                  <a:gd name="connsiteY19" fmla="*/ 1851574 h 2038139"/>
                  <a:gd name="connsiteX20" fmla="*/ 729159 w 2128916"/>
                  <a:gd name="connsiteY20" fmla="*/ 2038139 h 2038139"/>
                  <a:gd name="connsiteX21" fmla="*/ 415453 w 2128916"/>
                  <a:gd name="connsiteY21" fmla="*/ 1873253 h 2038139"/>
                  <a:gd name="connsiteX22" fmla="*/ 459503 w 2128916"/>
                  <a:gd name="connsiteY22" fmla="*/ 1608262 h 2038139"/>
                  <a:gd name="connsiteX23" fmla="*/ 459158 w 2128916"/>
                  <a:gd name="connsiteY23" fmla="*/ 1566112 h 2038139"/>
                  <a:gd name="connsiteX24" fmla="*/ 310337 w 2128916"/>
                  <a:gd name="connsiteY24" fmla="*/ 1330573 h 2038139"/>
                  <a:gd name="connsiteX25" fmla="*/ 272333 w 2128916"/>
                  <a:gd name="connsiteY25" fmla="*/ 1312175 h 2038139"/>
                  <a:gd name="connsiteX26" fmla="*/ 14079 w 2128916"/>
                  <a:gd name="connsiteY26" fmla="*/ 1238154 h 2038139"/>
                  <a:gd name="connsiteX27" fmla="*/ 0 w 2128916"/>
                  <a:gd name="connsiteY27" fmla="*/ 884026 h 2038139"/>
                  <a:gd name="connsiteX28" fmla="*/ 251518 w 2128916"/>
                  <a:gd name="connsiteY28" fmla="*/ 789707 h 2038139"/>
                  <a:gd name="connsiteX29" fmla="*/ 287881 w 2128916"/>
                  <a:gd name="connsiteY29" fmla="*/ 768373 h 2038139"/>
                  <a:gd name="connsiteX30" fmla="*/ 417440 w 2128916"/>
                  <a:gd name="connsiteY30" fmla="*/ 521778 h 2038139"/>
                  <a:gd name="connsiteX31" fmla="*/ 414417 w 2128916"/>
                  <a:gd name="connsiteY31" fmla="*/ 479715 h 2038139"/>
                  <a:gd name="connsiteX32" fmla="*/ 349465 w 2128916"/>
                  <a:gd name="connsiteY32" fmla="*/ 219042 h 2038139"/>
                  <a:gd name="connsiteX33" fmla="*/ 649092 w 2128916"/>
                  <a:gd name="connsiteY33" fmla="*/ 29799 h 2038139"/>
                  <a:gd name="connsiteX34" fmla="*/ 856559 w 2128916"/>
                  <a:gd name="connsiteY34" fmla="*/ 200471 h 2038139"/>
                  <a:gd name="connsiteX35" fmla="*/ 893267 w 2128916"/>
                  <a:gd name="connsiteY35" fmla="*/ 221287 h 2038139"/>
                  <a:gd name="connsiteX36" fmla="*/ 1171733 w 2128916"/>
                  <a:gd name="connsiteY36" fmla="*/ 210232 h 2038139"/>
                  <a:gd name="connsiteX37" fmla="*/ 755503 w 2128916"/>
                  <a:gd name="connsiteY37" fmla="*/ 856732 h 2038139"/>
                  <a:gd name="connsiteX38" fmla="*/ 902077 w 2128916"/>
                  <a:gd name="connsiteY38" fmla="*/ 1328068 h 2038139"/>
                  <a:gd name="connsiteX39" fmla="*/ 1373414 w 2128916"/>
                  <a:gd name="connsiteY39" fmla="*/ 1181494 h 2038139"/>
                  <a:gd name="connsiteX40" fmla="*/ 1226839 w 2128916"/>
                  <a:gd name="connsiteY40" fmla="*/ 710157 h 2038139"/>
                  <a:gd name="connsiteX41" fmla="*/ 755503 w 2128916"/>
                  <a:gd name="connsiteY41" fmla="*/ 856732 h 2038139"/>
                  <a:gd name="connsiteX42" fmla="*/ 557363 w 2128916"/>
                  <a:gd name="connsiteY42" fmla="*/ 752566 h 2038139"/>
                  <a:gd name="connsiteX43" fmla="*/ 797998 w 2128916"/>
                  <a:gd name="connsiteY43" fmla="*/ 1526207 h 2038139"/>
                  <a:gd name="connsiteX44" fmla="*/ 1571640 w 2128916"/>
                  <a:gd name="connsiteY44" fmla="*/ 1285573 h 2038139"/>
                  <a:gd name="connsiteX45" fmla="*/ 1331005 w 2128916"/>
                  <a:gd name="connsiteY45" fmla="*/ 511932 h 2038139"/>
                  <a:gd name="connsiteX46" fmla="*/ 557363 w 2128916"/>
                  <a:gd name="connsiteY46" fmla="*/ 752566 h 2038139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2128916" h="2038139">
                    <a:moveTo>
                      <a:pt x="1171733" y="210232"/>
                    </a:moveTo>
                    <a:cubicBezTo>
                      <a:pt x="1186935" y="209627"/>
                      <a:pt x="1200495" y="200471"/>
                      <a:pt x="1206628" y="186565"/>
                    </a:cubicBezTo>
                    <a:cubicBezTo>
                      <a:pt x="1236945" y="118503"/>
                      <a:pt x="1341715" y="35672"/>
                      <a:pt x="1399844" y="0"/>
                    </a:cubicBezTo>
                    <a:lnTo>
                      <a:pt x="1713550" y="164886"/>
                    </a:lnTo>
                    <a:cubicBezTo>
                      <a:pt x="1717091" y="233034"/>
                      <a:pt x="1708367" y="366307"/>
                      <a:pt x="1669500" y="429878"/>
                    </a:cubicBezTo>
                    <a:cubicBezTo>
                      <a:pt x="1661553" y="442834"/>
                      <a:pt x="1661726" y="459244"/>
                      <a:pt x="1669759" y="472028"/>
                    </a:cubicBezTo>
                    <a:lnTo>
                      <a:pt x="1818579" y="707566"/>
                    </a:lnTo>
                    <a:cubicBezTo>
                      <a:pt x="1826698" y="720436"/>
                      <a:pt x="1841468" y="727518"/>
                      <a:pt x="1856583" y="725964"/>
                    </a:cubicBezTo>
                    <a:cubicBezTo>
                      <a:pt x="1930691" y="718190"/>
                      <a:pt x="2054809" y="767509"/>
                      <a:pt x="2114838" y="799985"/>
                    </a:cubicBezTo>
                    <a:lnTo>
                      <a:pt x="2128917" y="1154113"/>
                    </a:lnTo>
                    <a:cubicBezTo>
                      <a:pt x="2071651" y="1191254"/>
                      <a:pt x="1951939" y="1250333"/>
                      <a:pt x="1877399" y="1248433"/>
                    </a:cubicBezTo>
                    <a:cubicBezTo>
                      <a:pt x="1862197" y="1248087"/>
                      <a:pt x="1848118" y="1256379"/>
                      <a:pt x="1841036" y="1269767"/>
                    </a:cubicBezTo>
                    <a:lnTo>
                      <a:pt x="1711477" y="1516361"/>
                    </a:lnTo>
                    <a:cubicBezTo>
                      <a:pt x="1704395" y="1529835"/>
                      <a:pt x="1705603" y="1546160"/>
                      <a:pt x="1714500" y="1558424"/>
                    </a:cubicBezTo>
                    <a:cubicBezTo>
                      <a:pt x="1758291" y="1618713"/>
                      <a:pt x="1777638" y="1750863"/>
                      <a:pt x="1779452" y="1819097"/>
                    </a:cubicBezTo>
                    <a:lnTo>
                      <a:pt x="1479825" y="2008340"/>
                    </a:lnTo>
                    <a:cubicBezTo>
                      <a:pt x="1419018" y="1977332"/>
                      <a:pt x="1308030" y="1903138"/>
                      <a:pt x="1272358" y="1837668"/>
                    </a:cubicBezTo>
                    <a:cubicBezTo>
                      <a:pt x="1265102" y="1824367"/>
                      <a:pt x="1250851" y="1816247"/>
                      <a:pt x="1235649" y="1816852"/>
                    </a:cubicBezTo>
                    <a:lnTo>
                      <a:pt x="957270" y="1827908"/>
                    </a:lnTo>
                    <a:cubicBezTo>
                      <a:pt x="942068" y="1828512"/>
                      <a:pt x="928508" y="1837754"/>
                      <a:pt x="922375" y="1851574"/>
                    </a:cubicBezTo>
                    <a:cubicBezTo>
                      <a:pt x="892058" y="1919635"/>
                      <a:pt x="787288" y="2002467"/>
                      <a:pt x="729159" y="2038139"/>
                    </a:cubicBezTo>
                    <a:lnTo>
                      <a:pt x="415453" y="1873253"/>
                    </a:lnTo>
                    <a:cubicBezTo>
                      <a:pt x="411912" y="1805105"/>
                      <a:pt x="420636" y="1671832"/>
                      <a:pt x="459503" y="1608262"/>
                    </a:cubicBezTo>
                    <a:cubicBezTo>
                      <a:pt x="467450" y="1595306"/>
                      <a:pt x="467277" y="1578895"/>
                      <a:pt x="459158" y="1566112"/>
                    </a:cubicBezTo>
                    <a:lnTo>
                      <a:pt x="310337" y="1330573"/>
                    </a:lnTo>
                    <a:cubicBezTo>
                      <a:pt x="302218" y="1317703"/>
                      <a:pt x="287448" y="1310621"/>
                      <a:pt x="272333" y="1312175"/>
                    </a:cubicBezTo>
                    <a:cubicBezTo>
                      <a:pt x="198226" y="1319949"/>
                      <a:pt x="74108" y="1270630"/>
                      <a:pt x="14079" y="1238154"/>
                    </a:cubicBezTo>
                    <a:lnTo>
                      <a:pt x="0" y="884026"/>
                    </a:lnTo>
                    <a:cubicBezTo>
                      <a:pt x="57265" y="846885"/>
                      <a:pt x="176978" y="787806"/>
                      <a:pt x="251518" y="789707"/>
                    </a:cubicBezTo>
                    <a:cubicBezTo>
                      <a:pt x="266719" y="790052"/>
                      <a:pt x="280798" y="781760"/>
                      <a:pt x="287881" y="768373"/>
                    </a:cubicBezTo>
                    <a:lnTo>
                      <a:pt x="417440" y="521778"/>
                    </a:lnTo>
                    <a:cubicBezTo>
                      <a:pt x="424522" y="508304"/>
                      <a:pt x="423313" y="491980"/>
                      <a:pt x="414417" y="479715"/>
                    </a:cubicBezTo>
                    <a:cubicBezTo>
                      <a:pt x="370625" y="419426"/>
                      <a:pt x="351364" y="287276"/>
                      <a:pt x="349465" y="219042"/>
                    </a:cubicBezTo>
                    <a:lnTo>
                      <a:pt x="649092" y="29799"/>
                    </a:lnTo>
                    <a:cubicBezTo>
                      <a:pt x="709898" y="60807"/>
                      <a:pt x="820887" y="135001"/>
                      <a:pt x="856559" y="200471"/>
                    </a:cubicBezTo>
                    <a:cubicBezTo>
                      <a:pt x="863814" y="213773"/>
                      <a:pt x="878066" y="221892"/>
                      <a:pt x="893267" y="221287"/>
                    </a:cubicBezTo>
                    <a:lnTo>
                      <a:pt x="1171733" y="210232"/>
                    </a:lnTo>
                    <a:close/>
                    <a:moveTo>
                      <a:pt x="755503" y="856732"/>
                    </a:moveTo>
                    <a:cubicBezTo>
                      <a:pt x="665848" y="1027405"/>
                      <a:pt x="731491" y="1238413"/>
                      <a:pt x="902077" y="1328068"/>
                    </a:cubicBezTo>
                    <a:cubicBezTo>
                      <a:pt x="1072750" y="1417723"/>
                      <a:pt x="1283759" y="1352080"/>
                      <a:pt x="1373414" y="1181494"/>
                    </a:cubicBezTo>
                    <a:cubicBezTo>
                      <a:pt x="1463069" y="1010821"/>
                      <a:pt x="1397425" y="799812"/>
                      <a:pt x="1226839" y="710157"/>
                    </a:cubicBezTo>
                    <a:cubicBezTo>
                      <a:pt x="1056166" y="620416"/>
                      <a:pt x="845158" y="686059"/>
                      <a:pt x="755503" y="856732"/>
                    </a:cubicBezTo>
                    <a:close/>
                    <a:moveTo>
                      <a:pt x="557363" y="752566"/>
                    </a:moveTo>
                    <a:cubicBezTo>
                      <a:pt x="410184" y="1032673"/>
                      <a:pt x="517891" y="1379028"/>
                      <a:pt x="797998" y="1526207"/>
                    </a:cubicBezTo>
                    <a:cubicBezTo>
                      <a:pt x="1078105" y="1673387"/>
                      <a:pt x="1424460" y="1565680"/>
                      <a:pt x="1571640" y="1285573"/>
                    </a:cubicBezTo>
                    <a:cubicBezTo>
                      <a:pt x="1718819" y="1005466"/>
                      <a:pt x="1611111" y="659111"/>
                      <a:pt x="1331005" y="511932"/>
                    </a:cubicBezTo>
                    <a:cubicBezTo>
                      <a:pt x="1050898" y="364752"/>
                      <a:pt x="704543" y="472459"/>
                      <a:pt x="557363" y="752566"/>
                    </a:cubicBezTo>
                    <a:close/>
                  </a:path>
                </a:pathLst>
              </a:custGeom>
              <a:solidFill>
                <a:srgbClr val="F7CC7F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39" name="" descr="b1a5e207-ae7f-4982-888d-63225dab1295"/>
              <p:cNvGrpSpPr/>
              <p:nvPr/>
            </p:nvGrpSpPr>
            <p:grpSpPr>
              <a:xfrm>
                <a:off x="1553315" y="2854760"/>
                <a:ext cx="1601863" cy="3965926"/>
                <a:chOff x="1553315" y="2854760"/>
                <a:chExt cx="1601863" cy="3965926"/>
              </a:xfrm>
            </p:grpSpPr>
            <p:grpSp>
              <p:nvGrpSpPr>
                <p:cNvPr id="40" name="" descr="0506502a-8667-48f2-b649-82346a288e2b"/>
                <p:cNvGrpSpPr/>
                <p:nvPr/>
              </p:nvGrpSpPr>
              <p:grpSpPr>
                <a:xfrm>
                  <a:off x="1800758" y="4673631"/>
                  <a:ext cx="913285" cy="2141787"/>
                  <a:chOff x="1800758" y="4673631"/>
                  <a:chExt cx="913285" cy="2141787"/>
                </a:xfrm>
              </p:grpSpPr>
              <p:sp>
                <p:nvSpPr>
                  <p:cNvPr id="41" name="" descr="95571485-8242-4b60-92dc-aaae82216fc9"/>
                  <p:cNvSpPr/>
                  <p:nvPr/>
                </p:nvSpPr>
                <p:spPr>
                  <a:xfrm>
                    <a:off x="1800763" y="6463794"/>
                    <a:ext cx="209457" cy="347436"/>
                  </a:xfrm>
                  <a:custGeom>
                    <a:gdLst>
                      <a:gd name="connsiteX0" fmla="*/ 102442 w 209457"/>
                      <a:gd name="connsiteY0" fmla="*/ 0 h 347436"/>
                      <a:gd name="connsiteX1" fmla="*/ 58478 w 209457"/>
                      <a:gd name="connsiteY1" fmla="*/ 154435 h 347436"/>
                      <a:gd name="connsiteX2" fmla="*/ 5704 w 209457"/>
                      <a:gd name="connsiteY2" fmla="*/ 314915 h 347436"/>
                      <a:gd name="connsiteX3" fmla="*/ 40512 w 209457"/>
                      <a:gd name="connsiteY3" fmla="*/ 343332 h 347436"/>
                      <a:gd name="connsiteX4" fmla="*/ 151242 w 209457"/>
                      <a:gd name="connsiteY4" fmla="*/ 289176 h 347436"/>
                      <a:gd name="connsiteX5" fmla="*/ 173008 w 209457"/>
                      <a:gd name="connsiteY5" fmla="*/ 189675 h 347436"/>
                      <a:gd name="connsiteX6" fmla="*/ 209458 w 209457"/>
                      <a:gd name="connsiteY6" fmla="*/ 29799 h 347436"/>
                      <a:gd name="connsiteX7" fmla="*/ 102442 w 209457"/>
                      <a:gd name="connsiteY7" fmla="*/ 0 h 347436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09457" h="347436">
                        <a:moveTo>
                          <a:pt x="102442" y="0"/>
                        </a:moveTo>
                        <a:cubicBezTo>
                          <a:pt x="102442" y="0"/>
                          <a:pt x="90090" y="130509"/>
                          <a:pt x="58478" y="154435"/>
                        </a:cubicBezTo>
                        <a:cubicBezTo>
                          <a:pt x="26779" y="178360"/>
                          <a:pt x="-15457" y="267065"/>
                          <a:pt x="5704" y="314915"/>
                        </a:cubicBezTo>
                        <a:cubicBezTo>
                          <a:pt x="12268" y="329858"/>
                          <a:pt x="25484" y="338581"/>
                          <a:pt x="40512" y="343332"/>
                        </a:cubicBezTo>
                        <a:cubicBezTo>
                          <a:pt x="84994" y="357584"/>
                          <a:pt x="132327" y="333572"/>
                          <a:pt x="151242" y="289176"/>
                        </a:cubicBezTo>
                        <a:cubicBezTo>
                          <a:pt x="161866" y="264387"/>
                          <a:pt x="171108" y="231307"/>
                          <a:pt x="173008" y="189675"/>
                        </a:cubicBezTo>
                        <a:cubicBezTo>
                          <a:pt x="177759" y="83695"/>
                          <a:pt x="209458" y="29799"/>
                          <a:pt x="209458" y="29799"/>
                        </a:cubicBezTo>
                        <a:lnTo>
                          <a:pt x="102442" y="0"/>
                        </a:ln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" name="" descr="75582018-7737-4610-b919-b5ac04a58ff2"/>
                  <p:cNvSpPr/>
                  <p:nvPr/>
                </p:nvSpPr>
                <p:spPr>
                  <a:xfrm>
                    <a:off x="2371415" y="6517259"/>
                    <a:ext cx="321779" cy="297904"/>
                  </a:xfrm>
                  <a:custGeom>
                    <a:gdLst>
                      <a:gd name="connsiteX0" fmla="*/ 18414 w 321779"/>
                      <a:gd name="connsiteY0" fmla="*/ 0 h 297904"/>
                      <a:gd name="connsiteX1" fmla="*/ 20314 w 321779"/>
                      <a:gd name="connsiteY1" fmla="*/ 174473 h 297904"/>
                      <a:gd name="connsiteX2" fmla="*/ 2867 w 321779"/>
                      <a:gd name="connsiteY2" fmla="*/ 266115 h 297904"/>
                      <a:gd name="connsiteX3" fmla="*/ 26619 w 321779"/>
                      <a:gd name="connsiteY3" fmla="*/ 293063 h 297904"/>
                      <a:gd name="connsiteX4" fmla="*/ 313895 w 321779"/>
                      <a:gd name="connsiteY4" fmla="*/ 297900 h 297904"/>
                      <a:gd name="connsiteX5" fmla="*/ 306554 w 321779"/>
                      <a:gd name="connsiteY5" fmla="*/ 278034 h 297904"/>
                      <a:gd name="connsiteX6" fmla="*/ 203252 w 321779"/>
                      <a:gd name="connsiteY6" fmla="*/ 218523 h 297904"/>
                      <a:gd name="connsiteX7" fmla="*/ 177599 w 321779"/>
                      <a:gd name="connsiteY7" fmla="*/ 202371 h 297904"/>
                      <a:gd name="connsiteX8" fmla="*/ 136486 w 321779"/>
                      <a:gd name="connsiteY8" fmla="*/ 164540 h 297904"/>
                      <a:gd name="connsiteX9" fmla="*/ 114029 w 321779"/>
                      <a:gd name="connsiteY9" fmla="*/ 24702 h 297904"/>
                      <a:gd name="connsiteX10" fmla="*/ 18414 w 321779"/>
                      <a:gd name="connsiteY10" fmla="*/ 0 h 29790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21779" h="297904">
                        <a:moveTo>
                          <a:pt x="18414" y="0"/>
                        </a:moveTo>
                        <a:cubicBezTo>
                          <a:pt x="18414" y="0"/>
                          <a:pt x="28433" y="131632"/>
                          <a:pt x="20314" y="174473"/>
                        </a:cubicBezTo>
                        <a:cubicBezTo>
                          <a:pt x="15996" y="197362"/>
                          <a:pt x="-8189" y="244521"/>
                          <a:pt x="2867" y="266115"/>
                        </a:cubicBezTo>
                        <a:cubicBezTo>
                          <a:pt x="13923" y="287708"/>
                          <a:pt x="26619" y="293063"/>
                          <a:pt x="26619" y="293063"/>
                        </a:cubicBezTo>
                        <a:lnTo>
                          <a:pt x="313895" y="297900"/>
                        </a:lnTo>
                        <a:cubicBezTo>
                          <a:pt x="329529" y="298159"/>
                          <a:pt x="319164" y="287708"/>
                          <a:pt x="306554" y="278034"/>
                        </a:cubicBezTo>
                        <a:cubicBezTo>
                          <a:pt x="285911" y="262228"/>
                          <a:pt x="269241" y="251777"/>
                          <a:pt x="203252" y="218523"/>
                        </a:cubicBezTo>
                        <a:cubicBezTo>
                          <a:pt x="198933" y="216364"/>
                          <a:pt x="183300" y="205999"/>
                          <a:pt x="177599" y="202371"/>
                        </a:cubicBezTo>
                        <a:cubicBezTo>
                          <a:pt x="163261" y="193302"/>
                          <a:pt x="148923" y="178965"/>
                          <a:pt x="136486" y="164540"/>
                        </a:cubicBezTo>
                        <a:cubicBezTo>
                          <a:pt x="115842" y="140615"/>
                          <a:pt x="114029" y="24702"/>
                          <a:pt x="114029" y="24702"/>
                        </a:cubicBezTo>
                        <a:lnTo>
                          <a:pt x="18414" y="0"/>
                        </a:ln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" name="" descr="575c3ee7-7666-4462-a07d-9d7b16290493"/>
                  <p:cNvSpPr/>
                  <p:nvPr/>
                </p:nvSpPr>
                <p:spPr>
                  <a:xfrm>
                    <a:off x="2340027" y="4734179"/>
                    <a:ext cx="294887" cy="1833435"/>
                  </a:xfrm>
                  <a:custGeom>
                    <a:gdLst>
                      <a:gd name="connsiteX0" fmla="*/ 274372 w 294887"/>
                      <a:gd name="connsiteY0" fmla="*/ 32994 h 1833435"/>
                      <a:gd name="connsiteX1" fmla="*/ 286809 w 294887"/>
                      <a:gd name="connsiteY1" fmla="*/ 386864 h 1833435"/>
                      <a:gd name="connsiteX2" fmla="*/ 149045 w 294887"/>
                      <a:gd name="connsiteY2" fmla="*/ 1826008 h 1833435"/>
                      <a:gd name="connsiteX3" fmla="*/ 22336 w 294887"/>
                      <a:gd name="connsiteY3" fmla="*/ 1833436 h 1833435"/>
                      <a:gd name="connsiteX4" fmla="*/ 570 w 294887"/>
                      <a:gd name="connsiteY4" fmla="*/ 1215352 h 1833435"/>
                      <a:gd name="connsiteX5" fmla="*/ 42892 w 294887"/>
                      <a:gd name="connsiteY5" fmla="*/ 1013585 h 1833435"/>
                      <a:gd name="connsiteX6" fmla="*/ 30282 w 294887"/>
                      <a:gd name="connsiteY6" fmla="*/ 575502 h 1833435"/>
                      <a:gd name="connsiteX7" fmla="*/ 190158 w 294887"/>
                      <a:gd name="connsiteY7" fmla="*/ 0 h 1833435"/>
                      <a:gd name="connsiteX8" fmla="*/ 274372 w 294887"/>
                      <a:gd name="connsiteY8" fmla="*/ 32994 h 1833435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94887" h="1833435">
                        <a:moveTo>
                          <a:pt x="274372" y="32994"/>
                        </a:moveTo>
                        <a:cubicBezTo>
                          <a:pt x="274372" y="32994"/>
                          <a:pt x="310562" y="246767"/>
                          <a:pt x="286809" y="386864"/>
                        </a:cubicBezTo>
                        <a:cubicBezTo>
                          <a:pt x="263057" y="526961"/>
                          <a:pt x="149045" y="1826008"/>
                          <a:pt x="149045" y="1826008"/>
                        </a:cubicBezTo>
                        <a:lnTo>
                          <a:pt x="22336" y="1833436"/>
                        </a:lnTo>
                        <a:cubicBezTo>
                          <a:pt x="22336" y="1833436"/>
                          <a:pt x="-4181" y="1290842"/>
                          <a:pt x="570" y="1215352"/>
                        </a:cubicBezTo>
                        <a:cubicBezTo>
                          <a:pt x="5320" y="1139862"/>
                          <a:pt x="42892" y="1013585"/>
                          <a:pt x="42892" y="1013585"/>
                        </a:cubicBezTo>
                        <a:lnTo>
                          <a:pt x="30282" y="575502"/>
                        </a:lnTo>
                        <a:lnTo>
                          <a:pt x="190158" y="0"/>
                        </a:lnTo>
                        <a:lnTo>
                          <a:pt x="274372" y="32994"/>
                        </a:lnTo>
                        <a:close/>
                      </a:path>
                    </a:pathLst>
                  </a:custGeom>
                  <a:solidFill>
                    <a:srgbClr val="35538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" name="" descr="beb79785-4caf-4488-99d6-2f16e402c4ba"/>
                  <p:cNvSpPr/>
                  <p:nvPr/>
                </p:nvSpPr>
                <p:spPr>
                  <a:xfrm>
                    <a:off x="1887398" y="4673631"/>
                    <a:ext cx="710934" cy="1838013"/>
                  </a:xfrm>
                  <a:custGeom>
                    <a:gdLst>
                      <a:gd name="connsiteX0" fmla="*/ 354647 w 710934"/>
                      <a:gd name="connsiteY0" fmla="*/ 48628 h 1838013"/>
                      <a:gd name="connsiteX1" fmla="*/ 231134 w 710934"/>
                      <a:gd name="connsiteY1" fmla="*/ 334263 h 1838013"/>
                      <a:gd name="connsiteX2" fmla="*/ 202890 w 710934"/>
                      <a:gd name="connsiteY2" fmla="*/ 1030687 h 1838013"/>
                      <a:gd name="connsiteX3" fmla="*/ 70135 w 710934"/>
                      <a:gd name="connsiteY3" fmla="*/ 1382742 h 1838013"/>
                      <a:gd name="connsiteX4" fmla="*/ 0 w 710934"/>
                      <a:gd name="connsiteY4" fmla="*/ 1811929 h 1838013"/>
                      <a:gd name="connsiteX5" fmla="*/ 126623 w 710934"/>
                      <a:gd name="connsiteY5" fmla="*/ 1838014 h 1838013"/>
                      <a:gd name="connsiteX6" fmla="*/ 420895 w 710934"/>
                      <a:gd name="connsiteY6" fmla="*/ 1062300 h 1838013"/>
                      <a:gd name="connsiteX7" fmla="*/ 651769 w 710934"/>
                      <a:gd name="connsiteY7" fmla="*/ 361125 h 1838013"/>
                      <a:gd name="connsiteX8" fmla="*/ 710935 w 710934"/>
                      <a:gd name="connsiteY8" fmla="*/ 0 h 1838013"/>
                      <a:gd name="connsiteX9" fmla="*/ 354647 w 710934"/>
                      <a:gd name="connsiteY9" fmla="*/ 48628 h 183801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710934" h="1838012">
                        <a:moveTo>
                          <a:pt x="354647" y="48628"/>
                        </a:moveTo>
                        <a:cubicBezTo>
                          <a:pt x="354647" y="48628"/>
                          <a:pt x="254886" y="204963"/>
                          <a:pt x="231134" y="334263"/>
                        </a:cubicBezTo>
                        <a:cubicBezTo>
                          <a:pt x="207381" y="463650"/>
                          <a:pt x="248581" y="861137"/>
                          <a:pt x="202890" y="1030687"/>
                        </a:cubicBezTo>
                        <a:cubicBezTo>
                          <a:pt x="178187" y="1122501"/>
                          <a:pt x="84386" y="1264153"/>
                          <a:pt x="70135" y="1382742"/>
                        </a:cubicBezTo>
                        <a:cubicBezTo>
                          <a:pt x="55883" y="1501332"/>
                          <a:pt x="0" y="1811929"/>
                          <a:pt x="0" y="1811929"/>
                        </a:cubicBezTo>
                        <a:lnTo>
                          <a:pt x="126623" y="1838014"/>
                        </a:lnTo>
                        <a:lnTo>
                          <a:pt x="420895" y="1062300"/>
                        </a:lnTo>
                        <a:lnTo>
                          <a:pt x="651769" y="361125"/>
                        </a:lnTo>
                        <a:lnTo>
                          <a:pt x="710935" y="0"/>
                        </a:lnTo>
                        <a:lnTo>
                          <a:pt x="354647" y="48628"/>
                        </a:lnTo>
                        <a:close/>
                      </a:path>
                    </a:pathLst>
                  </a:custGeom>
                  <a:solidFill>
                    <a:srgbClr val="466EB6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" name="" descr="3d72e60c-e63f-44d1-982c-4ea345151b64"/>
                  <p:cNvSpPr/>
                  <p:nvPr/>
                </p:nvSpPr>
                <p:spPr>
                  <a:xfrm>
                    <a:off x="1800758" y="6669361"/>
                    <a:ext cx="159884" cy="143343"/>
                  </a:xfrm>
                  <a:custGeom>
                    <a:gdLst>
                      <a:gd name="connsiteX0" fmla="*/ 159884 w 159884"/>
                      <a:gd name="connsiteY0" fmla="*/ 60375 h 143343"/>
                      <a:gd name="connsiteX1" fmla="*/ 21083 w 159884"/>
                      <a:gd name="connsiteY1" fmla="*/ 0 h 143343"/>
                      <a:gd name="connsiteX2" fmla="*/ 5709 w 159884"/>
                      <a:gd name="connsiteY2" fmla="*/ 109435 h 143343"/>
                      <a:gd name="connsiteX3" fmla="*/ 74202 w 159884"/>
                      <a:gd name="connsiteY3" fmla="*/ 143293 h 143343"/>
                      <a:gd name="connsiteX4" fmla="*/ 141400 w 159884"/>
                      <a:gd name="connsiteY4" fmla="*/ 104252 h 143343"/>
                      <a:gd name="connsiteX5" fmla="*/ 159884 w 159884"/>
                      <a:gd name="connsiteY5" fmla="*/ 60375 h 14334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59884" h="143343">
                        <a:moveTo>
                          <a:pt x="159884" y="60375"/>
                        </a:moveTo>
                        <a:cubicBezTo>
                          <a:pt x="90872" y="73503"/>
                          <a:pt x="44922" y="31440"/>
                          <a:pt x="21083" y="0"/>
                        </a:cubicBezTo>
                        <a:cubicBezTo>
                          <a:pt x="3549" y="35672"/>
                          <a:pt x="-7247" y="80154"/>
                          <a:pt x="5709" y="109435"/>
                        </a:cubicBezTo>
                        <a:cubicBezTo>
                          <a:pt x="17110" y="135260"/>
                          <a:pt x="48031" y="142256"/>
                          <a:pt x="74202" y="143293"/>
                        </a:cubicBezTo>
                        <a:cubicBezTo>
                          <a:pt x="101842" y="144329"/>
                          <a:pt x="127667" y="129300"/>
                          <a:pt x="141400" y="104252"/>
                        </a:cubicBezTo>
                        <a:cubicBezTo>
                          <a:pt x="147706" y="92505"/>
                          <a:pt x="154356" y="77908"/>
                          <a:pt x="159884" y="60375"/>
                        </a:cubicBezTo>
                        <a:close/>
                      </a:path>
                    </a:pathLst>
                  </a:custGeom>
                  <a:solidFill>
                    <a:srgbClr val="3C8F7C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" name="" descr="ae314292-393d-49de-a9d2-b8e2ec021e62"/>
                  <p:cNvSpPr/>
                  <p:nvPr/>
                </p:nvSpPr>
                <p:spPr>
                  <a:xfrm>
                    <a:off x="2370864" y="6712893"/>
                    <a:ext cx="343179" cy="102525"/>
                  </a:xfrm>
                  <a:custGeom>
                    <a:gdLst>
                      <a:gd name="connsiteX0" fmla="*/ 178236 w 343179"/>
                      <a:gd name="connsiteY0" fmla="*/ 6650 h 102525"/>
                      <a:gd name="connsiteX1" fmla="*/ 14732 w 343179"/>
                      <a:gd name="connsiteY1" fmla="*/ 0 h 102525"/>
                      <a:gd name="connsiteX2" fmla="*/ 1604 w 343179"/>
                      <a:gd name="connsiteY2" fmla="*/ 71171 h 102525"/>
                      <a:gd name="connsiteX3" fmla="*/ 27256 w 343179"/>
                      <a:gd name="connsiteY3" fmla="*/ 99069 h 102525"/>
                      <a:gd name="connsiteX4" fmla="*/ 334398 w 343179"/>
                      <a:gd name="connsiteY4" fmla="*/ 102524 h 102525"/>
                      <a:gd name="connsiteX5" fmla="*/ 341135 w 343179"/>
                      <a:gd name="connsiteY5" fmla="*/ 87755 h 102525"/>
                      <a:gd name="connsiteX6" fmla="*/ 178236 w 343179"/>
                      <a:gd name="connsiteY6" fmla="*/ 6650 h 102525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43179" h="102524">
                        <a:moveTo>
                          <a:pt x="178236" y="6650"/>
                        </a:moveTo>
                        <a:cubicBezTo>
                          <a:pt x="102228" y="26948"/>
                          <a:pt x="46086" y="13128"/>
                          <a:pt x="14732" y="0"/>
                        </a:cubicBezTo>
                        <a:cubicBezTo>
                          <a:pt x="6613" y="23925"/>
                          <a:pt x="-4097" y="53897"/>
                          <a:pt x="1604" y="71171"/>
                        </a:cubicBezTo>
                        <a:cubicBezTo>
                          <a:pt x="8600" y="92333"/>
                          <a:pt x="18533" y="98897"/>
                          <a:pt x="27256" y="99069"/>
                        </a:cubicBezTo>
                        <a:cubicBezTo>
                          <a:pt x="96614" y="100970"/>
                          <a:pt x="281452" y="101833"/>
                          <a:pt x="334398" y="102524"/>
                        </a:cubicBezTo>
                        <a:cubicBezTo>
                          <a:pt x="341826" y="102611"/>
                          <a:pt x="345886" y="93628"/>
                          <a:pt x="341135" y="87755"/>
                        </a:cubicBezTo>
                        <a:cubicBezTo>
                          <a:pt x="327920" y="71430"/>
                          <a:pt x="183850" y="10278"/>
                          <a:pt x="178236" y="6650"/>
                        </a:cubicBezTo>
                        <a:close/>
                      </a:path>
                    </a:pathLst>
                  </a:custGeom>
                  <a:solidFill>
                    <a:srgbClr val="3C8F7C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9" name="" descr="efed5706-46b3-4c6c-bcac-cb4ce3bb49df"/>
                <p:cNvSpPr/>
                <p:nvPr/>
              </p:nvSpPr>
              <p:spPr>
                <a:xfrm>
                  <a:off x="1721994" y="3395576"/>
                  <a:ext cx="911744" cy="1067750"/>
                </a:xfrm>
                <a:custGeom>
                  <a:gdLst>
                    <a:gd name="connsiteX0" fmla="*/ 904410 w 911744"/>
                    <a:gd name="connsiteY0" fmla="*/ 203232 h 1067750"/>
                    <a:gd name="connsiteX1" fmla="*/ 611174 w 911744"/>
                    <a:gd name="connsiteY1" fmla="*/ 22713 h 1067750"/>
                    <a:gd name="connsiteX2" fmla="*/ 516423 w 911744"/>
                    <a:gd name="connsiteY2" fmla="*/ 98635 h 1067750"/>
                    <a:gd name="connsiteX3" fmla="*/ 380299 w 911744"/>
                    <a:gd name="connsiteY3" fmla="*/ 341601 h 1067750"/>
                    <a:gd name="connsiteX4" fmla="*/ 114617 w 911744"/>
                    <a:gd name="connsiteY4" fmla="*/ 441016 h 1067750"/>
                    <a:gd name="connsiteX5" fmla="*/ 0 w 911744"/>
                    <a:gd name="connsiteY5" fmla="*/ 680010 h 1067750"/>
                    <a:gd name="connsiteX6" fmla="*/ 116171 w 911744"/>
                    <a:gd name="connsiteY6" fmla="*/ 992680 h 1067750"/>
                    <a:gd name="connsiteX7" fmla="*/ 445770 w 911744"/>
                    <a:gd name="connsiteY7" fmla="*/ 1053227 h 1067750"/>
                    <a:gd name="connsiteX8" fmla="*/ 722595 w 911744"/>
                    <a:gd name="connsiteY8" fmla="*/ 852669 h 1067750"/>
                    <a:gd name="connsiteX9" fmla="*/ 874870 w 911744"/>
                    <a:gd name="connsiteY9" fmla="*/ 546218 h 1067750"/>
                    <a:gd name="connsiteX10" fmla="*/ 904410 w 911744"/>
                    <a:gd name="connsiteY10" fmla="*/ 203232 h 106775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11744" h="1067750">
                      <a:moveTo>
                        <a:pt x="904410" y="203232"/>
                      </a:moveTo>
                      <a:cubicBezTo>
                        <a:pt x="881953" y="56917"/>
                        <a:pt x="749630" y="-48285"/>
                        <a:pt x="611174" y="22713"/>
                      </a:cubicBezTo>
                      <a:cubicBezTo>
                        <a:pt x="580080" y="38692"/>
                        <a:pt x="537930" y="71082"/>
                        <a:pt x="516423" y="98635"/>
                      </a:cubicBezTo>
                      <a:cubicBezTo>
                        <a:pt x="457258" y="174556"/>
                        <a:pt x="442920" y="268616"/>
                        <a:pt x="380299" y="341601"/>
                      </a:cubicBezTo>
                      <a:cubicBezTo>
                        <a:pt x="326230" y="404567"/>
                        <a:pt x="181988" y="392648"/>
                        <a:pt x="114617" y="441016"/>
                      </a:cubicBezTo>
                      <a:cubicBezTo>
                        <a:pt x="47246" y="489385"/>
                        <a:pt x="0" y="576190"/>
                        <a:pt x="0" y="680010"/>
                      </a:cubicBezTo>
                      <a:cubicBezTo>
                        <a:pt x="0" y="796095"/>
                        <a:pt x="26171" y="919263"/>
                        <a:pt x="116171" y="992680"/>
                      </a:cubicBezTo>
                      <a:cubicBezTo>
                        <a:pt x="206085" y="1066096"/>
                        <a:pt x="333917" y="1084321"/>
                        <a:pt x="445770" y="1053227"/>
                      </a:cubicBezTo>
                      <a:cubicBezTo>
                        <a:pt x="557623" y="1022133"/>
                        <a:pt x="653583" y="945952"/>
                        <a:pt x="722595" y="852669"/>
                      </a:cubicBezTo>
                      <a:cubicBezTo>
                        <a:pt x="791693" y="759386"/>
                        <a:pt x="840494" y="657121"/>
                        <a:pt x="874870" y="546218"/>
                      </a:cubicBezTo>
                      <a:cubicBezTo>
                        <a:pt x="913306" y="422533"/>
                        <a:pt x="918920" y="297810"/>
                        <a:pt x="904410" y="203232"/>
                      </a:cubicBezTo>
                      <a:close/>
                    </a:path>
                  </a:pathLst>
                </a:custGeom>
                <a:solidFill>
                  <a:srgbClr val="184655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" descr="f635c305-2776-4b64-814b-b1d196ffc160"/>
                <p:cNvSpPr/>
                <p:nvPr/>
              </p:nvSpPr>
              <p:spPr>
                <a:xfrm>
                  <a:off x="1553315" y="2854760"/>
                  <a:ext cx="566599" cy="1001007"/>
                </a:xfrm>
                <a:custGeom>
                  <a:gdLst>
                    <a:gd name="connsiteX0" fmla="*/ 566599 w 566599"/>
                    <a:gd name="connsiteY0" fmla="*/ 942447 h 1001007"/>
                    <a:gd name="connsiteX1" fmla="*/ 355331 w 566599"/>
                    <a:gd name="connsiteY1" fmla="*/ 574671 h 1001007"/>
                    <a:gd name="connsiteX2" fmla="*/ 202452 w 566599"/>
                    <a:gd name="connsiteY2" fmla="*/ 243863 h 1001007"/>
                    <a:gd name="connsiteX3" fmla="*/ 259199 w 566599"/>
                    <a:gd name="connsiteY3" fmla="*/ 108344 h 1001007"/>
                    <a:gd name="connsiteX4" fmla="*/ 203920 w 566599"/>
                    <a:gd name="connsiteY4" fmla="*/ 164141 h 1001007"/>
                    <a:gd name="connsiteX5" fmla="*/ 120484 w 566599"/>
                    <a:gd name="connsiteY5" fmla="*/ 292 h 1001007"/>
                    <a:gd name="connsiteX6" fmla="*/ 139140 w 566599"/>
                    <a:gd name="connsiteY6" fmla="*/ 107394 h 1001007"/>
                    <a:gd name="connsiteX7" fmla="*/ 75829 w 566599"/>
                    <a:gd name="connsiteY7" fmla="*/ 15235 h 1001007"/>
                    <a:gd name="connsiteX8" fmla="*/ 109515 w 566599"/>
                    <a:gd name="connsiteY8" fmla="*/ 115254 h 1001007"/>
                    <a:gd name="connsiteX9" fmla="*/ 29965 w 566599"/>
                    <a:gd name="connsiteY9" fmla="*/ 57039 h 1001007"/>
                    <a:gd name="connsiteX10" fmla="*/ 75225 w 566599"/>
                    <a:gd name="connsiteY10" fmla="*/ 136329 h 1001007"/>
                    <a:gd name="connsiteX11" fmla="*/ 426 w 566599"/>
                    <a:gd name="connsiteY11" fmla="*/ 113095 h 1001007"/>
                    <a:gd name="connsiteX12" fmla="*/ 70129 w 566599"/>
                    <a:gd name="connsiteY12" fmla="*/ 173124 h 1001007"/>
                    <a:gd name="connsiteX13" fmla="*/ 129553 w 566599"/>
                    <a:gd name="connsiteY13" fmla="*/ 277981 h 1001007"/>
                    <a:gd name="connsiteX14" fmla="*/ 223440 w 566599"/>
                    <a:gd name="connsiteY14" fmla="*/ 657935 h 1001007"/>
                    <a:gd name="connsiteX15" fmla="*/ 425466 w 566599"/>
                    <a:gd name="connsiteY15" fmla="*/ 1001007 h 1001007"/>
                    <a:gd name="connsiteX16" fmla="*/ 566599 w 566599"/>
                    <a:gd name="connsiteY16" fmla="*/ 942447 h 1001007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566599" h="1001007">
                      <a:moveTo>
                        <a:pt x="566599" y="942447"/>
                      </a:moveTo>
                      <a:cubicBezTo>
                        <a:pt x="566599" y="942447"/>
                        <a:pt x="396704" y="639105"/>
                        <a:pt x="355331" y="574671"/>
                      </a:cubicBezTo>
                      <a:cubicBezTo>
                        <a:pt x="313959" y="510237"/>
                        <a:pt x="206252" y="253969"/>
                        <a:pt x="202452" y="243863"/>
                      </a:cubicBezTo>
                      <a:cubicBezTo>
                        <a:pt x="198565" y="233758"/>
                        <a:pt x="276646" y="112490"/>
                        <a:pt x="259199" y="108344"/>
                      </a:cubicBezTo>
                      <a:cubicBezTo>
                        <a:pt x="241751" y="104198"/>
                        <a:pt x="222490" y="172260"/>
                        <a:pt x="203920" y="164141"/>
                      </a:cubicBezTo>
                      <a:cubicBezTo>
                        <a:pt x="185350" y="156022"/>
                        <a:pt x="131108" y="-7827"/>
                        <a:pt x="120484" y="292"/>
                      </a:cubicBezTo>
                      <a:cubicBezTo>
                        <a:pt x="100704" y="15494"/>
                        <a:pt x="149764" y="101953"/>
                        <a:pt x="139140" y="107394"/>
                      </a:cubicBezTo>
                      <a:cubicBezTo>
                        <a:pt x="128603" y="112836"/>
                        <a:pt x="96559" y="12298"/>
                        <a:pt x="75829" y="15235"/>
                      </a:cubicBezTo>
                      <a:cubicBezTo>
                        <a:pt x="55100" y="18171"/>
                        <a:pt x="115301" y="107394"/>
                        <a:pt x="109515" y="115254"/>
                      </a:cubicBezTo>
                      <a:cubicBezTo>
                        <a:pt x="103728" y="123114"/>
                        <a:pt x="41194" y="39074"/>
                        <a:pt x="29965" y="57039"/>
                      </a:cubicBezTo>
                      <a:cubicBezTo>
                        <a:pt x="23833" y="66799"/>
                        <a:pt x="87403" y="130369"/>
                        <a:pt x="75225" y="136329"/>
                      </a:cubicBezTo>
                      <a:cubicBezTo>
                        <a:pt x="63046" y="142289"/>
                        <a:pt x="6472" y="101176"/>
                        <a:pt x="426" y="113095"/>
                      </a:cubicBezTo>
                      <a:cubicBezTo>
                        <a:pt x="-5534" y="124928"/>
                        <a:pt x="52768" y="141166"/>
                        <a:pt x="70129" y="173124"/>
                      </a:cubicBezTo>
                      <a:cubicBezTo>
                        <a:pt x="87576" y="205082"/>
                        <a:pt x="117288" y="218901"/>
                        <a:pt x="129553" y="277981"/>
                      </a:cubicBezTo>
                      <a:cubicBezTo>
                        <a:pt x="141904" y="337146"/>
                        <a:pt x="160302" y="551178"/>
                        <a:pt x="223440" y="657935"/>
                      </a:cubicBezTo>
                      <a:cubicBezTo>
                        <a:pt x="286579" y="764691"/>
                        <a:pt x="425466" y="1001007"/>
                        <a:pt x="425466" y="1001007"/>
                      </a:cubicBezTo>
                      <a:lnTo>
                        <a:pt x="566599" y="942447"/>
                      </a:lnTo>
                      <a:close/>
                    </a:path>
                  </a:pathLst>
                </a:custGeom>
                <a:solidFill>
                  <a:srgbClr val="F79C8D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52" name="" descr="a43fe5d8-3d36-4017-b9eb-c7b112fbba8a"/>
                <p:cNvGrpSpPr/>
                <p:nvPr/>
              </p:nvGrpSpPr>
              <p:grpSpPr>
                <a:xfrm>
                  <a:off x="2412372" y="3953973"/>
                  <a:ext cx="477986" cy="637517"/>
                  <a:chOff x="2412372" y="3953973"/>
                  <a:chExt cx="477986" cy="637517"/>
                </a:xfrm>
              </p:grpSpPr>
              <p:sp>
                <p:nvSpPr>
                  <p:cNvPr id="53" name="" descr="9265b828-0c26-4615-860e-75ef6c6bf191"/>
                  <p:cNvSpPr/>
                  <p:nvPr/>
                </p:nvSpPr>
                <p:spPr>
                  <a:xfrm>
                    <a:off x="2462037" y="4157381"/>
                    <a:ext cx="382199" cy="434110"/>
                  </a:xfrm>
                  <a:custGeom>
                    <a:gdLst>
                      <a:gd name="connsiteX0" fmla="*/ 136210 w 382199"/>
                      <a:gd name="connsiteY0" fmla="*/ 0 h 434110"/>
                      <a:gd name="connsiteX1" fmla="*/ 0 w 382199"/>
                      <a:gd name="connsiteY1" fmla="*/ 78254 h 434110"/>
                      <a:gd name="connsiteX2" fmla="*/ 273370 w 382199"/>
                      <a:gd name="connsiteY2" fmla="*/ 434110 h 434110"/>
                      <a:gd name="connsiteX3" fmla="*/ 382200 w 382199"/>
                      <a:gd name="connsiteY3" fmla="*/ 337891 h 434110"/>
                      <a:gd name="connsiteX4" fmla="*/ 136210 w 382199"/>
                      <a:gd name="connsiteY4" fmla="*/ 0 h 43411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82199" h="434110">
                        <a:moveTo>
                          <a:pt x="136210" y="0"/>
                        </a:moveTo>
                        <a:lnTo>
                          <a:pt x="0" y="78254"/>
                        </a:lnTo>
                        <a:cubicBezTo>
                          <a:pt x="0" y="78254"/>
                          <a:pt x="258514" y="418563"/>
                          <a:pt x="273370" y="434110"/>
                        </a:cubicBezTo>
                        <a:lnTo>
                          <a:pt x="382200" y="337891"/>
                        </a:lnTo>
                        <a:lnTo>
                          <a:pt x="136210" y="0"/>
                        </a:lnTo>
                        <a:close/>
                      </a:path>
                    </a:pathLst>
                  </a:custGeom>
                  <a:solidFill>
                    <a:srgbClr val="F48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" name="" descr="cbc6bb8d-956e-4063-8013-973ba84c9efe"/>
                  <p:cNvSpPr/>
                  <p:nvPr/>
                </p:nvSpPr>
                <p:spPr>
                  <a:xfrm>
                    <a:off x="2412372" y="3953973"/>
                    <a:ext cx="310251" cy="443524"/>
                  </a:xfrm>
                  <a:custGeom>
                    <a:gdLst>
                      <a:gd name="connsiteX0" fmla="*/ 72812 w 310251"/>
                      <a:gd name="connsiteY0" fmla="*/ 0 h 443524"/>
                      <a:gd name="connsiteX1" fmla="*/ 310251 w 310251"/>
                      <a:gd name="connsiteY1" fmla="*/ 346528 h 443524"/>
                      <a:gd name="connsiteX2" fmla="*/ 129127 w 310251"/>
                      <a:gd name="connsiteY2" fmla="*/ 443524 h 443524"/>
                      <a:gd name="connsiteX3" fmla="*/ 0 w 310251"/>
                      <a:gd name="connsiteY3" fmla="*/ 243053 h 443524"/>
                      <a:gd name="connsiteX4" fmla="*/ 72812 w 310251"/>
                      <a:gd name="connsiteY4" fmla="*/ 0 h 44352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10251" h="443524">
                        <a:moveTo>
                          <a:pt x="72812" y="0"/>
                        </a:moveTo>
                        <a:cubicBezTo>
                          <a:pt x="72812" y="0"/>
                          <a:pt x="178533" y="20125"/>
                          <a:pt x="310251" y="346528"/>
                        </a:cubicBezTo>
                        <a:lnTo>
                          <a:pt x="129127" y="443524"/>
                        </a:lnTo>
                        <a:lnTo>
                          <a:pt x="0" y="243053"/>
                        </a:lnTo>
                        <a:lnTo>
                          <a:pt x="72812" y="0"/>
                        </a:lnTo>
                        <a:close/>
                      </a:path>
                    </a:pathLst>
                  </a:custGeom>
                  <a:solidFill>
                    <a:srgbClr val="F47458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" name="" descr="fcbd42ad-88ea-4915-98cd-650c44737ba2"/>
                  <p:cNvSpPr/>
                  <p:nvPr/>
                </p:nvSpPr>
                <p:spPr>
                  <a:xfrm>
                    <a:off x="2716121" y="3974919"/>
                    <a:ext cx="174237" cy="616572"/>
                  </a:xfrm>
                  <a:custGeom>
                    <a:gdLst>
                      <a:gd name="connsiteX0" fmla="*/ 108508 w 174237"/>
                      <a:gd name="connsiteY0" fmla="*/ 561 h 616572"/>
                      <a:gd name="connsiteX1" fmla="*/ 45197 w 174237"/>
                      <a:gd name="connsiteY1" fmla="*/ 27682 h 616572"/>
                      <a:gd name="connsiteX2" fmla="*/ 6502 w 174237"/>
                      <a:gd name="connsiteY2" fmla="*/ 504028 h 616572"/>
                      <a:gd name="connsiteX3" fmla="*/ 19285 w 174237"/>
                      <a:gd name="connsiteY3" fmla="*/ 616572 h 616572"/>
                      <a:gd name="connsiteX4" fmla="*/ 141934 w 174237"/>
                      <a:gd name="connsiteY4" fmla="*/ 460842 h 616572"/>
                      <a:gd name="connsiteX5" fmla="*/ 174238 w 174237"/>
                      <a:gd name="connsiteY5" fmla="*/ 25696 h 616572"/>
                      <a:gd name="connsiteX6" fmla="*/ 108508 w 174237"/>
                      <a:gd name="connsiteY6" fmla="*/ 561 h 61657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4237" h="616572">
                        <a:moveTo>
                          <a:pt x="108508" y="561"/>
                        </a:moveTo>
                        <a:cubicBezTo>
                          <a:pt x="108508" y="561"/>
                          <a:pt x="84583" y="-6262"/>
                          <a:pt x="45197" y="27682"/>
                        </a:cubicBezTo>
                        <a:cubicBezTo>
                          <a:pt x="-3517" y="69573"/>
                          <a:pt x="-6281" y="391484"/>
                          <a:pt x="6502" y="504028"/>
                        </a:cubicBezTo>
                        <a:cubicBezTo>
                          <a:pt x="19285" y="616572"/>
                          <a:pt x="19285" y="616572"/>
                          <a:pt x="19285" y="616572"/>
                        </a:cubicBezTo>
                        <a:cubicBezTo>
                          <a:pt x="19285" y="616572"/>
                          <a:pt x="118527" y="581677"/>
                          <a:pt x="141934" y="460842"/>
                        </a:cubicBezTo>
                        <a:cubicBezTo>
                          <a:pt x="165341" y="340006"/>
                          <a:pt x="174238" y="25696"/>
                          <a:pt x="174238" y="25696"/>
                        </a:cubicBezTo>
                        <a:lnTo>
                          <a:pt x="108508" y="561"/>
                        </a:lnTo>
                        <a:close/>
                      </a:path>
                    </a:pathLst>
                  </a:custGeom>
                  <a:solidFill>
                    <a:srgbClr val="F48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56" name="" descr="56575bb8-8ebc-42e6-aaaa-c8df4ac5119e"/>
                <p:cNvSpPr/>
                <p:nvPr/>
              </p:nvSpPr>
              <p:spPr>
                <a:xfrm>
                  <a:off x="2119891" y="3920193"/>
                  <a:ext cx="513854" cy="975802"/>
                </a:xfrm>
                <a:custGeom>
                  <a:gdLst>
                    <a:gd name="connsiteX0" fmla="*/ 196003 w 513854"/>
                    <a:gd name="connsiteY0" fmla="*/ 441 h 975802"/>
                    <a:gd name="connsiteX1" fmla="*/ 10128 w 513854"/>
                    <a:gd name="connsiteY1" fmla="*/ 49241 h 975802"/>
                    <a:gd name="connsiteX2" fmla="*/ 136578 w 513854"/>
                    <a:gd name="connsiteY2" fmla="*/ 632776 h 975802"/>
                    <a:gd name="connsiteX3" fmla="*/ 57979 w 513854"/>
                    <a:gd name="connsiteY3" fmla="*/ 851126 h 975802"/>
                    <a:gd name="connsiteX4" fmla="*/ 513855 w 513854"/>
                    <a:gd name="connsiteY4" fmla="*/ 963411 h 975802"/>
                    <a:gd name="connsiteX5" fmla="*/ 489929 w 513854"/>
                    <a:gd name="connsiteY5" fmla="*/ 326843 h 975802"/>
                    <a:gd name="connsiteX6" fmla="*/ 381359 w 513854"/>
                    <a:gd name="connsiteY6" fmla="*/ 42072 h 975802"/>
                    <a:gd name="connsiteX7" fmla="*/ 196003 w 513854"/>
                    <a:gd name="connsiteY7" fmla="*/ 441 h 975802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13854" h="975802">
                      <a:moveTo>
                        <a:pt x="196003" y="441"/>
                      </a:moveTo>
                      <a:cubicBezTo>
                        <a:pt x="196003" y="441"/>
                        <a:pt x="62816" y="-8024"/>
                        <a:pt x="10128" y="49241"/>
                      </a:cubicBezTo>
                      <a:cubicBezTo>
                        <a:pt x="-42559" y="106506"/>
                        <a:pt x="126991" y="559791"/>
                        <a:pt x="136578" y="632776"/>
                      </a:cubicBezTo>
                      <a:cubicBezTo>
                        <a:pt x="146166" y="705675"/>
                        <a:pt x="57979" y="851126"/>
                        <a:pt x="57979" y="851126"/>
                      </a:cubicBezTo>
                      <a:cubicBezTo>
                        <a:pt x="57979" y="851126"/>
                        <a:pt x="424459" y="1022490"/>
                        <a:pt x="513855" y="963411"/>
                      </a:cubicBezTo>
                      <a:cubicBezTo>
                        <a:pt x="513855" y="963411"/>
                        <a:pt x="499517" y="378926"/>
                        <a:pt x="489929" y="326843"/>
                      </a:cubicBezTo>
                      <a:cubicBezTo>
                        <a:pt x="480342" y="274761"/>
                        <a:pt x="400533" y="62888"/>
                        <a:pt x="381359" y="42072"/>
                      </a:cubicBezTo>
                      <a:cubicBezTo>
                        <a:pt x="362270" y="21256"/>
                        <a:pt x="196003" y="441"/>
                        <a:pt x="196003" y="441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" descr="55d64fe6-770d-4926-83f7-611109429fdc"/>
                <p:cNvSpPr/>
                <p:nvPr/>
              </p:nvSpPr>
              <p:spPr>
                <a:xfrm>
                  <a:off x="2311413" y="3740028"/>
                  <a:ext cx="167984" cy="315554"/>
                </a:xfrm>
                <a:custGeom>
                  <a:gdLst>
                    <a:gd name="connsiteX0" fmla="*/ 48790 w 167984"/>
                    <a:gd name="connsiteY0" fmla="*/ 3023 h 315554"/>
                    <a:gd name="connsiteX1" fmla="*/ 46890 w 167984"/>
                    <a:gd name="connsiteY1" fmla="*/ 13560 h 315554"/>
                    <a:gd name="connsiteX2" fmla="*/ 2667 w 167984"/>
                    <a:gd name="connsiteY2" fmla="*/ 180606 h 315554"/>
                    <a:gd name="connsiteX3" fmla="*/ 146046 w 167984"/>
                    <a:gd name="connsiteY3" fmla="*/ 314397 h 315554"/>
                    <a:gd name="connsiteX4" fmla="*/ 128167 w 167984"/>
                    <a:gd name="connsiteY4" fmla="*/ 200730 h 315554"/>
                    <a:gd name="connsiteX5" fmla="*/ 143195 w 167984"/>
                    <a:gd name="connsiteY5" fmla="*/ 125154 h 315554"/>
                    <a:gd name="connsiteX6" fmla="*/ 152524 w 167984"/>
                    <a:gd name="connsiteY6" fmla="*/ 78081 h 315554"/>
                    <a:gd name="connsiteX7" fmla="*/ 167984 w 167984"/>
                    <a:gd name="connsiteY7" fmla="*/ 0 h 315554"/>
                    <a:gd name="connsiteX8" fmla="*/ 48790 w 167984"/>
                    <a:gd name="connsiteY8" fmla="*/ 3023 h 31555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7984" h="315554">
                      <a:moveTo>
                        <a:pt x="48790" y="3023"/>
                      </a:moveTo>
                      <a:cubicBezTo>
                        <a:pt x="48790" y="3023"/>
                        <a:pt x="48099" y="6910"/>
                        <a:pt x="46890" y="13560"/>
                      </a:cubicBezTo>
                      <a:cubicBezTo>
                        <a:pt x="40930" y="45518"/>
                        <a:pt x="18128" y="151498"/>
                        <a:pt x="2667" y="180606"/>
                      </a:cubicBezTo>
                      <a:cubicBezTo>
                        <a:pt x="-15990" y="215846"/>
                        <a:pt x="66583" y="328130"/>
                        <a:pt x="146046" y="314397"/>
                      </a:cubicBezTo>
                      <a:cubicBezTo>
                        <a:pt x="169712" y="310337"/>
                        <a:pt x="126007" y="211181"/>
                        <a:pt x="128167" y="200730"/>
                      </a:cubicBezTo>
                      <a:cubicBezTo>
                        <a:pt x="132140" y="180606"/>
                        <a:pt x="137668" y="153225"/>
                        <a:pt x="143195" y="125154"/>
                      </a:cubicBezTo>
                      <a:cubicBezTo>
                        <a:pt x="146305" y="109262"/>
                        <a:pt x="149501" y="93196"/>
                        <a:pt x="152524" y="78081"/>
                      </a:cubicBezTo>
                      <a:cubicBezTo>
                        <a:pt x="160988" y="35154"/>
                        <a:pt x="167984" y="0"/>
                        <a:pt x="167984" y="0"/>
                      </a:cubicBezTo>
                      <a:lnTo>
                        <a:pt x="48790" y="3023"/>
                      </a:ln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" descr="9ac645b3-9895-4006-b8ef-e8edb09ee124"/>
                <p:cNvSpPr/>
                <p:nvPr/>
              </p:nvSpPr>
              <p:spPr>
                <a:xfrm>
                  <a:off x="2354675" y="3740201"/>
                  <a:ext cx="124636" cy="124894"/>
                </a:xfrm>
                <a:custGeom>
                  <a:gdLst>
                    <a:gd name="connsiteX0" fmla="*/ 3628 w 124636"/>
                    <a:gd name="connsiteY0" fmla="*/ 13474 h 124894"/>
                    <a:gd name="connsiteX1" fmla="*/ 5528 w 124636"/>
                    <a:gd name="connsiteY1" fmla="*/ 2937 h 124894"/>
                    <a:gd name="connsiteX2" fmla="*/ 124636 w 124636"/>
                    <a:gd name="connsiteY2" fmla="*/ 0 h 124894"/>
                    <a:gd name="connsiteX3" fmla="*/ 109175 w 124636"/>
                    <a:gd name="connsiteY3" fmla="*/ 78081 h 124894"/>
                    <a:gd name="connsiteX4" fmla="*/ 99933 w 124636"/>
                    <a:gd name="connsiteY4" fmla="*/ 124895 h 124894"/>
                    <a:gd name="connsiteX5" fmla="*/ 43100 w 124636"/>
                    <a:gd name="connsiteY5" fmla="*/ 96479 h 124894"/>
                    <a:gd name="connsiteX6" fmla="*/ 0 w 124636"/>
                    <a:gd name="connsiteY6" fmla="*/ 32562 h 124894"/>
                    <a:gd name="connsiteX7" fmla="*/ 3628 w 124636"/>
                    <a:gd name="connsiteY7" fmla="*/ 13474 h 12489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4636" h="124894">
                      <a:moveTo>
                        <a:pt x="3628" y="13474"/>
                      </a:moveTo>
                      <a:cubicBezTo>
                        <a:pt x="4837" y="6824"/>
                        <a:pt x="5528" y="2937"/>
                        <a:pt x="5528" y="2937"/>
                      </a:cubicBezTo>
                      <a:lnTo>
                        <a:pt x="124636" y="0"/>
                      </a:lnTo>
                      <a:cubicBezTo>
                        <a:pt x="124636" y="0"/>
                        <a:pt x="117726" y="35154"/>
                        <a:pt x="109175" y="78081"/>
                      </a:cubicBezTo>
                      <a:cubicBezTo>
                        <a:pt x="106239" y="93110"/>
                        <a:pt x="103043" y="109089"/>
                        <a:pt x="99933" y="124895"/>
                      </a:cubicBezTo>
                      <a:cubicBezTo>
                        <a:pt x="81536" y="122217"/>
                        <a:pt x="62361" y="113235"/>
                        <a:pt x="43100" y="96479"/>
                      </a:cubicBezTo>
                      <a:cubicBezTo>
                        <a:pt x="22111" y="78167"/>
                        <a:pt x="8378" y="56056"/>
                        <a:pt x="0" y="32562"/>
                      </a:cubicBezTo>
                      <a:cubicBezTo>
                        <a:pt x="1468" y="24875"/>
                        <a:pt x="2678" y="18397"/>
                        <a:pt x="3628" y="13474"/>
                      </a:cubicBezTo>
                      <a:close/>
                    </a:path>
                  </a:pathLst>
                </a:custGeom>
                <a:solidFill>
                  <a:srgbClr val="F47458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" descr="862f13d9-730c-4fed-b8aa-d174340743b0"/>
                <p:cNvSpPr/>
                <p:nvPr/>
              </p:nvSpPr>
              <p:spPr>
                <a:xfrm>
                  <a:off x="2309857" y="3472644"/>
                  <a:ext cx="246262" cy="330844"/>
                </a:xfrm>
                <a:custGeom>
                  <a:gdLst>
                    <a:gd name="connsiteX0" fmla="*/ 130500 w 246262"/>
                    <a:gd name="connsiteY0" fmla="*/ 319 h 330844"/>
                    <a:gd name="connsiteX1" fmla="*/ 39204 w 246262"/>
                    <a:gd name="connsiteY1" fmla="*/ 39273 h 330844"/>
                    <a:gd name="connsiteX2" fmla="*/ 53542 w 246262"/>
                    <a:gd name="connsiteY2" fmla="*/ 301501 h 330844"/>
                    <a:gd name="connsiteX3" fmla="*/ 240107 w 246262"/>
                    <a:gd name="connsiteY3" fmla="*/ 199840 h 330844"/>
                    <a:gd name="connsiteX4" fmla="*/ 130500 w 246262"/>
                    <a:gd name="connsiteY4" fmla="*/ 319 h 33084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6262" h="330844">
                      <a:moveTo>
                        <a:pt x="130500" y="319"/>
                      </a:moveTo>
                      <a:cubicBezTo>
                        <a:pt x="130500" y="319"/>
                        <a:pt x="74358" y="-6159"/>
                        <a:pt x="39204" y="39273"/>
                      </a:cubicBezTo>
                      <a:cubicBezTo>
                        <a:pt x="4050" y="84705"/>
                        <a:pt x="-33867" y="225147"/>
                        <a:pt x="53542" y="301501"/>
                      </a:cubicBezTo>
                      <a:cubicBezTo>
                        <a:pt x="140951" y="377854"/>
                        <a:pt x="227324" y="291395"/>
                        <a:pt x="240107" y="199840"/>
                      </a:cubicBezTo>
                      <a:cubicBezTo>
                        <a:pt x="252804" y="108112"/>
                        <a:pt x="257814" y="-2963"/>
                        <a:pt x="130500" y="319"/>
                      </a:cubicBez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" descr="519b7f18-1ca4-4717-b2ff-5278b8cdbbbf"/>
                <p:cNvSpPr/>
                <p:nvPr/>
              </p:nvSpPr>
              <p:spPr>
                <a:xfrm>
                  <a:off x="2527902" y="3620939"/>
                  <a:ext cx="55288" cy="76918"/>
                </a:xfrm>
                <a:custGeom>
                  <a:gdLst>
                    <a:gd name="connsiteX0" fmla="*/ 47888 w 55288"/>
                    <a:gd name="connsiteY0" fmla="*/ 50077 h 76918"/>
                    <a:gd name="connsiteX1" fmla="*/ 8761 w 55288"/>
                    <a:gd name="connsiteY1" fmla="*/ 75125 h 76918"/>
                    <a:gd name="connsiteX2" fmla="*/ 7465 w 55288"/>
                    <a:gd name="connsiteY2" fmla="*/ 26842 h 76918"/>
                    <a:gd name="connsiteX3" fmla="*/ 46592 w 55288"/>
                    <a:gd name="connsiteY3" fmla="*/ 1794 h 76918"/>
                    <a:gd name="connsiteX4" fmla="*/ 47888 w 55288"/>
                    <a:gd name="connsiteY4" fmla="*/ 50077 h 76918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287" h="76918">
                      <a:moveTo>
                        <a:pt x="47888" y="50077"/>
                      </a:moveTo>
                      <a:cubicBezTo>
                        <a:pt x="37437" y="70288"/>
                        <a:pt x="19903" y="81516"/>
                        <a:pt x="8761" y="75125"/>
                      </a:cubicBezTo>
                      <a:cubicBezTo>
                        <a:pt x="-2381" y="68733"/>
                        <a:pt x="-2986" y="47140"/>
                        <a:pt x="7465" y="26842"/>
                      </a:cubicBezTo>
                      <a:cubicBezTo>
                        <a:pt x="17916" y="6631"/>
                        <a:pt x="35364" y="-4597"/>
                        <a:pt x="46592" y="1794"/>
                      </a:cubicBezTo>
                      <a:cubicBezTo>
                        <a:pt x="57648" y="8272"/>
                        <a:pt x="58253" y="29865"/>
                        <a:pt x="47888" y="50077"/>
                      </a:cubicBez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" descr="922111e5-eb13-40b6-b1c5-398bf8f166cd"/>
                <p:cNvSpPr/>
                <p:nvPr/>
              </p:nvSpPr>
              <p:spPr>
                <a:xfrm>
                  <a:off x="2257333" y="3456512"/>
                  <a:ext cx="189329" cy="218304"/>
                </a:xfrm>
                <a:custGeom>
                  <a:gdLst>
                    <a:gd name="connsiteX0" fmla="*/ 189329 w 189329"/>
                    <a:gd name="connsiteY0" fmla="*/ 1422 h 218304"/>
                    <a:gd name="connsiteX1" fmla="*/ 60720 w 189329"/>
                    <a:gd name="connsiteY1" fmla="*/ 141174 h 218304"/>
                    <a:gd name="connsiteX2" fmla="*/ 0 w 189329"/>
                    <a:gd name="connsiteY2" fmla="*/ 218304 h 218304"/>
                    <a:gd name="connsiteX3" fmla="*/ 72294 w 189329"/>
                    <a:gd name="connsiteY3" fmla="*/ 23275 h 218304"/>
                    <a:gd name="connsiteX4" fmla="*/ 189329 w 189329"/>
                    <a:gd name="connsiteY4" fmla="*/ 1422 h 21830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9329" h="218304">
                      <a:moveTo>
                        <a:pt x="189329" y="1422"/>
                      </a:moveTo>
                      <a:cubicBezTo>
                        <a:pt x="189329" y="1422"/>
                        <a:pt x="114358" y="134955"/>
                        <a:pt x="60720" y="141174"/>
                      </a:cubicBezTo>
                      <a:cubicBezTo>
                        <a:pt x="7083" y="147306"/>
                        <a:pt x="0" y="218304"/>
                        <a:pt x="0" y="218304"/>
                      </a:cubicBezTo>
                      <a:cubicBezTo>
                        <a:pt x="0" y="218304"/>
                        <a:pt x="19175" y="54801"/>
                        <a:pt x="72294" y="23275"/>
                      </a:cubicBezTo>
                      <a:cubicBezTo>
                        <a:pt x="125413" y="-8338"/>
                        <a:pt x="189329" y="1422"/>
                        <a:pt x="189329" y="1422"/>
                      </a:cubicBezTo>
                      <a:close/>
                    </a:path>
                  </a:pathLst>
                </a:custGeom>
                <a:solidFill>
                  <a:srgbClr val="184655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" descr="9d921e6d-b6a4-42a7-851e-9f76ffe302e4"/>
                <p:cNvSpPr/>
                <p:nvPr/>
              </p:nvSpPr>
              <p:spPr>
                <a:xfrm>
                  <a:off x="2275922" y="3593514"/>
                  <a:ext cx="57228" cy="86599"/>
                </a:xfrm>
                <a:custGeom>
                  <a:gdLst>
                    <a:gd name="connsiteX0" fmla="*/ 56124 w 57228"/>
                    <a:gd name="connsiteY0" fmla="*/ 37685 h 86599"/>
                    <a:gd name="connsiteX1" fmla="*/ 36517 w 57228"/>
                    <a:gd name="connsiteY1" fmla="*/ 86226 h 86599"/>
                    <a:gd name="connsiteX2" fmla="*/ 1104 w 57228"/>
                    <a:gd name="connsiteY2" fmla="*/ 48913 h 86599"/>
                    <a:gd name="connsiteX3" fmla="*/ 20711 w 57228"/>
                    <a:gd name="connsiteY3" fmla="*/ 371 h 86599"/>
                    <a:gd name="connsiteX4" fmla="*/ 56124 w 57228"/>
                    <a:gd name="connsiteY4" fmla="*/ 37685 h 86599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228" h="86599">
                      <a:moveTo>
                        <a:pt x="56124" y="37685"/>
                      </a:moveTo>
                      <a:cubicBezTo>
                        <a:pt x="60442" y="61437"/>
                        <a:pt x="51719" y="83117"/>
                        <a:pt x="36517" y="86226"/>
                      </a:cubicBezTo>
                      <a:cubicBezTo>
                        <a:pt x="21316" y="89336"/>
                        <a:pt x="5509" y="72665"/>
                        <a:pt x="1104" y="48913"/>
                      </a:cubicBezTo>
                      <a:cubicBezTo>
                        <a:pt x="-3214" y="25160"/>
                        <a:pt x="5509" y="3481"/>
                        <a:pt x="20711" y="371"/>
                      </a:cubicBezTo>
                      <a:cubicBezTo>
                        <a:pt x="35913" y="-2738"/>
                        <a:pt x="51805" y="14019"/>
                        <a:pt x="56124" y="37685"/>
                      </a:cubicBez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" descr="e3dead01-6104-45bc-a5d8-177f8a90fb46"/>
                <p:cNvSpPr/>
                <p:nvPr/>
              </p:nvSpPr>
              <p:spPr>
                <a:xfrm>
                  <a:off x="1939567" y="3698914"/>
                  <a:ext cx="356680" cy="485813"/>
                </a:xfrm>
                <a:custGeom>
                  <a:gdLst>
                    <a:gd name="connsiteX0" fmla="*/ 133360 w 356680"/>
                    <a:gd name="connsiteY0" fmla="*/ 0 h 485813"/>
                    <a:gd name="connsiteX1" fmla="*/ 349292 w 356680"/>
                    <a:gd name="connsiteY1" fmla="*/ 283044 h 485813"/>
                    <a:gd name="connsiteX2" fmla="*/ 245817 w 356680"/>
                    <a:gd name="connsiteY2" fmla="*/ 485761 h 485813"/>
                    <a:gd name="connsiteX3" fmla="*/ 0 w 356680"/>
                    <a:gd name="connsiteY3" fmla="*/ 127745 h 485813"/>
                    <a:gd name="connsiteX4" fmla="*/ 133360 w 356680"/>
                    <a:gd name="connsiteY4" fmla="*/ 0 h 485813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680" h="485812">
                      <a:moveTo>
                        <a:pt x="133360" y="0"/>
                      </a:moveTo>
                      <a:cubicBezTo>
                        <a:pt x="133360" y="0"/>
                        <a:pt x="321307" y="201681"/>
                        <a:pt x="349292" y="283044"/>
                      </a:cubicBezTo>
                      <a:cubicBezTo>
                        <a:pt x="377276" y="364320"/>
                        <a:pt x="322084" y="480665"/>
                        <a:pt x="245817" y="485761"/>
                      </a:cubicBezTo>
                      <a:cubicBezTo>
                        <a:pt x="169636" y="490856"/>
                        <a:pt x="0" y="127745"/>
                        <a:pt x="0" y="127745"/>
                      </a:cubicBezTo>
                      <a:lnTo>
                        <a:pt x="133360" y="0"/>
                      </a:ln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64" name="" descr="31966729-916c-4862-8f2b-dee6a6ca49f2"/>
                <p:cNvGrpSpPr/>
                <p:nvPr/>
              </p:nvGrpSpPr>
              <p:grpSpPr>
                <a:xfrm>
                  <a:off x="2713900" y="4002601"/>
                  <a:ext cx="441278" cy="2818085"/>
                  <a:chOff x="2713900" y="4002601"/>
                  <a:chExt cx="441278" cy="2818085"/>
                </a:xfrm>
              </p:grpSpPr>
              <p:sp>
                <p:nvSpPr>
                  <p:cNvPr id="65" name="" descr="3170750c-6e2f-4ef3-a198-a7adc855ac63"/>
                  <p:cNvSpPr/>
                  <p:nvPr/>
                </p:nvSpPr>
                <p:spPr>
                  <a:xfrm>
                    <a:off x="2737652" y="4002601"/>
                    <a:ext cx="393773" cy="2091603"/>
                  </a:xfrm>
                  <a:custGeom>
                    <a:gdLst>
                      <a:gd name="connsiteX0" fmla="*/ 261882 w 393773"/>
                      <a:gd name="connsiteY0" fmla="*/ 0 h 2091603"/>
                      <a:gd name="connsiteX1" fmla="*/ 131891 w 393773"/>
                      <a:gd name="connsiteY1" fmla="*/ 0 h 2091603"/>
                      <a:gd name="connsiteX2" fmla="*/ 0 w 393773"/>
                      <a:gd name="connsiteY2" fmla="*/ 137937 h 2091603"/>
                      <a:gd name="connsiteX3" fmla="*/ 0 w 393773"/>
                      <a:gd name="connsiteY3" fmla="*/ 2091604 h 2091603"/>
                      <a:gd name="connsiteX4" fmla="*/ 393774 w 393773"/>
                      <a:gd name="connsiteY4" fmla="*/ 2091604 h 2091603"/>
                      <a:gd name="connsiteX5" fmla="*/ 393774 w 393773"/>
                      <a:gd name="connsiteY5" fmla="*/ 137937 h 2091603"/>
                      <a:gd name="connsiteX6" fmla="*/ 261882 w 393773"/>
                      <a:gd name="connsiteY6" fmla="*/ 0 h 209160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93773" h="2091603">
                        <a:moveTo>
                          <a:pt x="261882" y="0"/>
                        </a:moveTo>
                        <a:lnTo>
                          <a:pt x="131891" y="0"/>
                        </a:lnTo>
                        <a:cubicBezTo>
                          <a:pt x="59079" y="0"/>
                          <a:pt x="0" y="61756"/>
                          <a:pt x="0" y="137937"/>
                        </a:cubicBezTo>
                        <a:lnTo>
                          <a:pt x="0" y="2091604"/>
                        </a:lnTo>
                        <a:lnTo>
                          <a:pt x="393774" y="2091604"/>
                        </a:lnTo>
                        <a:lnTo>
                          <a:pt x="393774" y="137937"/>
                        </a:lnTo>
                        <a:cubicBezTo>
                          <a:pt x="393774" y="61756"/>
                          <a:pt x="334695" y="0"/>
                          <a:pt x="261882" y="0"/>
                        </a:cubicBezTo>
                        <a:close/>
                      </a:path>
                    </a:pathLst>
                  </a:custGeom>
                  <a:solidFill>
                    <a:srgbClr val="466EB6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6" name="" descr="4bc5dec0-6e14-4315-b355-a905d6fa3098"/>
                  <p:cNvSpPr/>
                  <p:nvPr/>
                </p:nvSpPr>
                <p:spPr>
                  <a:xfrm>
                    <a:off x="2858142" y="4002601"/>
                    <a:ext cx="152793" cy="2091517"/>
                  </a:xfrm>
                  <a:custGeom>
                    <a:gdLst>
                      <a:gd name="connsiteX0" fmla="*/ 0 w 152793"/>
                      <a:gd name="connsiteY0" fmla="*/ 0 h 2091517"/>
                      <a:gd name="connsiteX1" fmla="*/ 152794 w 152793"/>
                      <a:gd name="connsiteY1" fmla="*/ 0 h 2091517"/>
                      <a:gd name="connsiteX2" fmla="*/ 152794 w 152793"/>
                      <a:gd name="connsiteY2" fmla="*/ 2091517 h 2091517"/>
                      <a:gd name="connsiteX3" fmla="*/ 0 w 152793"/>
                      <a:gd name="connsiteY3" fmla="*/ 2091517 h 2091517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793" h="2091517">
                        <a:moveTo>
                          <a:pt x="0" y="0"/>
                        </a:moveTo>
                        <a:lnTo>
                          <a:pt x="152794" y="0"/>
                        </a:lnTo>
                        <a:lnTo>
                          <a:pt x="152794" y="2091517"/>
                        </a:lnTo>
                        <a:lnTo>
                          <a:pt x="0" y="2091517"/>
                        </a:lnTo>
                        <a:close/>
                      </a:path>
                    </a:pathLst>
                  </a:custGeom>
                  <a:solidFill>
                    <a:srgbClr val="86B1F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" name="" descr="053ba2ef-8a3c-43b7-9fe4-e7680fe74946"/>
                  <p:cNvSpPr/>
                  <p:nvPr/>
                </p:nvSpPr>
                <p:spPr>
                  <a:xfrm>
                    <a:off x="2832749" y="6567528"/>
                    <a:ext cx="196843" cy="253158"/>
                  </a:xfrm>
                  <a:custGeom>
                    <a:gdLst>
                      <a:gd name="connsiteX0" fmla="*/ 96997 w 196843"/>
                      <a:gd name="connsiteY0" fmla="*/ 253159 h 253158"/>
                      <a:gd name="connsiteX1" fmla="*/ 96997 w 196843"/>
                      <a:gd name="connsiteY1" fmla="*/ 253159 h 253158"/>
                      <a:gd name="connsiteX2" fmla="*/ 152362 w 196843"/>
                      <a:gd name="connsiteY2" fmla="*/ 206863 h 253158"/>
                      <a:gd name="connsiteX3" fmla="*/ 196844 w 196843"/>
                      <a:gd name="connsiteY3" fmla="*/ 0 h 253158"/>
                      <a:gd name="connsiteX4" fmla="*/ 0 w 196843"/>
                      <a:gd name="connsiteY4" fmla="*/ 0 h 253158"/>
                      <a:gd name="connsiteX5" fmla="*/ 41459 w 196843"/>
                      <a:gd name="connsiteY5" fmla="*/ 206085 h 253158"/>
                      <a:gd name="connsiteX6" fmla="*/ 96997 w 196843"/>
                      <a:gd name="connsiteY6" fmla="*/ 253159 h 25315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6843" h="253157">
                        <a:moveTo>
                          <a:pt x="96997" y="253159"/>
                        </a:moveTo>
                        <a:lnTo>
                          <a:pt x="96997" y="253159"/>
                        </a:lnTo>
                        <a:cubicBezTo>
                          <a:pt x="123513" y="253159"/>
                          <a:pt x="146575" y="233898"/>
                          <a:pt x="152362" y="206863"/>
                        </a:cubicBezTo>
                        <a:lnTo>
                          <a:pt x="196844" y="0"/>
                        </a:lnTo>
                        <a:lnTo>
                          <a:pt x="0" y="0"/>
                        </a:lnTo>
                        <a:lnTo>
                          <a:pt x="41459" y="206085"/>
                        </a:lnTo>
                        <a:cubicBezTo>
                          <a:pt x="46987" y="233552"/>
                          <a:pt x="70221" y="253159"/>
                          <a:pt x="96997" y="253159"/>
                        </a:cubicBezTo>
                        <a:close/>
                      </a:path>
                    </a:pathLst>
                  </a:custGeom>
                  <a:solidFill>
                    <a:srgbClr val="B7574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8" name="" descr="8e2753ff-6f70-4eae-8a22-9de30420ed3b"/>
                  <p:cNvSpPr/>
                  <p:nvPr/>
                </p:nvSpPr>
                <p:spPr>
                  <a:xfrm>
                    <a:off x="2737652" y="6094118"/>
                    <a:ext cx="393773" cy="473409"/>
                  </a:xfrm>
                  <a:custGeom>
                    <a:gdLst>
                      <a:gd name="connsiteX0" fmla="*/ 95183 w 393773"/>
                      <a:gd name="connsiteY0" fmla="*/ 473323 h 473409"/>
                      <a:gd name="connsiteX1" fmla="*/ 291940 w 393773"/>
                      <a:gd name="connsiteY1" fmla="*/ 473409 h 473409"/>
                      <a:gd name="connsiteX2" fmla="*/ 393774 w 393773"/>
                      <a:gd name="connsiteY2" fmla="*/ 0 h 473409"/>
                      <a:gd name="connsiteX3" fmla="*/ 0 w 393773"/>
                      <a:gd name="connsiteY3" fmla="*/ 0 h 47340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93773" h="473409">
                        <a:moveTo>
                          <a:pt x="95183" y="473323"/>
                        </a:moveTo>
                        <a:lnTo>
                          <a:pt x="291940" y="473409"/>
                        </a:lnTo>
                        <a:lnTo>
                          <a:pt x="39377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AE0B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" name="" descr="025618a2-ba83-4555-9dc3-681e3d2b47f5"/>
                  <p:cNvSpPr/>
                  <p:nvPr/>
                </p:nvSpPr>
                <p:spPr>
                  <a:xfrm>
                    <a:off x="2737738" y="4002601"/>
                    <a:ext cx="393773" cy="366738"/>
                  </a:xfrm>
                  <a:custGeom>
                    <a:gdLst>
                      <a:gd name="connsiteX0" fmla="*/ 316815 w 393773"/>
                      <a:gd name="connsiteY0" fmla="*/ 0 h 366738"/>
                      <a:gd name="connsiteX1" fmla="*/ 76872 w 393773"/>
                      <a:gd name="connsiteY1" fmla="*/ 0 h 366738"/>
                      <a:gd name="connsiteX2" fmla="*/ 0 w 393773"/>
                      <a:gd name="connsiteY2" fmla="*/ 80413 h 366738"/>
                      <a:gd name="connsiteX3" fmla="*/ 0 w 393773"/>
                      <a:gd name="connsiteY3" fmla="*/ 366739 h 366738"/>
                      <a:gd name="connsiteX4" fmla="*/ 393774 w 393773"/>
                      <a:gd name="connsiteY4" fmla="*/ 366739 h 366738"/>
                      <a:gd name="connsiteX5" fmla="*/ 393774 w 393773"/>
                      <a:gd name="connsiteY5" fmla="*/ 80413 h 366738"/>
                      <a:gd name="connsiteX6" fmla="*/ 316815 w 393773"/>
                      <a:gd name="connsiteY6" fmla="*/ 0 h 3667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93773" h="366738">
                        <a:moveTo>
                          <a:pt x="316815" y="0"/>
                        </a:moveTo>
                        <a:lnTo>
                          <a:pt x="76872" y="0"/>
                        </a:lnTo>
                        <a:cubicBezTo>
                          <a:pt x="34376" y="0"/>
                          <a:pt x="0" y="36017"/>
                          <a:pt x="0" y="80413"/>
                        </a:cubicBezTo>
                        <a:lnTo>
                          <a:pt x="0" y="366739"/>
                        </a:lnTo>
                        <a:lnTo>
                          <a:pt x="393774" y="366739"/>
                        </a:lnTo>
                        <a:lnTo>
                          <a:pt x="393774" y="80413"/>
                        </a:lnTo>
                        <a:cubicBezTo>
                          <a:pt x="393687" y="36017"/>
                          <a:pt x="359224" y="0"/>
                          <a:pt x="316815" y="0"/>
                        </a:cubicBezTo>
                        <a:close/>
                      </a:path>
                    </a:pathLst>
                  </a:custGeom>
                  <a:solidFill>
                    <a:srgbClr val="F47458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" name="" descr="7bbad0d0-0619-4cb1-af98-007540e131f6"/>
                  <p:cNvSpPr/>
                  <p:nvPr/>
                </p:nvSpPr>
                <p:spPr>
                  <a:xfrm>
                    <a:off x="2713900" y="4369340"/>
                    <a:ext cx="441278" cy="86372"/>
                  </a:xfrm>
                  <a:custGeom>
                    <a:gdLst>
                      <a:gd name="connsiteX0" fmla="*/ 3541 w 441278"/>
                      <a:gd name="connsiteY0" fmla="*/ 86373 h 86372"/>
                      <a:gd name="connsiteX1" fmla="*/ 437737 w 441278"/>
                      <a:gd name="connsiteY1" fmla="*/ 86373 h 86372"/>
                      <a:gd name="connsiteX2" fmla="*/ 441279 w 441278"/>
                      <a:gd name="connsiteY2" fmla="*/ 82832 h 86372"/>
                      <a:gd name="connsiteX3" fmla="*/ 441279 w 441278"/>
                      <a:gd name="connsiteY3" fmla="*/ 3541 h 86372"/>
                      <a:gd name="connsiteX4" fmla="*/ 437737 w 441278"/>
                      <a:gd name="connsiteY4" fmla="*/ 0 h 86372"/>
                      <a:gd name="connsiteX5" fmla="*/ 3541 w 441278"/>
                      <a:gd name="connsiteY5" fmla="*/ 0 h 86372"/>
                      <a:gd name="connsiteX6" fmla="*/ 0 w 441278"/>
                      <a:gd name="connsiteY6" fmla="*/ 3541 h 86372"/>
                      <a:gd name="connsiteX7" fmla="*/ 0 w 441278"/>
                      <a:gd name="connsiteY7" fmla="*/ 82832 h 86372"/>
                      <a:gd name="connsiteX8" fmla="*/ 3541 w 441278"/>
                      <a:gd name="connsiteY8" fmla="*/ 86373 h 8637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41278" h="86372">
                        <a:moveTo>
                          <a:pt x="3541" y="86373"/>
                        </a:moveTo>
                        <a:lnTo>
                          <a:pt x="437737" y="86373"/>
                        </a:lnTo>
                        <a:cubicBezTo>
                          <a:pt x="439724" y="86373"/>
                          <a:pt x="441279" y="84818"/>
                          <a:pt x="441279" y="82832"/>
                        </a:cubicBezTo>
                        <a:lnTo>
                          <a:pt x="441279" y="3541"/>
                        </a:lnTo>
                        <a:cubicBezTo>
                          <a:pt x="441279" y="1555"/>
                          <a:pt x="439724" y="0"/>
                          <a:pt x="437737" y="0"/>
                        </a:cubicBezTo>
                        <a:lnTo>
                          <a:pt x="3541" y="0"/>
                        </a:lnTo>
                        <a:cubicBezTo>
                          <a:pt x="1555" y="0"/>
                          <a:pt x="0" y="1555"/>
                          <a:pt x="0" y="3541"/>
                        </a:cubicBezTo>
                        <a:lnTo>
                          <a:pt x="0" y="82832"/>
                        </a:lnTo>
                        <a:cubicBezTo>
                          <a:pt x="0" y="84732"/>
                          <a:pt x="1555" y="86373"/>
                          <a:pt x="3541" y="86373"/>
                        </a:cubicBezTo>
                        <a:close/>
                      </a:path>
                    </a:pathLst>
                  </a:custGeom>
                  <a:solidFill>
                    <a:srgbClr val="86B1F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71" name="" descr="73c266c2-c8d4-4d2f-ab0b-4bd397bdfa41"/>
              <p:cNvSpPr/>
              <p:nvPr/>
            </p:nvSpPr>
            <p:spPr>
              <a:xfrm>
                <a:off x="5224843" y="759475"/>
                <a:ext cx="286152" cy="156421"/>
              </a:xfrm>
              <a:custGeom>
                <a:gdLst>
                  <a:gd name="connsiteX0" fmla="*/ 277429 w 286152"/>
                  <a:gd name="connsiteY0" fmla="*/ 102006 h 156421"/>
                  <a:gd name="connsiteX1" fmla="*/ 214809 w 286152"/>
                  <a:gd name="connsiteY1" fmla="*/ 117208 h 156421"/>
                  <a:gd name="connsiteX2" fmla="*/ 172746 w 286152"/>
                  <a:gd name="connsiteY2" fmla="*/ 40250 h 156421"/>
                  <a:gd name="connsiteX3" fmla="*/ 77649 w 286152"/>
                  <a:gd name="connsiteY3" fmla="*/ 53551 h 156421"/>
                  <a:gd name="connsiteX4" fmla="*/ 34290 w 286152"/>
                  <a:gd name="connsiteY4" fmla="*/ 0 h 156421"/>
                  <a:gd name="connsiteX5" fmla="*/ 0 w 286152"/>
                  <a:gd name="connsiteY5" fmla="*/ 17361 h 156421"/>
                  <a:gd name="connsiteX6" fmla="*/ 58042 w 286152"/>
                  <a:gd name="connsiteY6" fmla="*/ 88964 h 156421"/>
                  <a:gd name="connsiteX7" fmla="*/ 148129 w 286152"/>
                  <a:gd name="connsiteY7" fmla="*/ 76354 h 156421"/>
                  <a:gd name="connsiteX8" fmla="*/ 191920 w 286152"/>
                  <a:gd name="connsiteY8" fmla="*/ 156421 h 156421"/>
                  <a:gd name="connsiteX9" fmla="*/ 286153 w 286152"/>
                  <a:gd name="connsiteY9" fmla="*/ 133619 h 15642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6152" h="156421">
                    <a:moveTo>
                      <a:pt x="277429" y="102006"/>
                    </a:moveTo>
                    <a:lnTo>
                      <a:pt x="214809" y="117208"/>
                    </a:lnTo>
                    <a:lnTo>
                      <a:pt x="172746" y="40250"/>
                    </a:lnTo>
                    <a:lnTo>
                      <a:pt x="77649" y="53551"/>
                    </a:lnTo>
                    <a:lnTo>
                      <a:pt x="34290" y="0"/>
                    </a:lnTo>
                    <a:lnTo>
                      <a:pt x="0" y="17361"/>
                    </a:lnTo>
                    <a:lnTo>
                      <a:pt x="58042" y="88964"/>
                    </a:lnTo>
                    <a:lnTo>
                      <a:pt x="148129" y="76354"/>
                    </a:lnTo>
                    <a:lnTo>
                      <a:pt x="191920" y="156421"/>
                    </a:lnTo>
                    <a:lnTo>
                      <a:pt x="286153" y="133619"/>
                    </a:lnTo>
                    <a:close/>
                  </a:path>
                </a:pathLst>
              </a:custGeom>
              <a:solidFill>
                <a:srgbClr val="50BFA5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2" name="" descr="171b014b-055d-4f37-910a-bf6dbb76353c"/>
              <p:cNvSpPr/>
              <p:nvPr/>
            </p:nvSpPr>
            <p:spPr>
              <a:xfrm>
                <a:off x="9445018" y="2233600"/>
                <a:ext cx="302995" cy="200730"/>
              </a:xfrm>
              <a:custGeom>
                <a:gdLst>
                  <a:gd name="connsiteX0" fmla="*/ 162640 w 302995"/>
                  <a:gd name="connsiteY0" fmla="*/ 84904 h 200730"/>
                  <a:gd name="connsiteX1" fmla="*/ 57438 w 302995"/>
                  <a:gd name="connsiteY1" fmla="*/ 103561 h 200730"/>
                  <a:gd name="connsiteX2" fmla="*/ 0 w 302995"/>
                  <a:gd name="connsiteY2" fmla="*/ 13906 h 200730"/>
                  <a:gd name="connsiteX3" fmla="*/ 21680 w 302995"/>
                  <a:gd name="connsiteY3" fmla="*/ 0 h 200730"/>
                  <a:gd name="connsiteX4" fmla="*/ 69876 w 302995"/>
                  <a:gd name="connsiteY4" fmla="*/ 75144 h 200730"/>
                  <a:gd name="connsiteX5" fmla="*/ 178187 w 302995"/>
                  <a:gd name="connsiteY5" fmla="*/ 55969 h 200730"/>
                  <a:gd name="connsiteX6" fmla="*/ 227160 w 302995"/>
                  <a:gd name="connsiteY6" fmla="*/ 169377 h 200730"/>
                  <a:gd name="connsiteX7" fmla="*/ 297468 w 302995"/>
                  <a:gd name="connsiteY7" fmla="*/ 147784 h 200730"/>
                  <a:gd name="connsiteX8" fmla="*/ 302996 w 302995"/>
                  <a:gd name="connsiteY8" fmla="*/ 173005 h 200730"/>
                  <a:gd name="connsiteX9" fmla="*/ 212650 w 302995"/>
                  <a:gd name="connsiteY9" fmla="*/ 200730 h 20073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2995" h="200730">
                    <a:moveTo>
                      <a:pt x="162640" y="84904"/>
                    </a:moveTo>
                    <a:lnTo>
                      <a:pt x="57438" y="103561"/>
                    </a:lnTo>
                    <a:lnTo>
                      <a:pt x="0" y="13906"/>
                    </a:lnTo>
                    <a:lnTo>
                      <a:pt x="21680" y="0"/>
                    </a:lnTo>
                    <a:lnTo>
                      <a:pt x="69876" y="75144"/>
                    </a:lnTo>
                    <a:lnTo>
                      <a:pt x="178187" y="55969"/>
                    </a:lnTo>
                    <a:lnTo>
                      <a:pt x="227160" y="169377"/>
                    </a:lnTo>
                    <a:lnTo>
                      <a:pt x="297468" y="147784"/>
                    </a:lnTo>
                    <a:lnTo>
                      <a:pt x="302996" y="173005"/>
                    </a:lnTo>
                    <a:lnTo>
                      <a:pt x="212650" y="200730"/>
                    </a:lnTo>
                    <a:close/>
                  </a:path>
                </a:pathLst>
              </a:custGeom>
              <a:solidFill>
                <a:srgbClr val="50BFA5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" descr="3874c62d-908c-46f8-8d54-0591cbbd399b"/>
              <p:cNvSpPr/>
              <p:nvPr/>
            </p:nvSpPr>
            <p:spPr>
              <a:xfrm>
                <a:off x="1453807" y="5299230"/>
                <a:ext cx="198052" cy="305068"/>
              </a:xfrm>
              <a:custGeom>
                <a:gdLst>
                  <a:gd name="connsiteX0" fmla="*/ 115135 w 198052"/>
                  <a:gd name="connsiteY0" fmla="*/ 163504 h 305068"/>
                  <a:gd name="connsiteX1" fmla="*/ 95096 w 198052"/>
                  <a:gd name="connsiteY1" fmla="*/ 58647 h 305068"/>
                  <a:gd name="connsiteX2" fmla="*/ 183888 w 198052"/>
                  <a:gd name="connsiteY2" fmla="*/ 0 h 305068"/>
                  <a:gd name="connsiteX3" fmla="*/ 198053 w 198052"/>
                  <a:gd name="connsiteY3" fmla="*/ 21420 h 305068"/>
                  <a:gd name="connsiteX4" fmla="*/ 123599 w 198052"/>
                  <a:gd name="connsiteY4" fmla="*/ 70653 h 305068"/>
                  <a:gd name="connsiteX5" fmla="*/ 144243 w 198052"/>
                  <a:gd name="connsiteY5" fmla="*/ 178705 h 305068"/>
                  <a:gd name="connsiteX6" fmla="*/ 31612 w 198052"/>
                  <a:gd name="connsiteY6" fmla="*/ 229233 h 305068"/>
                  <a:gd name="connsiteX7" fmla="*/ 54156 w 198052"/>
                  <a:gd name="connsiteY7" fmla="*/ 299195 h 305068"/>
                  <a:gd name="connsiteX8" fmla="*/ 28935 w 198052"/>
                  <a:gd name="connsiteY8" fmla="*/ 305068 h 305068"/>
                  <a:gd name="connsiteX9" fmla="*/ 0 w 198052"/>
                  <a:gd name="connsiteY9" fmla="*/ 215154 h 30506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8052" h="305068">
                    <a:moveTo>
                      <a:pt x="115135" y="163504"/>
                    </a:moveTo>
                    <a:lnTo>
                      <a:pt x="95096" y="58647"/>
                    </a:lnTo>
                    <a:lnTo>
                      <a:pt x="183888" y="0"/>
                    </a:lnTo>
                    <a:lnTo>
                      <a:pt x="198053" y="21420"/>
                    </a:lnTo>
                    <a:lnTo>
                      <a:pt x="123599" y="70653"/>
                    </a:lnTo>
                    <a:lnTo>
                      <a:pt x="144243" y="178705"/>
                    </a:lnTo>
                    <a:lnTo>
                      <a:pt x="31612" y="229233"/>
                    </a:lnTo>
                    <a:lnTo>
                      <a:pt x="54156" y="299195"/>
                    </a:lnTo>
                    <a:lnTo>
                      <a:pt x="28935" y="305068"/>
                    </a:lnTo>
                    <a:lnTo>
                      <a:pt x="0" y="215154"/>
                    </a:lnTo>
                    <a:close/>
                  </a:path>
                </a:pathLst>
              </a:custGeom>
              <a:solidFill>
                <a:srgbClr val="50BFA5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" descr="8fd60b38-b559-4953-87b9-61110e7ae0ae"/>
              <p:cNvSpPr/>
              <p:nvPr/>
            </p:nvSpPr>
            <p:spPr>
              <a:xfrm>
                <a:off x="6152359" y="556349"/>
                <a:ext cx="331568" cy="322227"/>
              </a:xfrm>
              <a:custGeom>
                <a:gdLst>
                  <a:gd name="connsiteX0" fmla="*/ 146875 w 331568"/>
                  <a:gd name="connsiteY0" fmla="*/ 313857 h 322227"/>
                  <a:gd name="connsiteX1" fmla="*/ 108180 w 331568"/>
                  <a:gd name="connsiteY1" fmla="*/ 222474 h 322227"/>
                  <a:gd name="connsiteX2" fmla="*/ 10924 w 331568"/>
                  <a:gd name="connsiteY2" fmla="*/ 202522 h 322227"/>
                  <a:gd name="connsiteX3" fmla="*/ 4705 w 331568"/>
                  <a:gd name="connsiteY3" fmla="*/ 178856 h 322227"/>
                  <a:gd name="connsiteX4" fmla="*/ 79677 w 331568"/>
                  <a:gd name="connsiteY4" fmla="*/ 113817 h 322227"/>
                  <a:gd name="connsiteX5" fmla="*/ 68621 w 331568"/>
                  <a:gd name="connsiteY5" fmla="*/ 15179 h 322227"/>
                  <a:gd name="connsiteX6" fmla="*/ 89178 w 331568"/>
                  <a:gd name="connsiteY6" fmla="*/ 1964 h 322227"/>
                  <a:gd name="connsiteX7" fmla="*/ 174169 w 331568"/>
                  <a:gd name="connsiteY7" fmla="*/ 53183 h 322227"/>
                  <a:gd name="connsiteX8" fmla="*/ 264601 w 331568"/>
                  <a:gd name="connsiteY8" fmla="*/ 12156 h 322227"/>
                  <a:gd name="connsiteX9" fmla="*/ 283516 w 331568"/>
                  <a:gd name="connsiteY9" fmla="*/ 27703 h 322227"/>
                  <a:gd name="connsiteX10" fmla="*/ 261060 w 331568"/>
                  <a:gd name="connsiteY10" fmla="*/ 124355 h 322227"/>
                  <a:gd name="connsiteX11" fmla="*/ 327999 w 331568"/>
                  <a:gd name="connsiteY11" fmla="*/ 197685 h 322227"/>
                  <a:gd name="connsiteX12" fmla="*/ 319102 w 331568"/>
                  <a:gd name="connsiteY12" fmla="*/ 220488 h 322227"/>
                  <a:gd name="connsiteX13" fmla="*/ 220205 w 331568"/>
                  <a:gd name="connsiteY13" fmla="*/ 229038 h 322227"/>
                  <a:gd name="connsiteX14" fmla="*/ 171146 w 331568"/>
                  <a:gd name="connsiteY14" fmla="*/ 315325 h 322227"/>
                  <a:gd name="connsiteX15" fmla="*/ 146875 w 331568"/>
                  <a:gd name="connsiteY15" fmla="*/ 313857 h 32222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1568" h="322227">
                    <a:moveTo>
                      <a:pt x="146875" y="313857"/>
                    </a:moveTo>
                    <a:lnTo>
                      <a:pt x="108180" y="222474"/>
                    </a:lnTo>
                    <a:lnTo>
                      <a:pt x="10924" y="202522"/>
                    </a:lnTo>
                    <a:cubicBezTo>
                      <a:pt x="-132" y="200276"/>
                      <a:pt x="-3846" y="186284"/>
                      <a:pt x="4705" y="178856"/>
                    </a:cubicBezTo>
                    <a:lnTo>
                      <a:pt x="79677" y="113817"/>
                    </a:lnTo>
                    <a:lnTo>
                      <a:pt x="68621" y="15179"/>
                    </a:lnTo>
                    <a:cubicBezTo>
                      <a:pt x="67326" y="3951"/>
                      <a:pt x="79504" y="-3823"/>
                      <a:pt x="89178" y="1964"/>
                    </a:cubicBezTo>
                    <a:lnTo>
                      <a:pt x="174169" y="53183"/>
                    </a:lnTo>
                    <a:lnTo>
                      <a:pt x="264601" y="12156"/>
                    </a:lnTo>
                    <a:cubicBezTo>
                      <a:pt x="274879" y="7492"/>
                      <a:pt x="286108" y="16648"/>
                      <a:pt x="283516" y="27703"/>
                    </a:cubicBezTo>
                    <a:lnTo>
                      <a:pt x="261060" y="124355"/>
                    </a:lnTo>
                    <a:lnTo>
                      <a:pt x="327999" y="197685"/>
                    </a:lnTo>
                    <a:cubicBezTo>
                      <a:pt x="335599" y="206063"/>
                      <a:pt x="330331" y="219537"/>
                      <a:pt x="319102" y="220488"/>
                    </a:cubicBezTo>
                    <a:lnTo>
                      <a:pt x="220205" y="229038"/>
                    </a:lnTo>
                    <a:lnTo>
                      <a:pt x="171146" y="315325"/>
                    </a:lnTo>
                    <a:cubicBezTo>
                      <a:pt x="165704" y="325171"/>
                      <a:pt x="151280" y="324308"/>
                      <a:pt x="146875" y="313857"/>
                    </a:cubicBezTo>
                    <a:close/>
                  </a:path>
                </a:pathLst>
              </a:custGeom>
              <a:solidFill>
                <a:srgbClr val="F7CC7F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" descr="9ffed678-dc81-455e-9d8b-deb5a9ea9009"/>
              <p:cNvSpPr/>
              <p:nvPr/>
            </p:nvSpPr>
            <p:spPr>
              <a:xfrm>
                <a:off x="9059795" y="415885"/>
                <a:ext cx="256181" cy="159789"/>
              </a:xfrm>
              <a:custGeom>
                <a:gdLst>
                  <a:gd name="connsiteX0" fmla="*/ 0 w 256181"/>
                  <a:gd name="connsiteY0" fmla="*/ 142688 h 159789"/>
                  <a:gd name="connsiteX1" fmla="*/ 79031 w 256181"/>
                  <a:gd name="connsiteY1" fmla="*/ 140442 h 159789"/>
                  <a:gd name="connsiteX2" fmla="*/ 114185 w 256181"/>
                  <a:gd name="connsiteY2" fmla="*/ 48628 h 159789"/>
                  <a:gd name="connsiteX3" fmla="*/ 224223 w 256181"/>
                  <a:gd name="connsiteY3" fmla="*/ 63398 h 159789"/>
                  <a:gd name="connsiteX4" fmla="*/ 239943 w 256181"/>
                  <a:gd name="connsiteY4" fmla="*/ 0 h 159789"/>
                  <a:gd name="connsiteX5" fmla="*/ 256181 w 256181"/>
                  <a:gd name="connsiteY5" fmla="*/ 5441 h 159789"/>
                  <a:gd name="connsiteX6" fmla="*/ 237093 w 256181"/>
                  <a:gd name="connsiteY6" fmla="*/ 82400 h 159789"/>
                  <a:gd name="connsiteX7" fmla="*/ 125327 w 256181"/>
                  <a:gd name="connsiteY7" fmla="*/ 67371 h 159789"/>
                  <a:gd name="connsiteX8" fmla="*/ 90864 w 256181"/>
                  <a:gd name="connsiteY8" fmla="*/ 157198 h 159789"/>
                  <a:gd name="connsiteX9" fmla="*/ 518 w 256181"/>
                  <a:gd name="connsiteY9" fmla="*/ 159790 h 159789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6181" h="159789">
                    <a:moveTo>
                      <a:pt x="0" y="142688"/>
                    </a:moveTo>
                    <a:lnTo>
                      <a:pt x="79031" y="140442"/>
                    </a:lnTo>
                    <a:lnTo>
                      <a:pt x="114185" y="48628"/>
                    </a:lnTo>
                    <a:lnTo>
                      <a:pt x="224223" y="63398"/>
                    </a:lnTo>
                    <a:lnTo>
                      <a:pt x="239943" y="0"/>
                    </a:lnTo>
                    <a:lnTo>
                      <a:pt x="256181" y="5441"/>
                    </a:lnTo>
                    <a:lnTo>
                      <a:pt x="237093" y="82400"/>
                    </a:lnTo>
                    <a:lnTo>
                      <a:pt x="125327" y="67371"/>
                    </a:lnTo>
                    <a:lnTo>
                      <a:pt x="90864" y="157198"/>
                    </a:lnTo>
                    <a:lnTo>
                      <a:pt x="518" y="159790"/>
                    </a:lnTo>
                    <a:close/>
                  </a:path>
                </a:pathLst>
              </a:custGeom>
              <a:solidFill>
                <a:srgbClr val="F48C7F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6" name="" descr="8fcb28a8-93cf-442d-a7eb-966492211676"/>
              <p:cNvSpPr/>
              <p:nvPr/>
            </p:nvSpPr>
            <p:spPr>
              <a:xfrm>
                <a:off x="2568793" y="2619082"/>
                <a:ext cx="113493" cy="88100"/>
              </a:xfrm>
              <a:custGeom>
                <a:gdLst>
                  <a:gd name="connsiteX0" fmla="*/ 113494 w 113493"/>
                  <a:gd name="connsiteY0" fmla="*/ 5873 h 88100"/>
                  <a:gd name="connsiteX1" fmla="*/ 95356 w 113493"/>
                  <a:gd name="connsiteY1" fmla="*/ 88100 h 88100"/>
                  <a:gd name="connsiteX2" fmla="*/ 0 w 113493"/>
                  <a:gd name="connsiteY2" fmla="*/ 57870 h 88100"/>
                  <a:gd name="connsiteX3" fmla="*/ 8205 w 113493"/>
                  <a:gd name="connsiteY3" fmla="*/ 32131 h 88100"/>
                  <a:gd name="connsiteX4" fmla="*/ 75403 w 113493"/>
                  <a:gd name="connsiteY4" fmla="*/ 53465 h 88100"/>
                  <a:gd name="connsiteX5" fmla="*/ 87150 w 113493"/>
                  <a:gd name="connsiteY5" fmla="*/ 0 h 8810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3492" h="88100">
                    <a:moveTo>
                      <a:pt x="113494" y="5873"/>
                    </a:moveTo>
                    <a:lnTo>
                      <a:pt x="95356" y="88100"/>
                    </a:lnTo>
                    <a:lnTo>
                      <a:pt x="0" y="57870"/>
                    </a:lnTo>
                    <a:lnTo>
                      <a:pt x="8205" y="32131"/>
                    </a:lnTo>
                    <a:lnTo>
                      <a:pt x="75403" y="53465"/>
                    </a:lnTo>
                    <a:lnTo>
                      <a:pt x="87150" y="0"/>
                    </a:lnTo>
                    <a:close/>
                  </a:path>
                </a:pathLst>
              </a:custGeom>
              <a:solidFill>
                <a:srgbClr val="50BFA5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8" name="" descr="59218867-e253-4044-bd4f-0970e59f6b47"/>
              <p:cNvSpPr/>
              <p:nvPr/>
            </p:nvSpPr>
            <p:spPr>
              <a:xfrm>
                <a:off x="7597849" y="329512"/>
                <a:ext cx="461489" cy="326748"/>
              </a:xfrm>
              <a:custGeom>
                <a:gdLst>
                  <a:gd name="connsiteX0" fmla="*/ 405434 w 461489"/>
                  <a:gd name="connsiteY0" fmla="*/ 257909 h 326748"/>
                  <a:gd name="connsiteX1" fmla="*/ 322775 w 461489"/>
                  <a:gd name="connsiteY1" fmla="*/ 279243 h 326748"/>
                  <a:gd name="connsiteX2" fmla="*/ 282353 w 461489"/>
                  <a:gd name="connsiteY2" fmla="*/ 174819 h 326748"/>
                  <a:gd name="connsiteX3" fmla="*/ 198744 w 461489"/>
                  <a:gd name="connsiteY3" fmla="*/ 209886 h 326748"/>
                  <a:gd name="connsiteX4" fmla="*/ 162640 w 461489"/>
                  <a:gd name="connsiteY4" fmla="*/ 105029 h 326748"/>
                  <a:gd name="connsiteX5" fmla="*/ 85855 w 461489"/>
                  <a:gd name="connsiteY5" fmla="*/ 108052 h 326748"/>
                  <a:gd name="connsiteX6" fmla="*/ 53205 w 461489"/>
                  <a:gd name="connsiteY6" fmla="*/ 29367 h 326748"/>
                  <a:gd name="connsiteX7" fmla="*/ 4923 w 461489"/>
                  <a:gd name="connsiteY7" fmla="*/ 43618 h 326748"/>
                  <a:gd name="connsiteX8" fmla="*/ 0 w 461489"/>
                  <a:gd name="connsiteY8" fmla="*/ 19088 h 326748"/>
                  <a:gd name="connsiteX9" fmla="*/ 64261 w 461489"/>
                  <a:gd name="connsiteY9" fmla="*/ 0 h 326748"/>
                  <a:gd name="connsiteX10" fmla="*/ 98379 w 461489"/>
                  <a:gd name="connsiteY10" fmla="*/ 82313 h 326748"/>
                  <a:gd name="connsiteX11" fmla="*/ 176201 w 461489"/>
                  <a:gd name="connsiteY11" fmla="*/ 79204 h 326748"/>
                  <a:gd name="connsiteX12" fmla="*/ 210318 w 461489"/>
                  <a:gd name="connsiteY12" fmla="*/ 178360 h 326748"/>
                  <a:gd name="connsiteX13" fmla="*/ 293149 w 461489"/>
                  <a:gd name="connsiteY13" fmla="*/ 143552 h 326748"/>
                  <a:gd name="connsiteX14" fmla="*/ 334522 w 461489"/>
                  <a:gd name="connsiteY14" fmla="*/ 250395 h 326748"/>
                  <a:gd name="connsiteX15" fmla="*/ 414676 w 461489"/>
                  <a:gd name="connsiteY15" fmla="*/ 229665 h 326748"/>
                  <a:gd name="connsiteX16" fmla="*/ 461490 w 461489"/>
                  <a:gd name="connsiteY16" fmla="*/ 312410 h 326748"/>
                  <a:gd name="connsiteX17" fmla="*/ 444388 w 461489"/>
                  <a:gd name="connsiteY17" fmla="*/ 326748 h 32674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61489" h="326748">
                    <a:moveTo>
                      <a:pt x="405434" y="257909"/>
                    </a:moveTo>
                    <a:lnTo>
                      <a:pt x="322775" y="279243"/>
                    </a:lnTo>
                    <a:lnTo>
                      <a:pt x="282353" y="174819"/>
                    </a:lnTo>
                    <a:lnTo>
                      <a:pt x="198744" y="209886"/>
                    </a:lnTo>
                    <a:lnTo>
                      <a:pt x="162640" y="105029"/>
                    </a:lnTo>
                    <a:lnTo>
                      <a:pt x="85855" y="108052"/>
                    </a:lnTo>
                    <a:lnTo>
                      <a:pt x="53205" y="29367"/>
                    </a:lnTo>
                    <a:lnTo>
                      <a:pt x="4923" y="43618"/>
                    </a:lnTo>
                    <a:lnTo>
                      <a:pt x="0" y="19088"/>
                    </a:lnTo>
                    <a:lnTo>
                      <a:pt x="64261" y="0"/>
                    </a:lnTo>
                    <a:lnTo>
                      <a:pt x="98379" y="82313"/>
                    </a:lnTo>
                    <a:lnTo>
                      <a:pt x="176201" y="79204"/>
                    </a:lnTo>
                    <a:lnTo>
                      <a:pt x="210318" y="178360"/>
                    </a:lnTo>
                    <a:lnTo>
                      <a:pt x="293149" y="143552"/>
                    </a:lnTo>
                    <a:lnTo>
                      <a:pt x="334522" y="250395"/>
                    </a:lnTo>
                    <a:lnTo>
                      <a:pt x="414676" y="229665"/>
                    </a:lnTo>
                    <a:lnTo>
                      <a:pt x="461490" y="312410"/>
                    </a:lnTo>
                    <a:lnTo>
                      <a:pt x="444388" y="326748"/>
                    </a:lnTo>
                    <a:close/>
                  </a:path>
                </a:pathLst>
              </a:custGeom>
              <a:solidFill>
                <a:srgbClr val="F7CC7F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9" name="" descr="47936013-6c0b-4007-8271-9510eec63f22"/>
              <p:cNvSpPr/>
              <p:nvPr/>
            </p:nvSpPr>
            <p:spPr>
              <a:xfrm>
                <a:off x="1298422" y="3544912"/>
                <a:ext cx="216191" cy="306796"/>
              </a:xfrm>
              <a:custGeom>
                <a:gdLst>
                  <a:gd name="connsiteX0" fmla="*/ 3541 w 216191"/>
                  <a:gd name="connsiteY0" fmla="*/ 0 h 306796"/>
                  <a:gd name="connsiteX1" fmla="*/ 49405 w 216191"/>
                  <a:gd name="connsiteY1" fmla="*/ 11401 h 306796"/>
                  <a:gd name="connsiteX2" fmla="*/ 48714 w 216191"/>
                  <a:gd name="connsiteY2" fmla="*/ 65384 h 306796"/>
                  <a:gd name="connsiteX3" fmla="*/ 98897 w 216191"/>
                  <a:gd name="connsiteY3" fmla="*/ 89482 h 306796"/>
                  <a:gd name="connsiteX4" fmla="*/ 93542 w 216191"/>
                  <a:gd name="connsiteY4" fmla="*/ 152275 h 306796"/>
                  <a:gd name="connsiteX5" fmla="*/ 155471 w 216191"/>
                  <a:gd name="connsiteY5" fmla="*/ 161603 h 306796"/>
                  <a:gd name="connsiteX6" fmla="*/ 152707 w 216191"/>
                  <a:gd name="connsiteY6" fmla="*/ 230788 h 306796"/>
                  <a:gd name="connsiteX7" fmla="*/ 209022 w 216191"/>
                  <a:gd name="connsiteY7" fmla="*/ 246508 h 306796"/>
                  <a:gd name="connsiteX8" fmla="*/ 216191 w 216191"/>
                  <a:gd name="connsiteY8" fmla="*/ 304982 h 306796"/>
                  <a:gd name="connsiteX9" fmla="*/ 201508 w 216191"/>
                  <a:gd name="connsiteY9" fmla="*/ 306796 h 306796"/>
                  <a:gd name="connsiteX10" fmla="*/ 195548 w 216191"/>
                  <a:gd name="connsiteY10" fmla="*/ 258082 h 306796"/>
                  <a:gd name="connsiteX11" fmla="*/ 137419 w 216191"/>
                  <a:gd name="connsiteY11" fmla="*/ 241844 h 306796"/>
                  <a:gd name="connsiteX12" fmla="*/ 140097 w 216191"/>
                  <a:gd name="connsiteY12" fmla="*/ 174300 h 306796"/>
                  <a:gd name="connsiteX13" fmla="*/ 77649 w 216191"/>
                  <a:gd name="connsiteY13" fmla="*/ 164886 h 306796"/>
                  <a:gd name="connsiteX14" fmla="*/ 83263 w 216191"/>
                  <a:gd name="connsiteY14" fmla="*/ 98378 h 306796"/>
                  <a:gd name="connsiteX15" fmla="*/ 33772 w 216191"/>
                  <a:gd name="connsiteY15" fmla="*/ 74626 h 306796"/>
                  <a:gd name="connsiteX16" fmla="*/ 34463 w 216191"/>
                  <a:gd name="connsiteY16" fmla="*/ 22889 h 306796"/>
                  <a:gd name="connsiteX17" fmla="*/ 0 w 216191"/>
                  <a:gd name="connsiteY17" fmla="*/ 14338 h 306796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6191" h="306796">
                    <a:moveTo>
                      <a:pt x="3541" y="0"/>
                    </a:moveTo>
                    <a:lnTo>
                      <a:pt x="49405" y="11401"/>
                    </a:lnTo>
                    <a:lnTo>
                      <a:pt x="48714" y="65384"/>
                    </a:lnTo>
                    <a:lnTo>
                      <a:pt x="98897" y="89482"/>
                    </a:lnTo>
                    <a:lnTo>
                      <a:pt x="93542" y="152275"/>
                    </a:lnTo>
                    <a:lnTo>
                      <a:pt x="155471" y="161603"/>
                    </a:lnTo>
                    <a:lnTo>
                      <a:pt x="152707" y="230788"/>
                    </a:lnTo>
                    <a:lnTo>
                      <a:pt x="209022" y="246508"/>
                    </a:lnTo>
                    <a:lnTo>
                      <a:pt x="216191" y="304982"/>
                    </a:lnTo>
                    <a:lnTo>
                      <a:pt x="201508" y="306796"/>
                    </a:lnTo>
                    <a:lnTo>
                      <a:pt x="195548" y="258082"/>
                    </a:lnTo>
                    <a:lnTo>
                      <a:pt x="137419" y="241844"/>
                    </a:lnTo>
                    <a:lnTo>
                      <a:pt x="140097" y="174300"/>
                    </a:lnTo>
                    <a:lnTo>
                      <a:pt x="77649" y="164886"/>
                    </a:lnTo>
                    <a:lnTo>
                      <a:pt x="83263" y="98378"/>
                    </a:lnTo>
                    <a:lnTo>
                      <a:pt x="33772" y="74626"/>
                    </a:lnTo>
                    <a:lnTo>
                      <a:pt x="34463" y="22889"/>
                    </a:lnTo>
                    <a:lnTo>
                      <a:pt x="0" y="14338"/>
                    </a:lnTo>
                    <a:close/>
                  </a:path>
                </a:pathLst>
              </a:custGeom>
              <a:solidFill>
                <a:srgbClr val="F47458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80" name="" descr="ffdccea8-718d-40eb-86c2-8ea15a503326"/>
              <p:cNvGrpSpPr/>
              <p:nvPr/>
            </p:nvGrpSpPr>
            <p:grpSpPr>
              <a:xfrm>
                <a:off x="3324469" y="492929"/>
                <a:ext cx="6561049" cy="6365329"/>
                <a:chOff x="3324469" y="492929"/>
                <a:chExt cx="6561049" cy="6365329"/>
              </a:xfrm>
            </p:grpSpPr>
            <p:sp>
              <p:nvSpPr>
                <p:cNvPr id="81" name="" descr="2057df7b-88f1-4f3c-bf79-37029d9215a0"/>
                <p:cNvSpPr/>
                <p:nvPr/>
              </p:nvSpPr>
              <p:spPr>
                <a:xfrm>
                  <a:off x="3324469" y="2420684"/>
                  <a:ext cx="5814271" cy="4437575"/>
                </a:xfrm>
                <a:custGeom>
                  <a:gdLst>
                    <a:gd name="connsiteX0" fmla="*/ 5384394 w 5814271"/>
                    <a:gd name="connsiteY0" fmla="*/ 4437576 h 4437575"/>
                    <a:gd name="connsiteX1" fmla="*/ 429878 w 5814271"/>
                    <a:gd name="connsiteY1" fmla="*/ 4437576 h 4437575"/>
                    <a:gd name="connsiteX2" fmla="*/ 0 w 5814271"/>
                    <a:gd name="connsiteY2" fmla="*/ 4007698 h 4437575"/>
                    <a:gd name="connsiteX3" fmla="*/ 0 w 5814271"/>
                    <a:gd name="connsiteY3" fmla="*/ 429877 h 4437575"/>
                    <a:gd name="connsiteX4" fmla="*/ 429878 w 5814271"/>
                    <a:gd name="connsiteY4" fmla="*/ 0 h 4437575"/>
                    <a:gd name="connsiteX5" fmla="*/ 5384394 w 5814271"/>
                    <a:gd name="connsiteY5" fmla="*/ 0 h 4437575"/>
                    <a:gd name="connsiteX6" fmla="*/ 5814271 w 5814271"/>
                    <a:gd name="connsiteY6" fmla="*/ 429877 h 4437575"/>
                    <a:gd name="connsiteX7" fmla="*/ 5814271 w 5814271"/>
                    <a:gd name="connsiteY7" fmla="*/ 4007611 h 4437575"/>
                    <a:gd name="connsiteX8" fmla="*/ 5384394 w 5814271"/>
                    <a:gd name="connsiteY8" fmla="*/ 4437576 h 4437575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814271" h="4437575">
                      <a:moveTo>
                        <a:pt x="5384394" y="4437576"/>
                      </a:moveTo>
                      <a:lnTo>
                        <a:pt x="429878" y="4437576"/>
                      </a:lnTo>
                      <a:cubicBezTo>
                        <a:pt x="192439" y="4437576"/>
                        <a:pt x="0" y="4245137"/>
                        <a:pt x="0" y="4007698"/>
                      </a:cubicBezTo>
                      <a:lnTo>
                        <a:pt x="0" y="429877"/>
                      </a:lnTo>
                      <a:cubicBezTo>
                        <a:pt x="0" y="192439"/>
                        <a:pt x="192439" y="0"/>
                        <a:pt x="429878" y="0"/>
                      </a:cubicBezTo>
                      <a:lnTo>
                        <a:pt x="5384394" y="0"/>
                      </a:lnTo>
                      <a:cubicBezTo>
                        <a:pt x="5621833" y="0"/>
                        <a:pt x="5814271" y="192439"/>
                        <a:pt x="5814271" y="429877"/>
                      </a:cubicBezTo>
                      <a:lnTo>
                        <a:pt x="5814271" y="4007611"/>
                      </a:lnTo>
                      <a:cubicBezTo>
                        <a:pt x="5814357" y="4245137"/>
                        <a:pt x="5621833" y="4437576"/>
                        <a:pt x="5384394" y="4437576"/>
                      </a:cubicBezTo>
                      <a:close/>
                    </a:path>
                  </a:pathLst>
                </a:custGeom>
                <a:solidFill>
                  <a:srgbClr val="466EB6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2" name="" descr="4d5c0d92-8b58-49bf-91ad-205dc20ad68b"/>
                <p:cNvSpPr/>
                <p:nvPr/>
              </p:nvSpPr>
              <p:spPr>
                <a:xfrm>
                  <a:off x="3451869" y="2524935"/>
                  <a:ext cx="5593156" cy="4199618"/>
                </a:xfrm>
                <a:custGeom>
                  <a:gdLst>
                    <a:gd name="connsiteX0" fmla="*/ 5366515 w 5593156"/>
                    <a:gd name="connsiteY0" fmla="*/ 4199618 h 4199618"/>
                    <a:gd name="connsiteX1" fmla="*/ 226556 w 5593156"/>
                    <a:gd name="connsiteY1" fmla="*/ 4199618 h 4199618"/>
                    <a:gd name="connsiteX2" fmla="*/ 0 w 5593156"/>
                    <a:gd name="connsiteY2" fmla="*/ 3973063 h 4199618"/>
                    <a:gd name="connsiteX3" fmla="*/ 0 w 5593156"/>
                    <a:gd name="connsiteY3" fmla="*/ 226556 h 4199618"/>
                    <a:gd name="connsiteX4" fmla="*/ 226556 w 5593156"/>
                    <a:gd name="connsiteY4" fmla="*/ 0 h 4199618"/>
                    <a:gd name="connsiteX5" fmla="*/ 5366601 w 5593156"/>
                    <a:gd name="connsiteY5" fmla="*/ 0 h 4199618"/>
                    <a:gd name="connsiteX6" fmla="*/ 5593157 w 5593156"/>
                    <a:gd name="connsiteY6" fmla="*/ 226556 h 4199618"/>
                    <a:gd name="connsiteX7" fmla="*/ 5593157 w 5593156"/>
                    <a:gd name="connsiteY7" fmla="*/ 3973063 h 4199618"/>
                    <a:gd name="connsiteX8" fmla="*/ 5366515 w 5593156"/>
                    <a:gd name="connsiteY8" fmla="*/ 4199618 h 4199618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593156" h="4199618">
                      <a:moveTo>
                        <a:pt x="5366515" y="4199618"/>
                      </a:moveTo>
                      <a:lnTo>
                        <a:pt x="226556" y="4199618"/>
                      </a:lnTo>
                      <a:cubicBezTo>
                        <a:pt x="101402" y="4199618"/>
                        <a:pt x="0" y="4098130"/>
                        <a:pt x="0" y="3973063"/>
                      </a:cubicBezTo>
                      <a:lnTo>
                        <a:pt x="0" y="226556"/>
                      </a:lnTo>
                      <a:cubicBezTo>
                        <a:pt x="0" y="101402"/>
                        <a:pt x="101402" y="0"/>
                        <a:pt x="226556" y="0"/>
                      </a:cubicBezTo>
                      <a:lnTo>
                        <a:pt x="5366601" y="0"/>
                      </a:lnTo>
                      <a:cubicBezTo>
                        <a:pt x="5491755" y="0"/>
                        <a:pt x="5593157" y="101488"/>
                        <a:pt x="5593157" y="226556"/>
                      </a:cubicBezTo>
                      <a:lnTo>
                        <a:pt x="5593157" y="3973063"/>
                      </a:lnTo>
                      <a:cubicBezTo>
                        <a:pt x="5593157" y="4098217"/>
                        <a:pt x="5491669" y="4199618"/>
                        <a:pt x="5366515" y="4199618"/>
                      </a:cubicBezTo>
                      <a:close/>
                    </a:path>
                  </a:pathLst>
                </a:custGeom>
                <a:solidFill>
                  <a:srgbClr val="184655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3" name="" descr="3ec1ef04-d7f3-4ea4-8fcf-a95a2f99bf81"/>
                <p:cNvSpPr/>
                <p:nvPr/>
              </p:nvSpPr>
              <p:spPr>
                <a:xfrm>
                  <a:off x="3324469" y="6590935"/>
                  <a:ext cx="6561049" cy="267323"/>
                </a:xfrm>
                <a:custGeom>
                  <a:gdLst>
                    <a:gd name="connsiteX0" fmla="*/ 0 w 6561049"/>
                    <a:gd name="connsiteY0" fmla="*/ 0 h 267323"/>
                    <a:gd name="connsiteX1" fmla="*/ 0 w 6561049"/>
                    <a:gd name="connsiteY1" fmla="*/ 150634 h 267323"/>
                    <a:gd name="connsiteX2" fmla="*/ 309474 w 6561049"/>
                    <a:gd name="connsiteY2" fmla="*/ 267324 h 267323"/>
                    <a:gd name="connsiteX3" fmla="*/ 6251576 w 6561049"/>
                    <a:gd name="connsiteY3" fmla="*/ 267324 h 267323"/>
                    <a:gd name="connsiteX4" fmla="*/ 6561050 w 6561049"/>
                    <a:gd name="connsiteY4" fmla="*/ 150634 h 267323"/>
                    <a:gd name="connsiteX5" fmla="*/ 6561050 w 6561049"/>
                    <a:gd name="connsiteY5" fmla="*/ 0 h 267323"/>
                    <a:gd name="connsiteX6" fmla="*/ 0 w 6561049"/>
                    <a:gd name="connsiteY6" fmla="*/ 0 h 267323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561048" h="267323">
                      <a:moveTo>
                        <a:pt x="0" y="0"/>
                      </a:moveTo>
                      <a:lnTo>
                        <a:pt x="0" y="150634"/>
                      </a:lnTo>
                      <a:cubicBezTo>
                        <a:pt x="0" y="215068"/>
                        <a:pt x="138542" y="267324"/>
                        <a:pt x="309474" y="267324"/>
                      </a:cubicBezTo>
                      <a:lnTo>
                        <a:pt x="6251576" y="267324"/>
                      </a:lnTo>
                      <a:cubicBezTo>
                        <a:pt x="6422508" y="267324"/>
                        <a:pt x="6561050" y="215068"/>
                        <a:pt x="6561050" y="150634"/>
                      </a:cubicBezTo>
                      <a:lnTo>
                        <a:pt x="65610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5538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4" name="" descr="dc21fd80-d7b5-4b22-87cd-01699c084b25"/>
                <p:cNvSpPr/>
                <p:nvPr/>
              </p:nvSpPr>
              <p:spPr>
                <a:xfrm>
                  <a:off x="3837350" y="2670128"/>
                  <a:ext cx="4836444" cy="3603559"/>
                </a:xfrm>
                <a:custGeom>
                  <a:gdLst>
                    <a:gd name="connsiteX0" fmla="*/ 0 w 4836444"/>
                    <a:gd name="connsiteY0" fmla="*/ 0 h 3603559"/>
                    <a:gd name="connsiteX1" fmla="*/ 4836445 w 4836444"/>
                    <a:gd name="connsiteY1" fmla="*/ 0 h 3603559"/>
                    <a:gd name="connsiteX2" fmla="*/ 4836445 w 4836444"/>
                    <a:gd name="connsiteY2" fmla="*/ 3603560 h 3603559"/>
                    <a:gd name="connsiteX3" fmla="*/ 0 w 4836444"/>
                    <a:gd name="connsiteY3" fmla="*/ 3603560 h 3603559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36444" h="3603559">
                      <a:moveTo>
                        <a:pt x="0" y="0"/>
                      </a:moveTo>
                      <a:lnTo>
                        <a:pt x="4836445" y="0"/>
                      </a:lnTo>
                      <a:lnTo>
                        <a:pt x="4836445" y="3603560"/>
                      </a:lnTo>
                      <a:lnTo>
                        <a:pt x="0" y="3603560"/>
                      </a:lnTo>
                      <a:close/>
                    </a:path>
                  </a:pathLst>
                </a:custGeom>
                <a:solidFill>
                  <a:srgbClr val="96D9C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5" name="" descr="8ae358bb-bc54-45ea-abd5-9be05c93d8ef"/>
                <p:cNvSpPr/>
                <p:nvPr/>
              </p:nvSpPr>
              <p:spPr>
                <a:xfrm>
                  <a:off x="4002668" y="2955763"/>
                  <a:ext cx="4418572" cy="3147424"/>
                </a:xfrm>
                <a:custGeom>
                  <a:gdLst>
                    <a:gd name="connsiteX0" fmla="*/ 0 w 4418572"/>
                    <a:gd name="connsiteY0" fmla="*/ 0 h 3147424"/>
                    <a:gd name="connsiteX1" fmla="*/ 4418573 w 4418572"/>
                    <a:gd name="connsiteY1" fmla="*/ 0 h 3147424"/>
                    <a:gd name="connsiteX2" fmla="*/ 4418573 w 4418572"/>
                    <a:gd name="connsiteY2" fmla="*/ 3147425 h 3147424"/>
                    <a:gd name="connsiteX3" fmla="*/ 0 w 4418572"/>
                    <a:gd name="connsiteY3" fmla="*/ 3147425 h 314742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18572" h="3147424">
                      <a:moveTo>
                        <a:pt x="0" y="0"/>
                      </a:moveTo>
                      <a:lnTo>
                        <a:pt x="4418573" y="0"/>
                      </a:lnTo>
                      <a:lnTo>
                        <a:pt x="4418573" y="3147425"/>
                      </a:lnTo>
                      <a:lnTo>
                        <a:pt x="0" y="3147425"/>
                      </a:lnTo>
                      <a:close/>
                    </a:path>
                  </a:pathLst>
                </a:custGeom>
                <a:solidFill>
                  <a:srgbClr val="F47458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6" name="" descr="56e48783-6f96-4ef3-9484-db8f942d87a7"/>
                <p:cNvSpPr/>
                <p:nvPr/>
              </p:nvSpPr>
              <p:spPr>
                <a:xfrm>
                  <a:off x="3990921" y="2718238"/>
                  <a:ext cx="4146844" cy="3384949"/>
                </a:xfrm>
                <a:custGeom>
                  <a:gdLst>
                    <a:gd name="connsiteX0" fmla="*/ 0 w 4146844"/>
                    <a:gd name="connsiteY0" fmla="*/ 0 h 3384949"/>
                    <a:gd name="connsiteX1" fmla="*/ 4146844 w 4146844"/>
                    <a:gd name="connsiteY1" fmla="*/ 0 h 3384949"/>
                    <a:gd name="connsiteX2" fmla="*/ 4146844 w 4146844"/>
                    <a:gd name="connsiteY2" fmla="*/ 3384950 h 3384949"/>
                    <a:gd name="connsiteX3" fmla="*/ 0 w 4146844"/>
                    <a:gd name="connsiteY3" fmla="*/ 3384950 h 3384949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46844" h="3384949">
                      <a:moveTo>
                        <a:pt x="0" y="0"/>
                      </a:moveTo>
                      <a:lnTo>
                        <a:pt x="4146844" y="0"/>
                      </a:lnTo>
                      <a:lnTo>
                        <a:pt x="4146844" y="3384950"/>
                      </a:lnTo>
                      <a:lnTo>
                        <a:pt x="0" y="3384950"/>
                      </a:lnTo>
                      <a:close/>
                    </a:path>
                  </a:pathLst>
                </a:custGeom>
                <a:solidFill>
                  <a:srgbClr val="86B1F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" descr="0e4d6621-35da-4996-9db2-81710973bfb0"/>
                <p:cNvSpPr/>
                <p:nvPr/>
              </p:nvSpPr>
              <p:spPr>
                <a:xfrm>
                  <a:off x="4072371" y="2870858"/>
                  <a:ext cx="3933244" cy="275529"/>
                </a:xfrm>
                <a:custGeom>
                  <a:gdLst>
                    <a:gd name="connsiteX0" fmla="*/ 0 w 3933244"/>
                    <a:gd name="connsiteY0" fmla="*/ 0 h 275529"/>
                    <a:gd name="connsiteX1" fmla="*/ 3933244 w 3933244"/>
                    <a:gd name="connsiteY1" fmla="*/ 0 h 275529"/>
                    <a:gd name="connsiteX2" fmla="*/ 3933244 w 3933244"/>
                    <a:gd name="connsiteY2" fmla="*/ 275529 h 275529"/>
                    <a:gd name="connsiteX3" fmla="*/ 0 w 3933244"/>
                    <a:gd name="connsiteY3" fmla="*/ 275529 h 275529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3243" h="275529">
                      <a:moveTo>
                        <a:pt x="0" y="0"/>
                      </a:moveTo>
                      <a:lnTo>
                        <a:pt x="3933244" y="0"/>
                      </a:lnTo>
                      <a:lnTo>
                        <a:pt x="3933244" y="275529"/>
                      </a:lnTo>
                      <a:lnTo>
                        <a:pt x="0" y="275529"/>
                      </a:lnTo>
                      <a:close/>
                    </a:path>
                  </a:pathLst>
                </a:custGeom>
                <a:solidFill>
                  <a:srgbClr val="9BC1F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" descr="395527cb-089b-4a01-be08-003c556e665f"/>
                <p:cNvSpPr/>
                <p:nvPr/>
              </p:nvSpPr>
              <p:spPr>
                <a:xfrm>
                  <a:off x="4002668" y="492929"/>
                  <a:ext cx="3439450" cy="5303721"/>
                </a:xfrm>
                <a:custGeom>
                  <a:gdLst>
                    <a:gd name="connsiteX0" fmla="*/ 0 w 3439450"/>
                    <a:gd name="connsiteY0" fmla="*/ 0 h 5303721"/>
                    <a:gd name="connsiteX1" fmla="*/ 3439451 w 3439450"/>
                    <a:gd name="connsiteY1" fmla="*/ 0 h 5303721"/>
                    <a:gd name="connsiteX2" fmla="*/ 3439451 w 3439450"/>
                    <a:gd name="connsiteY2" fmla="*/ 5303722 h 5303721"/>
                    <a:gd name="connsiteX3" fmla="*/ 0 w 3439450"/>
                    <a:gd name="connsiteY3" fmla="*/ 5303722 h 530372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39450" h="5303721">
                      <a:moveTo>
                        <a:pt x="0" y="0"/>
                      </a:moveTo>
                      <a:lnTo>
                        <a:pt x="3439451" y="0"/>
                      </a:lnTo>
                      <a:lnTo>
                        <a:pt x="3439451" y="5303722"/>
                      </a:lnTo>
                      <a:lnTo>
                        <a:pt x="0" y="5303722"/>
                      </a:ln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" descr="c6857df3-f398-4a4e-bbc6-c1c532420caa"/>
                <p:cNvSpPr/>
                <p:nvPr/>
              </p:nvSpPr>
              <p:spPr>
                <a:xfrm>
                  <a:off x="4093359" y="2800206"/>
                  <a:ext cx="3174027" cy="278034"/>
                </a:xfrm>
                <a:custGeom>
                  <a:gdLst>
                    <a:gd name="connsiteX0" fmla="*/ 0 w 3174027"/>
                    <a:gd name="connsiteY0" fmla="*/ 0 h 278034"/>
                    <a:gd name="connsiteX1" fmla="*/ 3174027 w 3174027"/>
                    <a:gd name="connsiteY1" fmla="*/ 0 h 278034"/>
                    <a:gd name="connsiteX2" fmla="*/ 3174027 w 3174027"/>
                    <a:gd name="connsiteY2" fmla="*/ 278034 h 278034"/>
                    <a:gd name="connsiteX3" fmla="*/ 0 w 3174027"/>
                    <a:gd name="connsiteY3" fmla="*/ 278034 h 27803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74027" h="278034">
                      <a:moveTo>
                        <a:pt x="0" y="0"/>
                      </a:moveTo>
                      <a:lnTo>
                        <a:pt x="3174027" y="0"/>
                      </a:lnTo>
                      <a:lnTo>
                        <a:pt x="3174027" y="278034"/>
                      </a:lnTo>
                      <a:lnTo>
                        <a:pt x="0" y="278034"/>
                      </a:lnTo>
                      <a:close/>
                    </a:path>
                  </a:pathLst>
                </a:custGeom>
                <a:solidFill>
                  <a:srgbClr val="F48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90" name="" descr="db615e87-72fc-45e5-b442-875f4bf8311b"/>
                <p:cNvGrpSpPr/>
                <p:nvPr/>
              </p:nvGrpSpPr>
              <p:grpSpPr>
                <a:xfrm>
                  <a:off x="4256086" y="3337099"/>
                  <a:ext cx="2908258" cy="1858569"/>
                  <a:chOff x="4256086" y="3337099"/>
                  <a:chExt cx="2908258" cy="1858569"/>
                </a:xfrm>
                <a:solidFill>
                  <a:srgbClr val="96D9C9"/>
                </a:solidFill>
              </p:grpSpPr>
              <p:sp>
                <p:nvSpPr>
                  <p:cNvPr id="91" name="" descr="92e287e9-ccec-4dc9-b08a-0b8d980aa708"/>
                  <p:cNvSpPr/>
                  <p:nvPr/>
                </p:nvSpPr>
                <p:spPr>
                  <a:xfrm>
                    <a:off x="4256086" y="3337099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" name="" descr="48058b97-fe01-4482-ac51-ce9e1e7b7f37"/>
                  <p:cNvSpPr/>
                  <p:nvPr/>
                </p:nvSpPr>
                <p:spPr>
                  <a:xfrm>
                    <a:off x="5904165" y="3337099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3" name="" descr="d6499b4f-680c-4004-a9d8-f99fe09519cb"/>
                  <p:cNvSpPr/>
                  <p:nvPr/>
                </p:nvSpPr>
                <p:spPr>
                  <a:xfrm>
                    <a:off x="4256086" y="3487042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4" name="" descr="09232e98-89eb-4ca3-b3e6-f462a3e45916"/>
                  <p:cNvSpPr/>
                  <p:nvPr/>
                </p:nvSpPr>
                <p:spPr>
                  <a:xfrm>
                    <a:off x="5904165" y="3487042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5" name="" descr="57b4d327-b2fa-4bc8-b818-e7220580d27e"/>
                  <p:cNvSpPr/>
                  <p:nvPr/>
                </p:nvSpPr>
                <p:spPr>
                  <a:xfrm>
                    <a:off x="4256086" y="3636985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6" name="" descr="9a7cfcd5-d080-464d-bbc8-6dc4e7feb606"/>
                  <p:cNvSpPr/>
                  <p:nvPr/>
                </p:nvSpPr>
                <p:spPr>
                  <a:xfrm>
                    <a:off x="5904165" y="3636985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7" name="" descr="706cab15-1dbb-4b4b-88c6-b336e1b18a05"/>
                  <p:cNvSpPr/>
                  <p:nvPr/>
                </p:nvSpPr>
                <p:spPr>
                  <a:xfrm>
                    <a:off x="4256086" y="3786928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8" name="" descr="39bb2372-4533-4c0a-bd80-c7c6c205390d"/>
                  <p:cNvSpPr/>
                  <p:nvPr/>
                </p:nvSpPr>
                <p:spPr>
                  <a:xfrm>
                    <a:off x="5904165" y="3786928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9" name="" descr="22dc0988-f249-486e-8f2a-feda9ae474cf"/>
                  <p:cNvSpPr/>
                  <p:nvPr/>
                </p:nvSpPr>
                <p:spPr>
                  <a:xfrm>
                    <a:off x="5904165" y="3936872"/>
                    <a:ext cx="1260179" cy="59251"/>
                  </a:xfrm>
                  <a:custGeom>
                    <a:gdLst>
                      <a:gd name="connsiteX0" fmla="*/ 0 w 1260179"/>
                      <a:gd name="connsiteY0" fmla="*/ 0 h 59251"/>
                      <a:gd name="connsiteX1" fmla="*/ 1260179 w 1260179"/>
                      <a:gd name="connsiteY1" fmla="*/ 0 h 59251"/>
                      <a:gd name="connsiteX2" fmla="*/ 1260179 w 1260179"/>
                      <a:gd name="connsiteY2" fmla="*/ 59252 h 59251"/>
                      <a:gd name="connsiteX3" fmla="*/ 0 w 1260179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251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" name="" descr="e6611e89-ed8a-4ac2-af43-ed3ed80d8e1b"/>
                  <p:cNvSpPr/>
                  <p:nvPr/>
                </p:nvSpPr>
                <p:spPr>
                  <a:xfrm>
                    <a:off x="4256086" y="3936872"/>
                    <a:ext cx="1354066" cy="59251"/>
                  </a:xfrm>
                  <a:custGeom>
                    <a:gdLst>
                      <a:gd name="connsiteX0" fmla="*/ 0 w 1354066"/>
                      <a:gd name="connsiteY0" fmla="*/ 0 h 59251"/>
                      <a:gd name="connsiteX1" fmla="*/ 1354066 w 1354066"/>
                      <a:gd name="connsiteY1" fmla="*/ 0 h 59251"/>
                      <a:gd name="connsiteX2" fmla="*/ 1354066 w 1354066"/>
                      <a:gd name="connsiteY2" fmla="*/ 59252 h 59251"/>
                      <a:gd name="connsiteX3" fmla="*/ 0 w 1354066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251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" name="" descr="c0c7032d-771f-490c-a447-6ddf3ed877be"/>
                  <p:cNvSpPr/>
                  <p:nvPr/>
                </p:nvSpPr>
                <p:spPr>
                  <a:xfrm>
                    <a:off x="4256086" y="4086815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" name="" descr="be23078a-e272-49de-bcc0-6d17b733282d"/>
                  <p:cNvSpPr/>
                  <p:nvPr/>
                </p:nvSpPr>
                <p:spPr>
                  <a:xfrm>
                    <a:off x="5904165" y="4086815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" name="" descr="bad0c7b1-75e1-47dd-8b09-c7311dd10f9a"/>
                  <p:cNvSpPr/>
                  <p:nvPr/>
                </p:nvSpPr>
                <p:spPr>
                  <a:xfrm>
                    <a:off x="4256086" y="4236758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" name="" descr="4d1f3b12-eb04-4f1b-953a-7d7eda5d57e2"/>
                  <p:cNvSpPr/>
                  <p:nvPr/>
                </p:nvSpPr>
                <p:spPr>
                  <a:xfrm>
                    <a:off x="5904165" y="4236758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" name="" descr="e0a05454-8de8-44ff-8f67-31dd0ef692c1"/>
                  <p:cNvSpPr/>
                  <p:nvPr/>
                </p:nvSpPr>
                <p:spPr>
                  <a:xfrm>
                    <a:off x="4256086" y="4386701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6" name="" descr="f22ca53b-cb6b-4b06-a89f-590d9356eff1"/>
                  <p:cNvSpPr/>
                  <p:nvPr/>
                </p:nvSpPr>
                <p:spPr>
                  <a:xfrm>
                    <a:off x="5904165" y="4386701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7" name="" descr="890e754c-96ba-47fa-84b3-6b3696d57267"/>
                  <p:cNvSpPr/>
                  <p:nvPr/>
                </p:nvSpPr>
                <p:spPr>
                  <a:xfrm>
                    <a:off x="4256086" y="4536644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" name="" descr="427444f9-14c0-4875-a22d-ca59e66f74c4"/>
                  <p:cNvSpPr/>
                  <p:nvPr/>
                </p:nvSpPr>
                <p:spPr>
                  <a:xfrm>
                    <a:off x="5904165" y="4536644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" name="" descr="3b9c4651-df88-4200-8ae8-851bc7665c42"/>
                  <p:cNvSpPr/>
                  <p:nvPr/>
                </p:nvSpPr>
                <p:spPr>
                  <a:xfrm>
                    <a:off x="4256086" y="4686587"/>
                    <a:ext cx="1354066" cy="59251"/>
                  </a:xfrm>
                  <a:custGeom>
                    <a:gdLst>
                      <a:gd name="connsiteX0" fmla="*/ 0 w 1354066"/>
                      <a:gd name="connsiteY0" fmla="*/ 0 h 59251"/>
                      <a:gd name="connsiteX1" fmla="*/ 1354066 w 1354066"/>
                      <a:gd name="connsiteY1" fmla="*/ 0 h 59251"/>
                      <a:gd name="connsiteX2" fmla="*/ 1354066 w 1354066"/>
                      <a:gd name="connsiteY2" fmla="*/ 59251 h 59251"/>
                      <a:gd name="connsiteX3" fmla="*/ 0 w 1354066"/>
                      <a:gd name="connsiteY3" fmla="*/ 59251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251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251"/>
                        </a:lnTo>
                        <a:lnTo>
                          <a:pt x="0" y="59251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0" name="" descr="c7a2a958-f768-4edf-9f29-f1498313ee04"/>
                  <p:cNvSpPr/>
                  <p:nvPr/>
                </p:nvSpPr>
                <p:spPr>
                  <a:xfrm>
                    <a:off x="5904165" y="4686587"/>
                    <a:ext cx="1260179" cy="59251"/>
                  </a:xfrm>
                  <a:custGeom>
                    <a:gdLst>
                      <a:gd name="connsiteX0" fmla="*/ 0 w 1260179"/>
                      <a:gd name="connsiteY0" fmla="*/ 0 h 59251"/>
                      <a:gd name="connsiteX1" fmla="*/ 1260179 w 1260179"/>
                      <a:gd name="connsiteY1" fmla="*/ 0 h 59251"/>
                      <a:gd name="connsiteX2" fmla="*/ 1260179 w 1260179"/>
                      <a:gd name="connsiteY2" fmla="*/ 59251 h 59251"/>
                      <a:gd name="connsiteX3" fmla="*/ 0 w 1260179"/>
                      <a:gd name="connsiteY3" fmla="*/ 59251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251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251"/>
                        </a:lnTo>
                        <a:lnTo>
                          <a:pt x="0" y="59251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" name="" descr="32dd8f21-a8aa-4047-a23d-2333295afaff"/>
                  <p:cNvSpPr/>
                  <p:nvPr/>
                </p:nvSpPr>
                <p:spPr>
                  <a:xfrm>
                    <a:off x="5904165" y="4836531"/>
                    <a:ext cx="1260179" cy="59251"/>
                  </a:xfrm>
                  <a:custGeom>
                    <a:gdLst>
                      <a:gd name="connsiteX0" fmla="*/ 0 w 1260179"/>
                      <a:gd name="connsiteY0" fmla="*/ 0 h 59251"/>
                      <a:gd name="connsiteX1" fmla="*/ 1260179 w 1260179"/>
                      <a:gd name="connsiteY1" fmla="*/ 0 h 59251"/>
                      <a:gd name="connsiteX2" fmla="*/ 1260179 w 1260179"/>
                      <a:gd name="connsiteY2" fmla="*/ 59252 h 59251"/>
                      <a:gd name="connsiteX3" fmla="*/ 0 w 1260179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251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" name="" descr="43927898-748e-4716-82e2-b7c3331fcd12"/>
                  <p:cNvSpPr/>
                  <p:nvPr/>
                </p:nvSpPr>
                <p:spPr>
                  <a:xfrm>
                    <a:off x="4256086" y="4836531"/>
                    <a:ext cx="1354066" cy="59251"/>
                  </a:xfrm>
                  <a:custGeom>
                    <a:gdLst>
                      <a:gd name="connsiteX0" fmla="*/ 0 w 1354066"/>
                      <a:gd name="connsiteY0" fmla="*/ 0 h 59251"/>
                      <a:gd name="connsiteX1" fmla="*/ 1354066 w 1354066"/>
                      <a:gd name="connsiteY1" fmla="*/ 0 h 59251"/>
                      <a:gd name="connsiteX2" fmla="*/ 1354066 w 1354066"/>
                      <a:gd name="connsiteY2" fmla="*/ 59252 h 59251"/>
                      <a:gd name="connsiteX3" fmla="*/ 0 w 1354066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251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" name="" descr="047820b3-da34-46cc-988a-fd03646cc383"/>
                  <p:cNvSpPr/>
                  <p:nvPr/>
                </p:nvSpPr>
                <p:spPr>
                  <a:xfrm>
                    <a:off x="4256086" y="4986474"/>
                    <a:ext cx="1354066" cy="59251"/>
                  </a:xfrm>
                  <a:custGeom>
                    <a:gdLst>
                      <a:gd name="connsiteX0" fmla="*/ 0 w 1354066"/>
                      <a:gd name="connsiteY0" fmla="*/ 0 h 59251"/>
                      <a:gd name="connsiteX1" fmla="*/ 1354066 w 1354066"/>
                      <a:gd name="connsiteY1" fmla="*/ 0 h 59251"/>
                      <a:gd name="connsiteX2" fmla="*/ 1354066 w 1354066"/>
                      <a:gd name="connsiteY2" fmla="*/ 59252 h 59251"/>
                      <a:gd name="connsiteX3" fmla="*/ 0 w 1354066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251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" name="" descr="0a6cf9ee-a3a1-4036-840d-d7dbfc9c7da4"/>
                  <p:cNvSpPr/>
                  <p:nvPr/>
                </p:nvSpPr>
                <p:spPr>
                  <a:xfrm>
                    <a:off x="5904165" y="4986474"/>
                    <a:ext cx="1260179" cy="59251"/>
                  </a:xfrm>
                  <a:custGeom>
                    <a:gdLst>
                      <a:gd name="connsiteX0" fmla="*/ 0 w 1260179"/>
                      <a:gd name="connsiteY0" fmla="*/ 0 h 59251"/>
                      <a:gd name="connsiteX1" fmla="*/ 1260179 w 1260179"/>
                      <a:gd name="connsiteY1" fmla="*/ 0 h 59251"/>
                      <a:gd name="connsiteX2" fmla="*/ 1260179 w 1260179"/>
                      <a:gd name="connsiteY2" fmla="*/ 59252 h 59251"/>
                      <a:gd name="connsiteX3" fmla="*/ 0 w 1260179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251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" name="" descr="a37bbc5a-3f91-44f3-96b3-5f99caa519b0"/>
                  <p:cNvSpPr/>
                  <p:nvPr/>
                </p:nvSpPr>
                <p:spPr>
                  <a:xfrm>
                    <a:off x="5904165" y="5136417"/>
                    <a:ext cx="1260179" cy="59251"/>
                  </a:xfrm>
                  <a:custGeom>
                    <a:gdLst>
                      <a:gd name="connsiteX0" fmla="*/ 0 w 1260179"/>
                      <a:gd name="connsiteY0" fmla="*/ 0 h 59251"/>
                      <a:gd name="connsiteX1" fmla="*/ 1260179 w 1260179"/>
                      <a:gd name="connsiteY1" fmla="*/ 0 h 59251"/>
                      <a:gd name="connsiteX2" fmla="*/ 1260179 w 1260179"/>
                      <a:gd name="connsiteY2" fmla="*/ 59252 h 59251"/>
                      <a:gd name="connsiteX3" fmla="*/ 0 w 1260179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251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" name="" descr="9d7bd572-a053-4520-8f4e-18218ae0cec0"/>
                  <p:cNvSpPr/>
                  <p:nvPr/>
                </p:nvSpPr>
                <p:spPr>
                  <a:xfrm>
                    <a:off x="4256086" y="5136417"/>
                    <a:ext cx="1354066" cy="59251"/>
                  </a:xfrm>
                  <a:custGeom>
                    <a:gdLst>
                      <a:gd name="connsiteX0" fmla="*/ 0 w 1354066"/>
                      <a:gd name="connsiteY0" fmla="*/ 0 h 59251"/>
                      <a:gd name="connsiteX1" fmla="*/ 1354066 w 1354066"/>
                      <a:gd name="connsiteY1" fmla="*/ 0 h 59251"/>
                      <a:gd name="connsiteX2" fmla="*/ 1354066 w 1354066"/>
                      <a:gd name="connsiteY2" fmla="*/ 59252 h 59251"/>
                      <a:gd name="connsiteX3" fmla="*/ 0 w 1354066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251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7" name="" descr="178bcc2e-fd2c-46eb-8272-5786a33503f9"/>
                <p:cNvGrpSpPr/>
                <p:nvPr/>
              </p:nvGrpSpPr>
              <p:grpSpPr>
                <a:xfrm>
                  <a:off x="6065855" y="786683"/>
                  <a:ext cx="1068690" cy="659024"/>
                  <a:chOff x="6065855" y="786683"/>
                  <a:chExt cx="1068690" cy="659024"/>
                </a:xfrm>
                <a:solidFill>
                  <a:srgbClr val="96D9C9"/>
                </a:solidFill>
              </p:grpSpPr>
              <p:sp>
                <p:nvSpPr>
                  <p:cNvPr id="118" name="" descr="9ad594aa-ec75-46f0-9d50-10a03d137067"/>
                  <p:cNvSpPr/>
                  <p:nvPr/>
                </p:nvSpPr>
                <p:spPr>
                  <a:xfrm>
                    <a:off x="6065855" y="786683"/>
                    <a:ext cx="1068690" cy="59338"/>
                  </a:xfrm>
                  <a:custGeom>
                    <a:gdLst>
                      <a:gd name="connsiteX0" fmla="*/ 0 w 1068690"/>
                      <a:gd name="connsiteY0" fmla="*/ 0 h 59338"/>
                      <a:gd name="connsiteX1" fmla="*/ 1068691 w 1068690"/>
                      <a:gd name="connsiteY1" fmla="*/ 0 h 59338"/>
                      <a:gd name="connsiteX2" fmla="*/ 1068691 w 1068690"/>
                      <a:gd name="connsiteY2" fmla="*/ 59338 h 59338"/>
                      <a:gd name="connsiteX3" fmla="*/ 0 w 1068690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338">
                        <a:moveTo>
                          <a:pt x="0" y="0"/>
                        </a:moveTo>
                        <a:lnTo>
                          <a:pt x="1068691" y="0"/>
                        </a:lnTo>
                        <a:lnTo>
                          <a:pt x="1068691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9" name="" descr="6e2a142a-938e-4c7a-8e8f-0357f8093836"/>
                  <p:cNvSpPr/>
                  <p:nvPr/>
                </p:nvSpPr>
                <p:spPr>
                  <a:xfrm>
                    <a:off x="6065855" y="936626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1 w 1068690"/>
                      <a:gd name="connsiteY1" fmla="*/ 0 h 59251"/>
                      <a:gd name="connsiteX2" fmla="*/ 1068691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1" y="0"/>
                        </a:lnTo>
                        <a:lnTo>
                          <a:pt x="1068691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0" name="" descr="b77a07c9-1d21-4521-8c74-396a46c66af3"/>
                  <p:cNvSpPr/>
                  <p:nvPr/>
                </p:nvSpPr>
                <p:spPr>
                  <a:xfrm>
                    <a:off x="6065855" y="1086569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1 w 1068690"/>
                      <a:gd name="connsiteY1" fmla="*/ 0 h 59251"/>
                      <a:gd name="connsiteX2" fmla="*/ 1068691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1" y="0"/>
                        </a:lnTo>
                        <a:lnTo>
                          <a:pt x="1068691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1" name="" descr="1d563acd-c31d-4856-aaa5-c46d9c1819d3"/>
                  <p:cNvSpPr/>
                  <p:nvPr/>
                </p:nvSpPr>
                <p:spPr>
                  <a:xfrm>
                    <a:off x="6065855" y="1236512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1 w 1068690"/>
                      <a:gd name="connsiteY1" fmla="*/ 0 h 59251"/>
                      <a:gd name="connsiteX2" fmla="*/ 1068691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1" y="0"/>
                        </a:lnTo>
                        <a:lnTo>
                          <a:pt x="1068691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2" name="" descr="3d4120eb-bb71-402d-99b9-8650cec35394"/>
                  <p:cNvSpPr/>
                  <p:nvPr/>
                </p:nvSpPr>
                <p:spPr>
                  <a:xfrm>
                    <a:off x="6065855" y="1386456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1 w 1068690"/>
                      <a:gd name="connsiteY1" fmla="*/ 0 h 59251"/>
                      <a:gd name="connsiteX2" fmla="*/ 1068691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1" y="0"/>
                        </a:lnTo>
                        <a:lnTo>
                          <a:pt x="1068691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23" name="" descr="df2ad240-93e9-45c8-bd08-e18dd886db9e"/>
                <p:cNvGrpSpPr/>
                <p:nvPr/>
              </p:nvGrpSpPr>
              <p:grpSpPr>
                <a:xfrm>
                  <a:off x="6070605" y="1642465"/>
                  <a:ext cx="1068690" cy="658938"/>
                  <a:chOff x="6070605" y="1642465"/>
                  <a:chExt cx="1068690" cy="658938"/>
                </a:xfrm>
                <a:solidFill>
                  <a:srgbClr val="96D9C9"/>
                </a:solidFill>
              </p:grpSpPr>
              <p:sp>
                <p:nvSpPr>
                  <p:cNvPr id="124" name="" descr="f84be4e2-d3a6-4190-bd18-08f3aee7998c"/>
                  <p:cNvSpPr/>
                  <p:nvPr/>
                </p:nvSpPr>
                <p:spPr>
                  <a:xfrm>
                    <a:off x="6070605" y="1642465"/>
                    <a:ext cx="1068690" cy="59338"/>
                  </a:xfrm>
                  <a:custGeom>
                    <a:gdLst>
                      <a:gd name="connsiteX0" fmla="*/ 0 w 1068690"/>
                      <a:gd name="connsiteY0" fmla="*/ 0 h 59338"/>
                      <a:gd name="connsiteX1" fmla="*/ 1068690 w 1068690"/>
                      <a:gd name="connsiteY1" fmla="*/ 0 h 59338"/>
                      <a:gd name="connsiteX2" fmla="*/ 1068690 w 1068690"/>
                      <a:gd name="connsiteY2" fmla="*/ 59338 h 59338"/>
                      <a:gd name="connsiteX3" fmla="*/ 0 w 1068690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338">
                        <a:moveTo>
                          <a:pt x="0" y="0"/>
                        </a:moveTo>
                        <a:lnTo>
                          <a:pt x="1068690" y="0"/>
                        </a:lnTo>
                        <a:lnTo>
                          <a:pt x="1068690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5" name="" descr="d24ed556-1960-432f-8fc4-1a9e50bb7535"/>
                  <p:cNvSpPr/>
                  <p:nvPr/>
                </p:nvSpPr>
                <p:spPr>
                  <a:xfrm>
                    <a:off x="6070605" y="1792408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0 w 1068690"/>
                      <a:gd name="connsiteY1" fmla="*/ 0 h 59251"/>
                      <a:gd name="connsiteX2" fmla="*/ 1068690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0" y="0"/>
                        </a:lnTo>
                        <a:lnTo>
                          <a:pt x="1068690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6" name="" descr="9d687857-8cd4-4a0c-b24d-7e6ce8df5d7a"/>
                  <p:cNvSpPr/>
                  <p:nvPr/>
                </p:nvSpPr>
                <p:spPr>
                  <a:xfrm>
                    <a:off x="6070605" y="1942351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0 w 1068690"/>
                      <a:gd name="connsiteY1" fmla="*/ 0 h 59251"/>
                      <a:gd name="connsiteX2" fmla="*/ 1068690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0" y="0"/>
                        </a:lnTo>
                        <a:lnTo>
                          <a:pt x="1068690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7" name="" descr="0fc7a68c-5de7-43d2-aa0c-cd85cc69201d"/>
                  <p:cNvSpPr/>
                  <p:nvPr/>
                </p:nvSpPr>
                <p:spPr>
                  <a:xfrm>
                    <a:off x="6070605" y="2092294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0 w 1068690"/>
                      <a:gd name="connsiteY1" fmla="*/ 0 h 59251"/>
                      <a:gd name="connsiteX2" fmla="*/ 1068690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0" y="0"/>
                        </a:lnTo>
                        <a:lnTo>
                          <a:pt x="1068690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8" name="" descr="7b562780-2c0c-4e52-827b-16ce35f7edb7"/>
                  <p:cNvSpPr/>
                  <p:nvPr/>
                </p:nvSpPr>
                <p:spPr>
                  <a:xfrm>
                    <a:off x="6070605" y="2242151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0 w 1068690"/>
                      <a:gd name="connsiteY1" fmla="*/ 0 h 59251"/>
                      <a:gd name="connsiteX2" fmla="*/ 1068690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0" y="0"/>
                        </a:lnTo>
                        <a:lnTo>
                          <a:pt x="1068690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29" name="" descr="305c180a-522b-452f-9afe-39ac1f935e3f"/>
                <p:cNvSpPr/>
                <p:nvPr/>
              </p:nvSpPr>
              <p:spPr>
                <a:xfrm>
                  <a:off x="4322766" y="801021"/>
                  <a:ext cx="1460391" cy="1809250"/>
                </a:xfrm>
                <a:custGeom>
                  <a:gdLst>
                    <a:gd name="connsiteX0" fmla="*/ 0 w 1460391"/>
                    <a:gd name="connsiteY0" fmla="*/ 0 h 1809250"/>
                    <a:gd name="connsiteX1" fmla="*/ 1460391 w 1460391"/>
                    <a:gd name="connsiteY1" fmla="*/ 0 h 1809250"/>
                    <a:gd name="connsiteX2" fmla="*/ 1460391 w 1460391"/>
                    <a:gd name="connsiteY2" fmla="*/ 1809251 h 1809250"/>
                    <a:gd name="connsiteX3" fmla="*/ 0 w 1460391"/>
                    <a:gd name="connsiteY3" fmla="*/ 1809251 h 180925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0391" h="1809250">
                      <a:moveTo>
                        <a:pt x="0" y="0"/>
                      </a:moveTo>
                      <a:lnTo>
                        <a:pt x="1460391" y="0"/>
                      </a:lnTo>
                      <a:lnTo>
                        <a:pt x="1460391" y="1809251"/>
                      </a:lnTo>
                      <a:lnTo>
                        <a:pt x="0" y="1809251"/>
                      </a:lnTo>
                      <a:close/>
                    </a:path>
                  </a:pathLst>
                </a:custGeom>
                <a:solidFill>
                  <a:srgbClr val="96D9C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0" name="" descr="181095f9-caca-45ae-b121-9af99a285811"/>
              <p:cNvGrpSpPr/>
              <p:nvPr/>
            </p:nvGrpSpPr>
            <p:grpSpPr>
              <a:xfrm>
                <a:off x="1806297" y="332710"/>
                <a:ext cx="2284372" cy="2251318"/>
                <a:chOff x="1806297" y="332710"/>
                <a:chExt cx="2284372" cy="2251318"/>
              </a:xfrm>
            </p:grpSpPr>
            <p:sp>
              <p:nvSpPr>
                <p:cNvPr id="131" name="" descr="ce30bd8e-08db-4595-84ff-ae9f972abe15"/>
                <p:cNvSpPr/>
                <p:nvPr/>
              </p:nvSpPr>
              <p:spPr>
                <a:xfrm>
                  <a:off x="2361853" y="1084689"/>
                  <a:ext cx="1057033" cy="1486860"/>
                </a:xfrm>
                <a:custGeom>
                  <a:gdLst>
                    <a:gd name="connsiteX0" fmla="*/ 317238 w 1057033"/>
                    <a:gd name="connsiteY0" fmla="*/ 37812 h 1486860"/>
                    <a:gd name="connsiteX1" fmla="*/ 315338 w 1057033"/>
                    <a:gd name="connsiteY1" fmla="*/ 987394 h 1486860"/>
                    <a:gd name="connsiteX2" fmla="*/ 488515 w 1057033"/>
                    <a:gd name="connsiteY2" fmla="*/ 1151675 h 1486860"/>
                    <a:gd name="connsiteX3" fmla="*/ 614533 w 1057033"/>
                    <a:gd name="connsiteY3" fmla="*/ 1404229 h 1486860"/>
                    <a:gd name="connsiteX4" fmla="*/ 803776 w 1057033"/>
                    <a:gd name="connsiteY4" fmla="*/ 1476005 h 1486860"/>
                    <a:gd name="connsiteX5" fmla="*/ 963565 w 1057033"/>
                    <a:gd name="connsiteY5" fmla="*/ 1411571 h 1486860"/>
                    <a:gd name="connsiteX6" fmla="*/ 1050198 w 1057033"/>
                    <a:gd name="connsiteY6" fmla="*/ 1228633 h 1486860"/>
                    <a:gd name="connsiteX7" fmla="*/ 976780 w 1057033"/>
                    <a:gd name="connsiteY7" fmla="*/ 720761 h 1486860"/>
                    <a:gd name="connsiteX8" fmla="*/ 317238 w 1057033"/>
                    <a:gd name="connsiteY8" fmla="*/ 37812 h 148686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7033" h="1486860">
                      <a:moveTo>
                        <a:pt x="317238" y="37812"/>
                      </a:moveTo>
                      <a:cubicBezTo>
                        <a:pt x="-104607" y="207793"/>
                        <a:pt x="-106248" y="811712"/>
                        <a:pt x="315338" y="987394"/>
                      </a:cubicBezTo>
                      <a:cubicBezTo>
                        <a:pt x="391087" y="1018920"/>
                        <a:pt x="451893" y="1078258"/>
                        <a:pt x="488515" y="1151675"/>
                      </a:cubicBezTo>
                      <a:lnTo>
                        <a:pt x="614533" y="1404229"/>
                      </a:lnTo>
                      <a:cubicBezTo>
                        <a:pt x="649255" y="1473846"/>
                        <a:pt x="731655" y="1505113"/>
                        <a:pt x="803776" y="1476005"/>
                      </a:cubicBezTo>
                      <a:lnTo>
                        <a:pt x="963565" y="1411571"/>
                      </a:lnTo>
                      <a:cubicBezTo>
                        <a:pt x="1035687" y="1382463"/>
                        <a:pt x="1073432" y="1302828"/>
                        <a:pt x="1050198" y="1228633"/>
                      </a:cubicBezTo>
                      <a:cubicBezTo>
                        <a:pt x="965466" y="957682"/>
                        <a:pt x="914592" y="863967"/>
                        <a:pt x="976780" y="720761"/>
                      </a:cubicBezTo>
                      <a:cubicBezTo>
                        <a:pt x="1158941" y="302026"/>
                        <a:pt x="739255" y="-132170"/>
                        <a:pt x="317238" y="37812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32" name="" descr="e47e9c5a-98d1-4e3c-b4f9-5b0c0a2389a3"/>
                <p:cNvSpPr/>
                <p:nvPr/>
              </p:nvSpPr>
              <p:spPr>
                <a:xfrm>
                  <a:off x="2596676" y="1379959"/>
                  <a:ext cx="627340" cy="901232"/>
                </a:xfrm>
                <a:custGeom>
                  <a:gdLst>
                    <a:gd name="connsiteX0" fmla="*/ 388347 w 627340"/>
                    <a:gd name="connsiteY0" fmla="*/ 901233 h 901232"/>
                    <a:gd name="connsiteX1" fmla="*/ 181657 w 627340"/>
                    <a:gd name="connsiteY1" fmla="*/ 362526 h 901232"/>
                    <a:gd name="connsiteX2" fmla="*/ 109881 w 627340"/>
                    <a:gd name="connsiteY2" fmla="*/ 228216 h 901232"/>
                    <a:gd name="connsiteX3" fmla="*/ 195131 w 627340"/>
                    <a:gd name="connsiteY3" fmla="*/ 332900 h 901232"/>
                    <a:gd name="connsiteX4" fmla="*/ 418751 w 627340"/>
                    <a:gd name="connsiteY4" fmla="*/ 209732 h 901232"/>
                    <a:gd name="connsiteX5" fmla="*/ 394048 w 627340"/>
                    <a:gd name="connsiteY5" fmla="*/ 68426 h 901232"/>
                    <a:gd name="connsiteX6" fmla="*/ 515402 w 627340"/>
                    <a:gd name="connsiteY6" fmla="*/ 23685 h 901232"/>
                    <a:gd name="connsiteX7" fmla="*/ 535699 w 627340"/>
                    <a:gd name="connsiteY7" fmla="*/ 91488 h 901232"/>
                    <a:gd name="connsiteX8" fmla="*/ 446735 w 627340"/>
                    <a:gd name="connsiteY8" fmla="*/ 218024 h 901232"/>
                    <a:gd name="connsiteX9" fmla="*/ 627341 w 627340"/>
                    <a:gd name="connsiteY9" fmla="*/ 769946 h 901232"/>
                    <a:gd name="connsiteX10" fmla="*/ 604279 w 627340"/>
                    <a:gd name="connsiteY10" fmla="*/ 778152 h 901232"/>
                    <a:gd name="connsiteX11" fmla="*/ 426265 w 627340"/>
                    <a:gd name="connsiteY11" fmla="*/ 235212 h 901232"/>
                    <a:gd name="connsiteX12" fmla="*/ 205151 w 627340"/>
                    <a:gd name="connsiteY12" fmla="*/ 355357 h 901232"/>
                    <a:gd name="connsiteX13" fmla="*/ 411322 w 627340"/>
                    <a:gd name="connsiteY13" fmla="*/ 893028 h 901232"/>
                    <a:gd name="connsiteX14" fmla="*/ 388347 w 627340"/>
                    <a:gd name="connsiteY14" fmla="*/ 901233 h 901232"/>
                    <a:gd name="connsiteX15" fmla="*/ 50025 w 627340"/>
                    <a:gd name="connsiteY15" fmla="*/ 333418 h 901232"/>
                    <a:gd name="connsiteX16" fmla="*/ 171379 w 627340"/>
                    <a:gd name="connsiteY16" fmla="*/ 339983 h 901232"/>
                    <a:gd name="connsiteX17" fmla="*/ 97530 w 627340"/>
                    <a:gd name="connsiteY17" fmla="*/ 249377 h 901232"/>
                    <a:gd name="connsiteX18" fmla="*/ 50025 w 627340"/>
                    <a:gd name="connsiteY18" fmla="*/ 333418 h 901232"/>
                    <a:gd name="connsiteX19" fmla="*/ 418060 w 627340"/>
                    <a:gd name="connsiteY19" fmla="*/ 73177 h 901232"/>
                    <a:gd name="connsiteX20" fmla="*/ 439048 w 627340"/>
                    <a:gd name="connsiteY20" fmla="*/ 192112 h 901232"/>
                    <a:gd name="connsiteX21" fmla="*/ 511429 w 627340"/>
                    <a:gd name="connsiteY21" fmla="*/ 88379 h 901232"/>
                    <a:gd name="connsiteX22" fmla="*/ 467897 w 627340"/>
                    <a:gd name="connsiteY22" fmla="*/ 24463 h 901232"/>
                    <a:gd name="connsiteX23" fmla="*/ 418060 w 627340"/>
                    <a:gd name="connsiteY23" fmla="*/ 73177 h 901232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627340" h="901232">
                      <a:moveTo>
                        <a:pt x="388347" y="901233"/>
                      </a:moveTo>
                      <a:cubicBezTo>
                        <a:pt x="306984" y="671049"/>
                        <a:pt x="211110" y="430328"/>
                        <a:pt x="181657" y="362526"/>
                      </a:cubicBezTo>
                      <a:cubicBezTo>
                        <a:pt x="-66319" y="432488"/>
                        <a:pt x="-30042" y="146507"/>
                        <a:pt x="109881" y="228216"/>
                      </a:cubicBezTo>
                      <a:cubicBezTo>
                        <a:pt x="149786" y="251537"/>
                        <a:pt x="174661" y="289627"/>
                        <a:pt x="195131" y="332900"/>
                      </a:cubicBezTo>
                      <a:cubicBezTo>
                        <a:pt x="276840" y="306729"/>
                        <a:pt x="353021" y="264752"/>
                        <a:pt x="418751" y="209732"/>
                      </a:cubicBezTo>
                      <a:cubicBezTo>
                        <a:pt x="401735" y="152294"/>
                        <a:pt x="386102" y="109367"/>
                        <a:pt x="394048" y="68426"/>
                      </a:cubicBezTo>
                      <a:cubicBezTo>
                        <a:pt x="406054" y="6583"/>
                        <a:pt x="474029" y="-24770"/>
                        <a:pt x="515402" y="23685"/>
                      </a:cubicBezTo>
                      <a:cubicBezTo>
                        <a:pt x="530949" y="41910"/>
                        <a:pt x="538722" y="67822"/>
                        <a:pt x="535699" y="91488"/>
                      </a:cubicBezTo>
                      <a:cubicBezTo>
                        <a:pt x="529308" y="141930"/>
                        <a:pt x="485517" y="183993"/>
                        <a:pt x="446735" y="218024"/>
                      </a:cubicBezTo>
                      <a:cubicBezTo>
                        <a:pt x="501928" y="403121"/>
                        <a:pt x="562648" y="588477"/>
                        <a:pt x="627341" y="769946"/>
                      </a:cubicBezTo>
                      <a:lnTo>
                        <a:pt x="604279" y="778152"/>
                      </a:lnTo>
                      <a:cubicBezTo>
                        <a:pt x="540623" y="599619"/>
                        <a:pt x="480853" y="417286"/>
                        <a:pt x="426265" y="235212"/>
                      </a:cubicBezTo>
                      <a:cubicBezTo>
                        <a:pt x="360708" y="288331"/>
                        <a:pt x="285564" y="329272"/>
                        <a:pt x="205151" y="355357"/>
                      </a:cubicBezTo>
                      <a:cubicBezTo>
                        <a:pt x="242550" y="442075"/>
                        <a:pt x="334969" y="677009"/>
                        <a:pt x="411322" y="893028"/>
                      </a:cubicBezTo>
                      <a:lnTo>
                        <a:pt x="388347" y="901233"/>
                      </a:lnTo>
                      <a:close/>
                      <a:moveTo>
                        <a:pt x="50025" y="333418"/>
                      </a:moveTo>
                      <a:cubicBezTo>
                        <a:pt x="77664" y="352507"/>
                        <a:pt x="117396" y="354666"/>
                        <a:pt x="171379" y="339983"/>
                      </a:cubicBezTo>
                      <a:cubicBezTo>
                        <a:pt x="152982" y="301892"/>
                        <a:pt x="130956" y="268898"/>
                        <a:pt x="97530" y="249377"/>
                      </a:cubicBezTo>
                      <a:cubicBezTo>
                        <a:pt x="22299" y="205414"/>
                        <a:pt x="3557" y="301460"/>
                        <a:pt x="50025" y="333418"/>
                      </a:cubicBezTo>
                      <a:close/>
                      <a:moveTo>
                        <a:pt x="418060" y="73177"/>
                      </a:moveTo>
                      <a:cubicBezTo>
                        <a:pt x="411409" y="107640"/>
                        <a:pt x="425574" y="146594"/>
                        <a:pt x="439048" y="192112"/>
                      </a:cubicBezTo>
                      <a:cubicBezTo>
                        <a:pt x="470315" y="163696"/>
                        <a:pt x="506333" y="128801"/>
                        <a:pt x="511429" y="88379"/>
                      </a:cubicBezTo>
                      <a:cubicBezTo>
                        <a:pt x="515056" y="60048"/>
                        <a:pt x="496054" y="25326"/>
                        <a:pt x="467897" y="24463"/>
                      </a:cubicBezTo>
                      <a:cubicBezTo>
                        <a:pt x="464787" y="24376"/>
                        <a:pt x="422724" y="48993"/>
                        <a:pt x="418060" y="73177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33" name="" descr="196de4c3-6d2a-4e2d-aa22-f1da2dc39805"/>
                <p:cNvSpPr/>
                <p:nvPr/>
              </p:nvSpPr>
              <p:spPr>
                <a:xfrm>
                  <a:off x="2847000" y="2037102"/>
                  <a:ext cx="571973" cy="534534"/>
                </a:xfrm>
                <a:custGeom>
                  <a:gdLst>
                    <a:gd name="connsiteX0" fmla="*/ 0 w 571973"/>
                    <a:gd name="connsiteY0" fmla="*/ 193216 h 534534"/>
                    <a:gd name="connsiteX1" fmla="*/ 3455 w 571973"/>
                    <a:gd name="connsiteY1" fmla="*/ 199348 h 534534"/>
                    <a:gd name="connsiteX2" fmla="*/ 129473 w 571973"/>
                    <a:gd name="connsiteY2" fmla="*/ 451903 h 534534"/>
                    <a:gd name="connsiteX3" fmla="*/ 318716 w 571973"/>
                    <a:gd name="connsiteY3" fmla="*/ 523678 h 534534"/>
                    <a:gd name="connsiteX4" fmla="*/ 478505 w 571973"/>
                    <a:gd name="connsiteY4" fmla="*/ 459244 h 534534"/>
                    <a:gd name="connsiteX5" fmla="*/ 565137 w 571973"/>
                    <a:gd name="connsiteY5" fmla="*/ 276307 h 534534"/>
                    <a:gd name="connsiteX6" fmla="*/ 479196 w 571973"/>
                    <a:gd name="connsiteY6" fmla="*/ 0 h 534534"/>
                    <a:gd name="connsiteX7" fmla="*/ 0 w 571973"/>
                    <a:gd name="connsiteY7" fmla="*/ 193216 h 53453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71973" h="534534">
                      <a:moveTo>
                        <a:pt x="0" y="193216"/>
                      </a:moveTo>
                      <a:cubicBezTo>
                        <a:pt x="1123" y="195289"/>
                        <a:pt x="2332" y="197275"/>
                        <a:pt x="3455" y="199348"/>
                      </a:cubicBezTo>
                      <a:lnTo>
                        <a:pt x="129473" y="451903"/>
                      </a:lnTo>
                      <a:cubicBezTo>
                        <a:pt x="164195" y="521519"/>
                        <a:pt x="246594" y="552786"/>
                        <a:pt x="318716" y="523678"/>
                      </a:cubicBezTo>
                      <a:lnTo>
                        <a:pt x="478505" y="459244"/>
                      </a:lnTo>
                      <a:cubicBezTo>
                        <a:pt x="550627" y="430136"/>
                        <a:pt x="588371" y="350501"/>
                        <a:pt x="565137" y="276307"/>
                      </a:cubicBezTo>
                      <a:cubicBezTo>
                        <a:pt x="527479" y="155816"/>
                        <a:pt x="496471" y="70394"/>
                        <a:pt x="479196" y="0"/>
                      </a:cubicBezTo>
                      <a:lnTo>
                        <a:pt x="0" y="193216"/>
                      </a:lnTo>
                      <a:close/>
                    </a:path>
                  </a:pathLst>
                </a:custGeom>
                <a:solidFill>
                  <a:srgbClr val="96D9C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34" name="" descr="6a817339-6cfb-45c7-aec0-fd0941297fe5"/>
                <p:cNvSpPr/>
                <p:nvPr/>
              </p:nvSpPr>
              <p:spPr>
                <a:xfrm>
                  <a:off x="2113236" y="704343"/>
                  <a:ext cx="282406" cy="307741"/>
                </a:xfrm>
                <a:custGeom>
                  <a:gdLst>
                    <a:gd name="connsiteX0" fmla="*/ 196612 w 282406"/>
                    <a:gd name="connsiteY0" fmla="*/ 291103 h 307741"/>
                    <a:gd name="connsiteX1" fmla="*/ 12206 w 282406"/>
                    <a:gd name="connsiteY1" fmla="*/ 81304 h 307741"/>
                    <a:gd name="connsiteX2" fmla="*/ 16697 w 282406"/>
                    <a:gd name="connsiteY2" fmla="*/ 12206 h 307741"/>
                    <a:gd name="connsiteX3" fmla="*/ 85795 w 282406"/>
                    <a:gd name="connsiteY3" fmla="*/ 16697 h 307741"/>
                    <a:gd name="connsiteX4" fmla="*/ 270201 w 282406"/>
                    <a:gd name="connsiteY4" fmla="*/ 226497 h 307741"/>
                    <a:gd name="connsiteX5" fmla="*/ 265710 w 282406"/>
                    <a:gd name="connsiteY5" fmla="*/ 295595 h 307741"/>
                    <a:gd name="connsiteX6" fmla="*/ 196612 w 282406"/>
                    <a:gd name="connsiteY6" fmla="*/ 291103 h 30774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82406" h="307741">
                      <a:moveTo>
                        <a:pt x="196612" y="291103"/>
                      </a:moveTo>
                      <a:lnTo>
                        <a:pt x="12206" y="81304"/>
                      </a:lnTo>
                      <a:cubicBezTo>
                        <a:pt x="-5673" y="61006"/>
                        <a:pt x="-3687" y="30085"/>
                        <a:pt x="16697" y="12206"/>
                      </a:cubicBezTo>
                      <a:cubicBezTo>
                        <a:pt x="36995" y="-5673"/>
                        <a:pt x="67916" y="-3687"/>
                        <a:pt x="85795" y="16697"/>
                      </a:cubicBezTo>
                      <a:lnTo>
                        <a:pt x="270201" y="226497"/>
                      </a:lnTo>
                      <a:cubicBezTo>
                        <a:pt x="288080" y="246794"/>
                        <a:pt x="286094" y="277716"/>
                        <a:pt x="265710" y="295595"/>
                      </a:cubicBezTo>
                      <a:cubicBezTo>
                        <a:pt x="245239" y="313474"/>
                        <a:pt x="214318" y="311315"/>
                        <a:pt x="196612" y="291103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35" name="" descr="6f33cccb-1cb0-46a3-a3ff-dfd0ab7830a9"/>
                <p:cNvSpPr/>
                <p:nvPr/>
              </p:nvSpPr>
              <p:spPr>
                <a:xfrm>
                  <a:off x="1806297" y="1540203"/>
                  <a:ext cx="389018" cy="136808"/>
                </a:xfrm>
                <a:custGeom>
                  <a:gdLst>
                    <a:gd name="connsiteX0" fmla="*/ 346525 w 389018"/>
                    <a:gd name="connsiteY0" fmla="*/ 97511 h 136808"/>
                    <a:gd name="connsiteX1" fmla="*/ 55449 w 389018"/>
                    <a:gd name="connsiteY1" fmla="*/ 136379 h 136808"/>
                    <a:gd name="connsiteX2" fmla="*/ 429 w 389018"/>
                    <a:gd name="connsiteY2" fmla="*/ 94315 h 136808"/>
                    <a:gd name="connsiteX3" fmla="*/ 42493 w 389018"/>
                    <a:gd name="connsiteY3" fmla="*/ 39296 h 136808"/>
                    <a:gd name="connsiteX4" fmla="*/ 333569 w 389018"/>
                    <a:gd name="connsiteY4" fmla="*/ 428 h 136808"/>
                    <a:gd name="connsiteX5" fmla="*/ 388589 w 389018"/>
                    <a:gd name="connsiteY5" fmla="*/ 42492 h 136808"/>
                    <a:gd name="connsiteX6" fmla="*/ 346525 w 389018"/>
                    <a:gd name="connsiteY6" fmla="*/ 97511 h 136808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018" h="136808">
                      <a:moveTo>
                        <a:pt x="346525" y="97511"/>
                      </a:moveTo>
                      <a:lnTo>
                        <a:pt x="55449" y="136379"/>
                      </a:lnTo>
                      <a:cubicBezTo>
                        <a:pt x="28673" y="139920"/>
                        <a:pt x="4057" y="121177"/>
                        <a:pt x="429" y="94315"/>
                      </a:cubicBezTo>
                      <a:cubicBezTo>
                        <a:pt x="-3112" y="67540"/>
                        <a:pt x="15631" y="42923"/>
                        <a:pt x="42493" y="39296"/>
                      </a:cubicBezTo>
                      <a:lnTo>
                        <a:pt x="333569" y="428"/>
                      </a:lnTo>
                      <a:cubicBezTo>
                        <a:pt x="360345" y="-3113"/>
                        <a:pt x="384961" y="15716"/>
                        <a:pt x="388589" y="42492"/>
                      </a:cubicBezTo>
                      <a:cubicBezTo>
                        <a:pt x="392130" y="69267"/>
                        <a:pt x="373387" y="93883"/>
                        <a:pt x="346525" y="97511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36" name="" descr="5ae002fb-5aed-4388-b21c-6110949524ea"/>
                <p:cNvSpPr/>
                <p:nvPr/>
              </p:nvSpPr>
              <p:spPr>
                <a:xfrm>
                  <a:off x="2042958" y="2255071"/>
                  <a:ext cx="279708" cy="328957"/>
                </a:xfrm>
                <a:custGeom>
                  <a:gdLst>
                    <a:gd name="connsiteX0" fmla="*/ 22454 w 279708"/>
                    <a:gd name="connsiteY0" fmla="*/ 321170 h 328957"/>
                    <a:gd name="connsiteX1" fmla="*/ 7771 w 279708"/>
                    <a:gd name="connsiteY1" fmla="*/ 253540 h 328957"/>
                    <a:gd name="connsiteX2" fmla="*/ 195373 w 279708"/>
                    <a:gd name="connsiteY2" fmla="*/ 15151 h 328957"/>
                    <a:gd name="connsiteX3" fmla="*/ 264557 w 279708"/>
                    <a:gd name="connsiteY3" fmla="*/ 13510 h 328957"/>
                    <a:gd name="connsiteX4" fmla="*/ 266198 w 279708"/>
                    <a:gd name="connsiteY4" fmla="*/ 82695 h 328957"/>
                    <a:gd name="connsiteX5" fmla="*/ 90171 w 279708"/>
                    <a:gd name="connsiteY5" fmla="*/ 306487 h 328957"/>
                    <a:gd name="connsiteX6" fmla="*/ 22454 w 279708"/>
                    <a:gd name="connsiteY6" fmla="*/ 321170 h 328957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79708" h="328957">
                      <a:moveTo>
                        <a:pt x="22454" y="321170"/>
                      </a:moveTo>
                      <a:cubicBezTo>
                        <a:pt x="-262" y="306573"/>
                        <a:pt x="-6826" y="276256"/>
                        <a:pt x="7771" y="253540"/>
                      </a:cubicBezTo>
                      <a:cubicBezTo>
                        <a:pt x="62445" y="168549"/>
                        <a:pt x="125583" y="88309"/>
                        <a:pt x="195373" y="15151"/>
                      </a:cubicBezTo>
                      <a:cubicBezTo>
                        <a:pt x="214029" y="-4369"/>
                        <a:pt x="245037" y="-5146"/>
                        <a:pt x="264557" y="13510"/>
                      </a:cubicBezTo>
                      <a:cubicBezTo>
                        <a:pt x="284078" y="32167"/>
                        <a:pt x="284855" y="63175"/>
                        <a:pt x="266198" y="82695"/>
                      </a:cubicBezTo>
                      <a:cubicBezTo>
                        <a:pt x="200728" y="151361"/>
                        <a:pt x="141476" y="226592"/>
                        <a:pt x="90171" y="306487"/>
                      </a:cubicBezTo>
                      <a:cubicBezTo>
                        <a:pt x="75574" y="329116"/>
                        <a:pt x="45257" y="335853"/>
                        <a:pt x="22454" y="321170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37" name="" descr="6ec2fa80-de3a-4e47-8000-cf0ff64a48d2"/>
                <p:cNvSpPr/>
                <p:nvPr/>
              </p:nvSpPr>
              <p:spPr>
                <a:xfrm>
                  <a:off x="2940717" y="332710"/>
                  <a:ext cx="124198" cy="492192"/>
                </a:xfrm>
                <a:custGeom>
                  <a:gdLst>
                    <a:gd name="connsiteX0" fmla="*/ 71600 w 124198"/>
                    <a:gd name="connsiteY0" fmla="*/ 492149 h 492192"/>
                    <a:gd name="connsiteX1" fmla="*/ 24700 w 124198"/>
                    <a:gd name="connsiteY1" fmla="*/ 441189 h 492192"/>
                    <a:gd name="connsiteX2" fmla="*/ 688 w 124198"/>
                    <a:gd name="connsiteY2" fmla="*/ 57090 h 492192"/>
                    <a:gd name="connsiteX3" fmla="*/ 40851 w 124198"/>
                    <a:gd name="connsiteY3" fmla="*/ 688 h 492192"/>
                    <a:gd name="connsiteX4" fmla="*/ 97253 w 124198"/>
                    <a:gd name="connsiteY4" fmla="*/ 40851 h 492192"/>
                    <a:gd name="connsiteX5" fmla="*/ 122560 w 124198"/>
                    <a:gd name="connsiteY5" fmla="*/ 445163 h 492192"/>
                    <a:gd name="connsiteX6" fmla="*/ 71600 w 124198"/>
                    <a:gd name="connsiteY6" fmla="*/ 492149 h 492192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4198" h="492191">
                      <a:moveTo>
                        <a:pt x="71600" y="492149"/>
                      </a:moveTo>
                      <a:cubicBezTo>
                        <a:pt x="44566" y="491027"/>
                        <a:pt x="23577" y="468224"/>
                        <a:pt x="24700" y="441189"/>
                      </a:cubicBezTo>
                      <a:cubicBezTo>
                        <a:pt x="29968" y="312926"/>
                        <a:pt x="21936" y="183712"/>
                        <a:pt x="688" y="57090"/>
                      </a:cubicBezTo>
                      <a:cubicBezTo>
                        <a:pt x="-3803" y="30400"/>
                        <a:pt x="14162" y="5179"/>
                        <a:pt x="40851" y="688"/>
                      </a:cubicBezTo>
                      <a:cubicBezTo>
                        <a:pt x="67541" y="-3803"/>
                        <a:pt x="92761" y="14162"/>
                        <a:pt x="97253" y="40851"/>
                      </a:cubicBezTo>
                      <a:cubicBezTo>
                        <a:pt x="119623" y="174125"/>
                        <a:pt x="128088" y="310162"/>
                        <a:pt x="122560" y="445163"/>
                      </a:cubicBezTo>
                      <a:cubicBezTo>
                        <a:pt x="121351" y="472456"/>
                        <a:pt x="98376" y="493272"/>
                        <a:pt x="71600" y="492149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38" name="" descr="0f302923-302b-4f97-a5bf-cc15d6971ba3"/>
                <p:cNvSpPr/>
                <p:nvPr/>
              </p:nvSpPr>
              <p:spPr>
                <a:xfrm>
                  <a:off x="3381976" y="897348"/>
                  <a:ext cx="374766" cy="253720"/>
                </a:xfrm>
                <a:custGeom>
                  <a:gdLst>
                    <a:gd name="connsiteX0" fmla="*/ 6322 w 374766"/>
                    <a:gd name="connsiteY0" fmla="*/ 228780 h 253720"/>
                    <a:gd name="connsiteX1" fmla="*/ 24979 w 374766"/>
                    <a:gd name="connsiteY1" fmla="*/ 162100 h 253720"/>
                    <a:gd name="connsiteX2" fmla="*/ 301803 w 374766"/>
                    <a:gd name="connsiteY2" fmla="*/ 6284 h 253720"/>
                    <a:gd name="connsiteX3" fmla="*/ 368483 w 374766"/>
                    <a:gd name="connsiteY3" fmla="*/ 24940 h 253720"/>
                    <a:gd name="connsiteX4" fmla="*/ 349827 w 374766"/>
                    <a:gd name="connsiteY4" fmla="*/ 91620 h 253720"/>
                    <a:gd name="connsiteX5" fmla="*/ 73002 w 374766"/>
                    <a:gd name="connsiteY5" fmla="*/ 247436 h 253720"/>
                    <a:gd name="connsiteX6" fmla="*/ 6322 w 374766"/>
                    <a:gd name="connsiteY6" fmla="*/ 228780 h 25372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4766" h="253720">
                      <a:moveTo>
                        <a:pt x="6322" y="228780"/>
                      </a:moveTo>
                      <a:cubicBezTo>
                        <a:pt x="-6979" y="205200"/>
                        <a:pt x="1399" y="175402"/>
                        <a:pt x="24979" y="162100"/>
                      </a:cubicBezTo>
                      <a:lnTo>
                        <a:pt x="301803" y="6284"/>
                      </a:lnTo>
                      <a:cubicBezTo>
                        <a:pt x="325383" y="-6931"/>
                        <a:pt x="355182" y="1360"/>
                        <a:pt x="368483" y="24940"/>
                      </a:cubicBezTo>
                      <a:cubicBezTo>
                        <a:pt x="381698" y="48520"/>
                        <a:pt x="373406" y="78319"/>
                        <a:pt x="349827" y="91620"/>
                      </a:cubicBezTo>
                      <a:lnTo>
                        <a:pt x="73002" y="247436"/>
                      </a:lnTo>
                      <a:cubicBezTo>
                        <a:pt x="49508" y="260652"/>
                        <a:pt x="19623" y="252360"/>
                        <a:pt x="6322" y="228780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39" name="" descr="3c9a92a1-bed5-4fdc-8ad1-48e4d6bddb1d"/>
                <p:cNvSpPr/>
                <p:nvPr/>
              </p:nvSpPr>
              <p:spPr>
                <a:xfrm>
                  <a:off x="3679249" y="1659095"/>
                  <a:ext cx="411420" cy="148934"/>
                </a:xfrm>
                <a:custGeom>
                  <a:gdLst>
                    <a:gd name="connsiteX0" fmla="*/ 373170 w 411420"/>
                    <a:gd name="connsiteY0" fmla="*/ 147737 h 148934"/>
                    <a:gd name="connsiteX1" fmla="*/ 359782 w 411420"/>
                    <a:gd name="connsiteY1" fmla="*/ 148860 h 148934"/>
                    <a:gd name="connsiteX2" fmla="*/ 35971 w 411420"/>
                    <a:gd name="connsiteY2" fmla="*/ 96173 h 148934"/>
                    <a:gd name="connsiteX3" fmla="*/ 1767 w 411420"/>
                    <a:gd name="connsiteY3" fmla="*/ 35971 h 148934"/>
                    <a:gd name="connsiteX4" fmla="*/ 61969 w 411420"/>
                    <a:gd name="connsiteY4" fmla="*/ 1767 h 148934"/>
                    <a:gd name="connsiteX5" fmla="*/ 365137 w 411420"/>
                    <a:gd name="connsiteY5" fmla="*/ 51086 h 148934"/>
                    <a:gd name="connsiteX6" fmla="*/ 411347 w 411420"/>
                    <a:gd name="connsiteY6" fmla="*/ 102651 h 148934"/>
                    <a:gd name="connsiteX7" fmla="*/ 373170 w 411420"/>
                    <a:gd name="connsiteY7" fmla="*/ 147737 h 14893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11420" h="148934">
                      <a:moveTo>
                        <a:pt x="373170" y="147737"/>
                      </a:moveTo>
                      <a:cubicBezTo>
                        <a:pt x="368851" y="148687"/>
                        <a:pt x="364447" y="149119"/>
                        <a:pt x="359782" y="148860"/>
                      </a:cubicBezTo>
                      <a:cubicBezTo>
                        <a:pt x="250521" y="142900"/>
                        <a:pt x="141518" y="125194"/>
                        <a:pt x="35971" y="96173"/>
                      </a:cubicBezTo>
                      <a:cubicBezTo>
                        <a:pt x="9886" y="89004"/>
                        <a:pt x="-5402" y="62055"/>
                        <a:pt x="1767" y="35971"/>
                      </a:cubicBezTo>
                      <a:cubicBezTo>
                        <a:pt x="8936" y="9886"/>
                        <a:pt x="35884" y="-5402"/>
                        <a:pt x="61969" y="1767"/>
                      </a:cubicBezTo>
                      <a:cubicBezTo>
                        <a:pt x="160779" y="28975"/>
                        <a:pt x="262786" y="45558"/>
                        <a:pt x="365137" y="51086"/>
                      </a:cubicBezTo>
                      <a:cubicBezTo>
                        <a:pt x="392086" y="52554"/>
                        <a:pt x="412815" y="75616"/>
                        <a:pt x="411347" y="102651"/>
                      </a:cubicBezTo>
                      <a:cubicBezTo>
                        <a:pt x="410138" y="125021"/>
                        <a:pt x="393986" y="143073"/>
                        <a:pt x="373170" y="147737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0" name="" descr="8fe6d34d-73d3-44f9-8b24-3f70382828cf"/>
              <p:cNvGrpSpPr/>
              <p:nvPr/>
            </p:nvGrpSpPr>
            <p:grpSpPr>
              <a:xfrm>
                <a:off x="4035490" y="0"/>
                <a:ext cx="3103806" cy="336594"/>
                <a:chOff x="4035490" y="0"/>
                <a:chExt cx="3103806" cy="336594"/>
              </a:xfrm>
            </p:grpSpPr>
            <p:sp>
              <p:nvSpPr>
                <p:cNvPr id="141" name="" descr="ea9d308f-efc7-4dcc-b6db-bfe64eab4188"/>
                <p:cNvSpPr/>
                <p:nvPr/>
              </p:nvSpPr>
              <p:spPr>
                <a:xfrm>
                  <a:off x="4035490" y="0"/>
                  <a:ext cx="3103806" cy="336594"/>
                </a:xfrm>
                <a:custGeom>
                  <a:gdLst>
                    <a:gd name="connsiteX0" fmla="*/ 3060793 w 3103806"/>
                    <a:gd name="connsiteY0" fmla="*/ 336595 h 336594"/>
                    <a:gd name="connsiteX1" fmla="*/ 43014 w 3103806"/>
                    <a:gd name="connsiteY1" fmla="*/ 336595 h 336594"/>
                    <a:gd name="connsiteX2" fmla="*/ 0 w 3103806"/>
                    <a:gd name="connsiteY2" fmla="*/ 293581 h 336594"/>
                    <a:gd name="connsiteX3" fmla="*/ 0 w 3103806"/>
                    <a:gd name="connsiteY3" fmla="*/ 43014 h 336594"/>
                    <a:gd name="connsiteX4" fmla="*/ 43014 w 3103806"/>
                    <a:gd name="connsiteY4" fmla="*/ 0 h 336594"/>
                    <a:gd name="connsiteX5" fmla="*/ 3060793 w 3103806"/>
                    <a:gd name="connsiteY5" fmla="*/ 0 h 336594"/>
                    <a:gd name="connsiteX6" fmla="*/ 3103806 w 3103806"/>
                    <a:gd name="connsiteY6" fmla="*/ 43014 h 336594"/>
                    <a:gd name="connsiteX7" fmla="*/ 3103806 w 3103806"/>
                    <a:gd name="connsiteY7" fmla="*/ 293581 h 336594"/>
                    <a:gd name="connsiteX8" fmla="*/ 3060793 w 3103806"/>
                    <a:gd name="connsiteY8" fmla="*/ 336595 h 33659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03806" h="336594">
                      <a:moveTo>
                        <a:pt x="3060793" y="336595"/>
                      </a:moveTo>
                      <a:lnTo>
                        <a:pt x="43014" y="336595"/>
                      </a:lnTo>
                      <a:cubicBezTo>
                        <a:pt x="19261" y="336595"/>
                        <a:pt x="0" y="317334"/>
                        <a:pt x="0" y="293581"/>
                      </a:cubicBezTo>
                      <a:lnTo>
                        <a:pt x="0" y="43014"/>
                      </a:lnTo>
                      <a:cubicBezTo>
                        <a:pt x="0" y="19261"/>
                        <a:pt x="19261" y="0"/>
                        <a:pt x="43014" y="0"/>
                      </a:cubicBezTo>
                      <a:lnTo>
                        <a:pt x="3060793" y="0"/>
                      </a:lnTo>
                      <a:cubicBezTo>
                        <a:pt x="3084545" y="0"/>
                        <a:pt x="3103806" y="19261"/>
                        <a:pt x="3103806" y="43014"/>
                      </a:cubicBezTo>
                      <a:lnTo>
                        <a:pt x="3103806" y="293581"/>
                      </a:lnTo>
                      <a:cubicBezTo>
                        <a:pt x="3103806" y="317334"/>
                        <a:pt x="3084545" y="336595"/>
                        <a:pt x="3060793" y="336595"/>
                      </a:cubicBezTo>
                      <a:close/>
                    </a:path>
                  </a:pathLst>
                </a:custGeom>
                <a:solidFill>
                  <a:srgbClr val="9BC1F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42" name="" descr="db206456-e1a0-4117-9206-ed855d072e1c"/>
                <p:cNvSpPr/>
                <p:nvPr/>
              </p:nvSpPr>
              <p:spPr>
                <a:xfrm>
                  <a:off x="4161680" y="43359"/>
                  <a:ext cx="2321786" cy="248580"/>
                </a:xfrm>
                <a:custGeom>
                  <a:gdLst>
                    <a:gd name="connsiteX0" fmla="*/ 2249320 w 2321786"/>
                    <a:gd name="connsiteY0" fmla="*/ 248581 h 248580"/>
                    <a:gd name="connsiteX1" fmla="*/ 72380 w 2321786"/>
                    <a:gd name="connsiteY1" fmla="*/ 248581 h 248580"/>
                    <a:gd name="connsiteX2" fmla="*/ 0 w 2321786"/>
                    <a:gd name="connsiteY2" fmla="*/ 176201 h 248580"/>
                    <a:gd name="connsiteX3" fmla="*/ 0 w 2321786"/>
                    <a:gd name="connsiteY3" fmla="*/ 72380 h 248580"/>
                    <a:gd name="connsiteX4" fmla="*/ 72380 w 2321786"/>
                    <a:gd name="connsiteY4" fmla="*/ 0 h 248580"/>
                    <a:gd name="connsiteX5" fmla="*/ 2249407 w 2321786"/>
                    <a:gd name="connsiteY5" fmla="*/ 0 h 248580"/>
                    <a:gd name="connsiteX6" fmla="*/ 2321787 w 2321786"/>
                    <a:gd name="connsiteY6" fmla="*/ 72380 h 248580"/>
                    <a:gd name="connsiteX7" fmla="*/ 2321787 w 2321786"/>
                    <a:gd name="connsiteY7" fmla="*/ 176201 h 248580"/>
                    <a:gd name="connsiteX8" fmla="*/ 2249320 w 2321786"/>
                    <a:gd name="connsiteY8" fmla="*/ 248581 h 248580"/>
                    <a:gd name="connsiteX9" fmla="*/ 72380 w 2321786"/>
                    <a:gd name="connsiteY9" fmla="*/ 20038 h 248580"/>
                    <a:gd name="connsiteX10" fmla="*/ 20039 w 2321786"/>
                    <a:gd name="connsiteY10" fmla="*/ 72380 h 248580"/>
                    <a:gd name="connsiteX11" fmla="*/ 20039 w 2321786"/>
                    <a:gd name="connsiteY11" fmla="*/ 176201 h 248580"/>
                    <a:gd name="connsiteX12" fmla="*/ 72380 w 2321786"/>
                    <a:gd name="connsiteY12" fmla="*/ 228542 h 248580"/>
                    <a:gd name="connsiteX13" fmla="*/ 2249407 w 2321786"/>
                    <a:gd name="connsiteY13" fmla="*/ 228542 h 248580"/>
                    <a:gd name="connsiteX14" fmla="*/ 2301749 w 2321786"/>
                    <a:gd name="connsiteY14" fmla="*/ 176201 h 248580"/>
                    <a:gd name="connsiteX15" fmla="*/ 2301749 w 2321786"/>
                    <a:gd name="connsiteY15" fmla="*/ 72380 h 248580"/>
                    <a:gd name="connsiteX16" fmla="*/ 2249407 w 2321786"/>
                    <a:gd name="connsiteY16" fmla="*/ 20038 h 248580"/>
                    <a:gd name="connsiteX17" fmla="*/ 72380 w 2321786"/>
                    <a:gd name="connsiteY17" fmla="*/ 20038 h 24858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21786" h="248579">
                      <a:moveTo>
                        <a:pt x="2249320" y="248581"/>
                      </a:moveTo>
                      <a:lnTo>
                        <a:pt x="72380" y="248581"/>
                      </a:lnTo>
                      <a:cubicBezTo>
                        <a:pt x="32476" y="248581"/>
                        <a:pt x="0" y="216105"/>
                        <a:pt x="0" y="176201"/>
                      </a:cubicBezTo>
                      <a:lnTo>
                        <a:pt x="0" y="72380"/>
                      </a:lnTo>
                      <a:cubicBezTo>
                        <a:pt x="0" y="32476"/>
                        <a:pt x="32476" y="0"/>
                        <a:pt x="72380" y="0"/>
                      </a:cubicBezTo>
                      <a:lnTo>
                        <a:pt x="2249407" y="0"/>
                      </a:lnTo>
                      <a:cubicBezTo>
                        <a:pt x="2289311" y="0"/>
                        <a:pt x="2321787" y="32476"/>
                        <a:pt x="2321787" y="72380"/>
                      </a:cubicBezTo>
                      <a:lnTo>
                        <a:pt x="2321787" y="176201"/>
                      </a:lnTo>
                      <a:cubicBezTo>
                        <a:pt x="2321701" y="216105"/>
                        <a:pt x="2289225" y="248581"/>
                        <a:pt x="2249320" y="248581"/>
                      </a:cubicBezTo>
                      <a:close/>
                      <a:moveTo>
                        <a:pt x="72380" y="20038"/>
                      </a:moveTo>
                      <a:cubicBezTo>
                        <a:pt x="43532" y="20038"/>
                        <a:pt x="20039" y="43532"/>
                        <a:pt x="20039" y="72380"/>
                      </a:cubicBezTo>
                      <a:lnTo>
                        <a:pt x="20039" y="176201"/>
                      </a:lnTo>
                      <a:cubicBezTo>
                        <a:pt x="20039" y="205049"/>
                        <a:pt x="43532" y="228542"/>
                        <a:pt x="72380" y="228542"/>
                      </a:cubicBezTo>
                      <a:lnTo>
                        <a:pt x="2249407" y="228542"/>
                      </a:lnTo>
                      <a:cubicBezTo>
                        <a:pt x="2278255" y="228542"/>
                        <a:pt x="2301749" y="205049"/>
                        <a:pt x="2301749" y="176201"/>
                      </a:cubicBezTo>
                      <a:lnTo>
                        <a:pt x="2301749" y="72380"/>
                      </a:lnTo>
                      <a:cubicBezTo>
                        <a:pt x="2301749" y="43532"/>
                        <a:pt x="2278255" y="20038"/>
                        <a:pt x="2249407" y="20038"/>
                      </a:cubicBezTo>
                      <a:lnTo>
                        <a:pt x="72380" y="20038"/>
                      </a:lnTo>
                      <a:close/>
                    </a:path>
                  </a:pathLst>
                </a:custGeom>
                <a:solidFill>
                  <a:srgbClr val="466EB6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43" name="" descr="323182ac-af16-45aa-a707-c2dfc8a36de6"/>
                <p:cNvSpPr/>
                <p:nvPr/>
              </p:nvSpPr>
              <p:spPr>
                <a:xfrm>
                  <a:off x="6704927" y="27034"/>
                  <a:ext cx="174300" cy="174300"/>
                </a:xfrm>
                <a:custGeom>
                  <a:gdLst>
                    <a:gd name="connsiteX0" fmla="*/ 87150 w 174300"/>
                    <a:gd name="connsiteY0" fmla="*/ 174300 h 174300"/>
                    <a:gd name="connsiteX1" fmla="*/ 0 w 174300"/>
                    <a:gd name="connsiteY1" fmla="*/ 87150 h 174300"/>
                    <a:gd name="connsiteX2" fmla="*/ 87150 w 174300"/>
                    <a:gd name="connsiteY2" fmla="*/ 0 h 174300"/>
                    <a:gd name="connsiteX3" fmla="*/ 174300 w 174300"/>
                    <a:gd name="connsiteY3" fmla="*/ 87150 h 174300"/>
                    <a:gd name="connsiteX4" fmla="*/ 87150 w 174300"/>
                    <a:gd name="connsiteY4" fmla="*/ 174300 h 174300"/>
                    <a:gd name="connsiteX5" fmla="*/ 87150 w 174300"/>
                    <a:gd name="connsiteY5" fmla="*/ 20038 h 174300"/>
                    <a:gd name="connsiteX6" fmla="*/ 20039 w 174300"/>
                    <a:gd name="connsiteY6" fmla="*/ 87150 h 174300"/>
                    <a:gd name="connsiteX7" fmla="*/ 87150 w 174300"/>
                    <a:gd name="connsiteY7" fmla="*/ 154262 h 174300"/>
                    <a:gd name="connsiteX8" fmla="*/ 154262 w 174300"/>
                    <a:gd name="connsiteY8" fmla="*/ 87150 h 174300"/>
                    <a:gd name="connsiteX9" fmla="*/ 87150 w 174300"/>
                    <a:gd name="connsiteY9" fmla="*/ 20038 h 17430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4300" h="174300">
                      <a:moveTo>
                        <a:pt x="87150" y="174300"/>
                      </a:moveTo>
                      <a:cubicBezTo>
                        <a:pt x="39127" y="174300"/>
                        <a:pt x="0" y="135173"/>
                        <a:pt x="0" y="87150"/>
                      </a:cubicBezTo>
                      <a:cubicBezTo>
                        <a:pt x="0" y="39127"/>
                        <a:pt x="39127" y="0"/>
                        <a:pt x="87150" y="0"/>
                      </a:cubicBezTo>
                      <a:cubicBezTo>
                        <a:pt x="135174" y="0"/>
                        <a:pt x="174300" y="39127"/>
                        <a:pt x="174300" y="87150"/>
                      </a:cubicBezTo>
                      <a:cubicBezTo>
                        <a:pt x="174300" y="135173"/>
                        <a:pt x="135174" y="174300"/>
                        <a:pt x="87150" y="174300"/>
                      </a:cubicBezTo>
                      <a:close/>
                      <a:moveTo>
                        <a:pt x="87150" y="20038"/>
                      </a:moveTo>
                      <a:cubicBezTo>
                        <a:pt x="50183" y="20038"/>
                        <a:pt x="20039" y="50183"/>
                        <a:pt x="20039" y="87150"/>
                      </a:cubicBezTo>
                      <a:cubicBezTo>
                        <a:pt x="20039" y="124118"/>
                        <a:pt x="50183" y="154262"/>
                        <a:pt x="87150" y="154262"/>
                      </a:cubicBezTo>
                      <a:cubicBezTo>
                        <a:pt x="124118" y="154262"/>
                        <a:pt x="154262" y="124118"/>
                        <a:pt x="154262" y="87150"/>
                      </a:cubicBezTo>
                      <a:cubicBezTo>
                        <a:pt x="154262" y="50183"/>
                        <a:pt x="124118" y="20038"/>
                        <a:pt x="87150" y="20038"/>
                      </a:cubicBezTo>
                      <a:close/>
                    </a:path>
                  </a:pathLst>
                </a:custGeom>
                <a:solidFill>
                  <a:srgbClr val="466EB6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44" name="" descr="e0f80c7b-290e-4aa0-a3c8-43d16b403bcb"/>
                <p:cNvSpPr/>
                <p:nvPr/>
              </p:nvSpPr>
              <p:spPr>
                <a:xfrm>
                  <a:off x="6826286" y="167298"/>
                  <a:ext cx="109948" cy="128183"/>
                </a:xfrm>
                <a:custGeom>
                  <a:gdLst>
                    <a:gd name="connsiteX0" fmla="*/ 79977 w 109948"/>
                    <a:gd name="connsiteY0" fmla="*/ 120582 h 128183"/>
                    <a:gd name="connsiteX1" fmla="*/ 1982 w 109948"/>
                    <a:gd name="connsiteY1" fmla="*/ 15985 h 128183"/>
                    <a:gd name="connsiteX2" fmla="*/ 4055 w 109948"/>
                    <a:gd name="connsiteY2" fmla="*/ 1992 h 128183"/>
                    <a:gd name="connsiteX3" fmla="*/ 17443 w 109948"/>
                    <a:gd name="connsiteY3" fmla="*/ 3288 h 128183"/>
                    <a:gd name="connsiteX4" fmla="*/ 18134 w 109948"/>
                    <a:gd name="connsiteY4" fmla="*/ 3979 h 128183"/>
                    <a:gd name="connsiteX5" fmla="*/ 105802 w 109948"/>
                    <a:gd name="connsiteY5" fmla="*/ 101321 h 128183"/>
                    <a:gd name="connsiteX6" fmla="*/ 104593 w 109948"/>
                    <a:gd name="connsiteY6" fmla="*/ 124037 h 128183"/>
                    <a:gd name="connsiteX7" fmla="*/ 81877 w 109948"/>
                    <a:gd name="connsiteY7" fmla="*/ 122828 h 128183"/>
                    <a:gd name="connsiteX8" fmla="*/ 80927 w 109948"/>
                    <a:gd name="connsiteY8" fmla="*/ 121705 h 128183"/>
                    <a:gd name="connsiteX9" fmla="*/ 79977 w 109948"/>
                    <a:gd name="connsiteY9" fmla="*/ 120582 h 128183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9948" h="128183">
                      <a:moveTo>
                        <a:pt x="79977" y="120582"/>
                      </a:moveTo>
                      <a:lnTo>
                        <a:pt x="1982" y="15985"/>
                      </a:lnTo>
                      <a:cubicBezTo>
                        <a:pt x="-1300" y="11580"/>
                        <a:pt x="-436" y="5274"/>
                        <a:pt x="4055" y="1992"/>
                      </a:cubicBezTo>
                      <a:cubicBezTo>
                        <a:pt x="8201" y="-1117"/>
                        <a:pt x="13988" y="-513"/>
                        <a:pt x="17443" y="3288"/>
                      </a:cubicBezTo>
                      <a:lnTo>
                        <a:pt x="18134" y="3979"/>
                      </a:lnTo>
                      <a:lnTo>
                        <a:pt x="105802" y="101321"/>
                      </a:lnTo>
                      <a:cubicBezTo>
                        <a:pt x="111762" y="107972"/>
                        <a:pt x="111244" y="118077"/>
                        <a:pt x="104593" y="124037"/>
                      </a:cubicBezTo>
                      <a:cubicBezTo>
                        <a:pt x="97942" y="129997"/>
                        <a:pt x="87750" y="129478"/>
                        <a:pt x="81877" y="122828"/>
                      </a:cubicBezTo>
                      <a:cubicBezTo>
                        <a:pt x="81531" y="122482"/>
                        <a:pt x="81272" y="122050"/>
                        <a:pt x="80927" y="121705"/>
                      </a:cubicBezTo>
                      <a:lnTo>
                        <a:pt x="79977" y="120582"/>
                      </a:lnTo>
                      <a:close/>
                    </a:path>
                  </a:pathLst>
                </a:custGeom>
                <a:solidFill>
                  <a:srgbClr val="466EB6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5" name="" descr="e0cade7c-5f39-458e-b9a2-a4aaa45cde9c"/>
              <p:cNvGrpSpPr/>
              <p:nvPr/>
            </p:nvGrpSpPr>
            <p:grpSpPr>
              <a:xfrm>
                <a:off x="8471340" y="297725"/>
                <a:ext cx="280661" cy="280483"/>
                <a:chOff x="8471340" y="297725"/>
                <a:chExt cx="280661" cy="280483"/>
              </a:xfrm>
            </p:grpSpPr>
            <p:sp>
              <p:nvSpPr>
                <p:cNvPr id="146" name="" descr="bfa9d9ae-23f6-4353-a269-ef769d51049f"/>
                <p:cNvSpPr/>
                <p:nvPr/>
              </p:nvSpPr>
              <p:spPr>
                <a:xfrm>
                  <a:off x="8471340" y="297725"/>
                  <a:ext cx="280661" cy="280483"/>
                </a:xfrm>
                <a:custGeom>
                  <a:gdLst>
                    <a:gd name="connsiteX0" fmla="*/ 268444 w 280661"/>
                    <a:gd name="connsiteY0" fmla="*/ 83178 h 280483"/>
                    <a:gd name="connsiteX1" fmla="*/ 194422 w 280661"/>
                    <a:gd name="connsiteY1" fmla="*/ 269743 h 280483"/>
                    <a:gd name="connsiteX2" fmla="*/ 13644 w 280661"/>
                    <a:gd name="connsiteY2" fmla="*/ 200559 h 280483"/>
                    <a:gd name="connsiteX3" fmla="*/ 83174 w 280661"/>
                    <a:gd name="connsiteY3" fmla="*/ 12180 h 280483"/>
                    <a:gd name="connsiteX4" fmla="*/ 268444 w 280661"/>
                    <a:gd name="connsiteY4" fmla="*/ 83178 h 280483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0661" h="280483">
                      <a:moveTo>
                        <a:pt x="268444" y="83178"/>
                      </a:moveTo>
                      <a:cubicBezTo>
                        <a:pt x="300488" y="154954"/>
                        <a:pt x="267321" y="239254"/>
                        <a:pt x="194422" y="269743"/>
                      </a:cubicBezTo>
                      <a:cubicBezTo>
                        <a:pt x="125756" y="298419"/>
                        <a:pt x="45601" y="267757"/>
                        <a:pt x="13644" y="200559"/>
                      </a:cubicBezTo>
                      <a:cubicBezTo>
                        <a:pt x="-20301" y="129128"/>
                        <a:pt x="11398" y="44224"/>
                        <a:pt x="83174" y="12180"/>
                      </a:cubicBezTo>
                      <a:cubicBezTo>
                        <a:pt x="153913" y="-19346"/>
                        <a:pt x="236917" y="12439"/>
                        <a:pt x="268444" y="83178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47" name="" descr="3f27a202-aa39-426d-9e74-d18a4a11ab9d"/>
                <p:cNvSpPr/>
                <p:nvPr/>
              </p:nvSpPr>
              <p:spPr>
                <a:xfrm>
                  <a:off x="8552268" y="427718"/>
                  <a:ext cx="143539" cy="105621"/>
                </a:xfrm>
                <a:custGeom>
                  <a:gdLst>
                    <a:gd name="connsiteX0" fmla="*/ 0 w 143539"/>
                    <a:gd name="connsiteY0" fmla="*/ 61152 h 105621"/>
                    <a:gd name="connsiteX1" fmla="*/ 99069 w 143539"/>
                    <a:gd name="connsiteY1" fmla="*/ 99070 h 105621"/>
                    <a:gd name="connsiteX2" fmla="*/ 136987 w 143539"/>
                    <a:gd name="connsiteY2" fmla="*/ 0 h 105621"/>
                    <a:gd name="connsiteX3" fmla="*/ 0 w 143539"/>
                    <a:gd name="connsiteY3" fmla="*/ 61152 h 10562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3539" h="105621">
                      <a:moveTo>
                        <a:pt x="0" y="61152"/>
                      </a:moveTo>
                      <a:cubicBezTo>
                        <a:pt x="16843" y="98983"/>
                        <a:pt x="61238" y="115999"/>
                        <a:pt x="99069" y="99070"/>
                      </a:cubicBezTo>
                      <a:cubicBezTo>
                        <a:pt x="136901" y="82227"/>
                        <a:pt x="153916" y="37831"/>
                        <a:pt x="136987" y="0"/>
                      </a:cubicBezTo>
                      <a:lnTo>
                        <a:pt x="0" y="61152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8" name="" descr="6da913bc-531b-43bb-b142-631236ffcd80"/>
              <p:cNvGrpSpPr/>
              <p:nvPr/>
            </p:nvGrpSpPr>
            <p:grpSpPr>
              <a:xfrm>
                <a:off x="7118157" y="3364171"/>
                <a:ext cx="1152622" cy="3229192"/>
                <a:chOff x="7118157" y="3364171"/>
                <a:chExt cx="1152622" cy="3229192"/>
              </a:xfrm>
            </p:grpSpPr>
            <p:sp>
              <p:nvSpPr>
                <p:cNvPr id="149" name="" descr="ff7b5436-b4ae-4ecf-b6c1-9f50e18a4875"/>
                <p:cNvSpPr/>
                <p:nvPr/>
              </p:nvSpPr>
              <p:spPr>
                <a:xfrm>
                  <a:off x="7118157" y="4175001"/>
                  <a:ext cx="641899" cy="863041"/>
                </a:xfrm>
                <a:custGeom>
                  <a:gdLst>
                    <a:gd name="connsiteX0" fmla="*/ 90755 w 641899"/>
                    <a:gd name="connsiteY0" fmla="*/ 654188 h 863041"/>
                    <a:gd name="connsiteX1" fmla="*/ 149402 w 641899"/>
                    <a:gd name="connsiteY1" fmla="*/ 646673 h 863041"/>
                    <a:gd name="connsiteX2" fmla="*/ 218501 w 641899"/>
                    <a:gd name="connsiteY2" fmla="*/ 562805 h 863041"/>
                    <a:gd name="connsiteX3" fmla="*/ 410853 w 641899"/>
                    <a:gd name="connsiteY3" fmla="*/ 310597 h 863041"/>
                    <a:gd name="connsiteX4" fmla="*/ 468550 w 641899"/>
                    <a:gd name="connsiteY4" fmla="*/ 1382 h 863041"/>
                    <a:gd name="connsiteX5" fmla="*/ 641900 w 641899"/>
                    <a:gd name="connsiteY5" fmla="*/ 0 h 863041"/>
                    <a:gd name="connsiteX6" fmla="*/ 562437 w 641899"/>
                    <a:gd name="connsiteY6" fmla="*/ 350415 h 863041"/>
                    <a:gd name="connsiteX7" fmla="*/ 240871 w 641899"/>
                    <a:gd name="connsiteY7" fmla="*/ 685368 h 863041"/>
                    <a:gd name="connsiteX8" fmla="*/ 214009 w 641899"/>
                    <a:gd name="connsiteY8" fmla="*/ 755157 h 863041"/>
                    <a:gd name="connsiteX9" fmla="*/ 175314 w 641899"/>
                    <a:gd name="connsiteY9" fmla="*/ 808277 h 863041"/>
                    <a:gd name="connsiteX10" fmla="*/ 130746 w 641899"/>
                    <a:gd name="connsiteY10" fmla="*/ 853104 h 863041"/>
                    <a:gd name="connsiteX11" fmla="*/ 119431 w 641899"/>
                    <a:gd name="connsiteY11" fmla="*/ 842739 h 863041"/>
                    <a:gd name="connsiteX12" fmla="*/ 152339 w 641899"/>
                    <a:gd name="connsiteY12" fmla="*/ 797394 h 863041"/>
                    <a:gd name="connsiteX13" fmla="*/ 103884 w 641899"/>
                    <a:gd name="connsiteY13" fmla="*/ 841012 h 863041"/>
                    <a:gd name="connsiteX14" fmla="*/ 84191 w 641899"/>
                    <a:gd name="connsiteY14" fmla="*/ 856473 h 863041"/>
                    <a:gd name="connsiteX15" fmla="*/ 68644 w 641899"/>
                    <a:gd name="connsiteY15" fmla="*/ 846367 h 863041"/>
                    <a:gd name="connsiteX16" fmla="*/ 89978 w 641899"/>
                    <a:gd name="connsiteY16" fmla="*/ 825983 h 863041"/>
                    <a:gd name="connsiteX17" fmla="*/ 108634 w 641899"/>
                    <a:gd name="connsiteY17" fmla="*/ 805686 h 863041"/>
                    <a:gd name="connsiteX18" fmla="*/ 127723 w 641899"/>
                    <a:gd name="connsiteY18" fmla="*/ 784611 h 863041"/>
                    <a:gd name="connsiteX19" fmla="*/ 119517 w 641899"/>
                    <a:gd name="connsiteY19" fmla="*/ 785734 h 863041"/>
                    <a:gd name="connsiteX20" fmla="*/ 81427 w 641899"/>
                    <a:gd name="connsiteY20" fmla="*/ 819246 h 863041"/>
                    <a:gd name="connsiteX21" fmla="*/ 57675 w 641899"/>
                    <a:gd name="connsiteY21" fmla="*/ 835398 h 863041"/>
                    <a:gd name="connsiteX22" fmla="*/ 28481 w 641899"/>
                    <a:gd name="connsiteY22" fmla="*/ 846453 h 863041"/>
                    <a:gd name="connsiteX23" fmla="*/ 48173 w 641899"/>
                    <a:gd name="connsiteY23" fmla="*/ 819937 h 863041"/>
                    <a:gd name="connsiteX24" fmla="*/ 70544 w 641899"/>
                    <a:gd name="connsiteY24" fmla="*/ 801367 h 863041"/>
                    <a:gd name="connsiteX25" fmla="*/ 93865 w 641899"/>
                    <a:gd name="connsiteY25" fmla="*/ 766213 h 863041"/>
                    <a:gd name="connsiteX26" fmla="*/ 49296 w 641899"/>
                    <a:gd name="connsiteY26" fmla="*/ 794371 h 863041"/>
                    <a:gd name="connsiteX27" fmla="*/ 1100 w 641899"/>
                    <a:gd name="connsiteY27" fmla="*/ 811818 h 863041"/>
                    <a:gd name="connsiteX28" fmla="*/ 16475 w 641899"/>
                    <a:gd name="connsiteY28" fmla="*/ 789188 h 863041"/>
                    <a:gd name="connsiteX29" fmla="*/ 37118 w 641899"/>
                    <a:gd name="connsiteY29" fmla="*/ 774851 h 863041"/>
                    <a:gd name="connsiteX30" fmla="*/ 58883 w 641899"/>
                    <a:gd name="connsiteY30" fmla="*/ 755244 h 863041"/>
                    <a:gd name="connsiteX31" fmla="*/ 106821 w 641899"/>
                    <a:gd name="connsiteY31" fmla="*/ 696597 h 863041"/>
                    <a:gd name="connsiteX32" fmla="*/ 80736 w 641899"/>
                    <a:gd name="connsiteY32" fmla="*/ 690032 h 863041"/>
                    <a:gd name="connsiteX33" fmla="*/ 65621 w 641899"/>
                    <a:gd name="connsiteY33" fmla="*/ 702902 h 863041"/>
                    <a:gd name="connsiteX34" fmla="*/ 48691 w 641899"/>
                    <a:gd name="connsiteY34" fmla="*/ 698497 h 863041"/>
                    <a:gd name="connsiteX35" fmla="*/ 62080 w 641899"/>
                    <a:gd name="connsiteY35" fmla="*/ 673794 h 863041"/>
                    <a:gd name="connsiteX36" fmla="*/ 90755 w 641899"/>
                    <a:gd name="connsiteY36" fmla="*/ 654188 h 86304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41899" h="863041">
                      <a:moveTo>
                        <a:pt x="90755" y="654188"/>
                      </a:moveTo>
                      <a:cubicBezTo>
                        <a:pt x="141542" y="639850"/>
                        <a:pt x="142924" y="648746"/>
                        <a:pt x="149402" y="646673"/>
                      </a:cubicBezTo>
                      <a:cubicBezTo>
                        <a:pt x="157003" y="644255"/>
                        <a:pt x="218501" y="562805"/>
                        <a:pt x="218501" y="562805"/>
                      </a:cubicBezTo>
                      <a:cubicBezTo>
                        <a:pt x="218501" y="562805"/>
                        <a:pt x="401438" y="323898"/>
                        <a:pt x="410853" y="310597"/>
                      </a:cubicBezTo>
                      <a:lnTo>
                        <a:pt x="468550" y="1382"/>
                      </a:lnTo>
                      <a:lnTo>
                        <a:pt x="641900" y="0"/>
                      </a:lnTo>
                      <a:cubicBezTo>
                        <a:pt x="641900" y="0"/>
                        <a:pt x="569520" y="333918"/>
                        <a:pt x="562437" y="350415"/>
                      </a:cubicBezTo>
                      <a:cubicBezTo>
                        <a:pt x="555355" y="366911"/>
                        <a:pt x="265401" y="658766"/>
                        <a:pt x="240871" y="685368"/>
                      </a:cubicBezTo>
                      <a:cubicBezTo>
                        <a:pt x="240871" y="685368"/>
                        <a:pt x="224979" y="728468"/>
                        <a:pt x="214009" y="755157"/>
                      </a:cubicBezTo>
                      <a:cubicBezTo>
                        <a:pt x="203040" y="781847"/>
                        <a:pt x="179633" y="801367"/>
                        <a:pt x="175314" y="808277"/>
                      </a:cubicBezTo>
                      <a:cubicBezTo>
                        <a:pt x="174710" y="809313"/>
                        <a:pt x="158644" y="831511"/>
                        <a:pt x="130746" y="853104"/>
                      </a:cubicBezTo>
                      <a:cubicBezTo>
                        <a:pt x="106734" y="871761"/>
                        <a:pt x="119431" y="842739"/>
                        <a:pt x="119431" y="842739"/>
                      </a:cubicBezTo>
                      <a:cubicBezTo>
                        <a:pt x="119431" y="842739"/>
                        <a:pt x="156657" y="799985"/>
                        <a:pt x="152339" y="797394"/>
                      </a:cubicBezTo>
                      <a:cubicBezTo>
                        <a:pt x="148971" y="795407"/>
                        <a:pt x="130227" y="820110"/>
                        <a:pt x="103884" y="841012"/>
                      </a:cubicBezTo>
                      <a:cubicBezTo>
                        <a:pt x="97147" y="846367"/>
                        <a:pt x="90410" y="851636"/>
                        <a:pt x="84191" y="856473"/>
                      </a:cubicBezTo>
                      <a:cubicBezTo>
                        <a:pt x="67866" y="869083"/>
                        <a:pt x="54047" y="862346"/>
                        <a:pt x="68644" y="846367"/>
                      </a:cubicBezTo>
                      <a:cubicBezTo>
                        <a:pt x="73826" y="840753"/>
                        <a:pt x="82636" y="831598"/>
                        <a:pt x="89978" y="825983"/>
                      </a:cubicBezTo>
                      <a:cubicBezTo>
                        <a:pt x="97924" y="819937"/>
                        <a:pt x="102934" y="811731"/>
                        <a:pt x="108634" y="805686"/>
                      </a:cubicBezTo>
                      <a:cubicBezTo>
                        <a:pt x="120035" y="793507"/>
                        <a:pt x="128586" y="784783"/>
                        <a:pt x="127723" y="784611"/>
                      </a:cubicBezTo>
                      <a:cubicBezTo>
                        <a:pt x="126600" y="784351"/>
                        <a:pt x="126945" y="780206"/>
                        <a:pt x="119517" y="785734"/>
                      </a:cubicBezTo>
                      <a:cubicBezTo>
                        <a:pt x="110621" y="792298"/>
                        <a:pt x="95419" y="810609"/>
                        <a:pt x="81427" y="819246"/>
                      </a:cubicBezTo>
                      <a:cubicBezTo>
                        <a:pt x="73480" y="824169"/>
                        <a:pt x="57675" y="835398"/>
                        <a:pt x="57675" y="835398"/>
                      </a:cubicBezTo>
                      <a:cubicBezTo>
                        <a:pt x="57675" y="835398"/>
                        <a:pt x="29949" y="847836"/>
                        <a:pt x="28481" y="846453"/>
                      </a:cubicBezTo>
                      <a:cubicBezTo>
                        <a:pt x="20534" y="839025"/>
                        <a:pt x="36340" y="825206"/>
                        <a:pt x="48173" y="819937"/>
                      </a:cubicBezTo>
                      <a:cubicBezTo>
                        <a:pt x="53528" y="812768"/>
                        <a:pt x="70544" y="801367"/>
                        <a:pt x="70544" y="801367"/>
                      </a:cubicBezTo>
                      <a:cubicBezTo>
                        <a:pt x="70544" y="801367"/>
                        <a:pt x="98788" y="770532"/>
                        <a:pt x="93865" y="766213"/>
                      </a:cubicBezTo>
                      <a:cubicBezTo>
                        <a:pt x="91791" y="764399"/>
                        <a:pt x="71839" y="781069"/>
                        <a:pt x="49296" y="794371"/>
                      </a:cubicBezTo>
                      <a:cubicBezTo>
                        <a:pt x="28394" y="806636"/>
                        <a:pt x="4728" y="815618"/>
                        <a:pt x="1100" y="811818"/>
                      </a:cubicBezTo>
                      <a:cubicBezTo>
                        <a:pt x="-5032" y="805340"/>
                        <a:pt x="16475" y="789188"/>
                        <a:pt x="16475" y="789188"/>
                      </a:cubicBezTo>
                      <a:cubicBezTo>
                        <a:pt x="16475" y="789188"/>
                        <a:pt x="32194" y="778737"/>
                        <a:pt x="37118" y="774851"/>
                      </a:cubicBezTo>
                      <a:cubicBezTo>
                        <a:pt x="42905" y="770273"/>
                        <a:pt x="58883" y="755244"/>
                        <a:pt x="58883" y="755244"/>
                      </a:cubicBezTo>
                      <a:cubicBezTo>
                        <a:pt x="58883" y="755244"/>
                        <a:pt x="111830" y="700311"/>
                        <a:pt x="106821" y="696597"/>
                      </a:cubicBezTo>
                      <a:cubicBezTo>
                        <a:pt x="101811" y="692883"/>
                        <a:pt x="85400" y="687873"/>
                        <a:pt x="80736" y="690032"/>
                      </a:cubicBezTo>
                      <a:cubicBezTo>
                        <a:pt x="76072" y="692278"/>
                        <a:pt x="70285" y="700743"/>
                        <a:pt x="65621" y="702902"/>
                      </a:cubicBezTo>
                      <a:cubicBezTo>
                        <a:pt x="60957" y="705148"/>
                        <a:pt x="52492" y="704025"/>
                        <a:pt x="48691" y="698497"/>
                      </a:cubicBezTo>
                      <a:cubicBezTo>
                        <a:pt x="44805" y="692969"/>
                        <a:pt x="62080" y="673794"/>
                        <a:pt x="62080" y="673794"/>
                      </a:cubicBezTo>
                      <a:cubicBezTo>
                        <a:pt x="62080" y="673794"/>
                        <a:pt x="76072" y="658334"/>
                        <a:pt x="90755" y="654188"/>
                      </a:cubicBezTo>
                      <a:close/>
                    </a:path>
                  </a:pathLst>
                </a:custGeom>
                <a:solidFill>
                  <a:srgbClr val="F48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0" name="" descr="cea95af7-0f1c-49a1-830d-4f291248b98c"/>
                <p:cNvSpPr/>
                <p:nvPr/>
              </p:nvSpPr>
              <p:spPr>
                <a:xfrm>
                  <a:off x="7339437" y="6390550"/>
                  <a:ext cx="169966" cy="179776"/>
                </a:xfrm>
                <a:custGeom>
                  <a:gdLst>
                    <a:gd name="connsiteX0" fmla="*/ 152605 w 169966"/>
                    <a:gd name="connsiteY0" fmla="*/ 0 h 179776"/>
                    <a:gd name="connsiteX1" fmla="*/ 151050 w 169966"/>
                    <a:gd name="connsiteY1" fmla="*/ 106930 h 179776"/>
                    <a:gd name="connsiteX2" fmla="*/ 169966 w 169966"/>
                    <a:gd name="connsiteY2" fmla="*/ 166268 h 179776"/>
                    <a:gd name="connsiteX3" fmla="*/ 6894 w 169966"/>
                    <a:gd name="connsiteY3" fmla="*/ 106498 h 179776"/>
                    <a:gd name="connsiteX4" fmla="*/ 34879 w 169966"/>
                    <a:gd name="connsiteY4" fmla="*/ 74885 h 179776"/>
                    <a:gd name="connsiteX5" fmla="*/ 42566 w 169966"/>
                    <a:gd name="connsiteY5" fmla="*/ 1555 h 179776"/>
                    <a:gd name="connsiteX6" fmla="*/ 152605 w 169966"/>
                    <a:gd name="connsiteY6" fmla="*/ 0 h 179776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9966" h="179776">
                      <a:moveTo>
                        <a:pt x="152605" y="0"/>
                      </a:moveTo>
                      <a:cubicBezTo>
                        <a:pt x="152605" y="0"/>
                        <a:pt x="151050" y="106670"/>
                        <a:pt x="151050" y="106930"/>
                      </a:cubicBezTo>
                      <a:cubicBezTo>
                        <a:pt x="153296" y="120490"/>
                        <a:pt x="169966" y="153916"/>
                        <a:pt x="169966" y="166268"/>
                      </a:cubicBezTo>
                      <a:cubicBezTo>
                        <a:pt x="169966" y="212477"/>
                        <a:pt x="-40265" y="126968"/>
                        <a:pt x="6894" y="106498"/>
                      </a:cubicBezTo>
                      <a:cubicBezTo>
                        <a:pt x="11126" y="104597"/>
                        <a:pt x="33497" y="90605"/>
                        <a:pt x="34879" y="74885"/>
                      </a:cubicBezTo>
                      <a:cubicBezTo>
                        <a:pt x="37038" y="50614"/>
                        <a:pt x="42566" y="1555"/>
                        <a:pt x="42566" y="1555"/>
                      </a:cubicBezTo>
                      <a:lnTo>
                        <a:pt x="152605" y="0"/>
                      </a:ln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1" name="" descr="a7c3f5b6-e71e-4d68-8cfa-761aa7756384"/>
                <p:cNvSpPr/>
                <p:nvPr/>
              </p:nvSpPr>
              <p:spPr>
                <a:xfrm>
                  <a:off x="7172151" y="6494631"/>
                  <a:ext cx="343613" cy="98732"/>
                </a:xfrm>
                <a:custGeom>
                  <a:gdLst>
                    <a:gd name="connsiteX0" fmla="*/ 174785 w 343613"/>
                    <a:gd name="connsiteY0" fmla="*/ 1899 h 98732"/>
                    <a:gd name="connsiteX1" fmla="*/ 249411 w 343613"/>
                    <a:gd name="connsiteY1" fmla="*/ 19605 h 98732"/>
                    <a:gd name="connsiteX2" fmla="*/ 325851 w 343613"/>
                    <a:gd name="connsiteY2" fmla="*/ 1381 h 98732"/>
                    <a:gd name="connsiteX3" fmla="*/ 343558 w 343613"/>
                    <a:gd name="connsiteY3" fmla="*/ 97427 h 98732"/>
                    <a:gd name="connsiteX4" fmla="*/ 5754 w 343613"/>
                    <a:gd name="connsiteY4" fmla="*/ 96218 h 98732"/>
                    <a:gd name="connsiteX5" fmla="*/ 174785 w 343613"/>
                    <a:gd name="connsiteY5" fmla="*/ 1899 h 98732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43613" h="98732">
                      <a:moveTo>
                        <a:pt x="174785" y="1899"/>
                      </a:moveTo>
                      <a:cubicBezTo>
                        <a:pt x="174785" y="1899"/>
                        <a:pt x="224104" y="16064"/>
                        <a:pt x="249411" y="19605"/>
                      </a:cubicBezTo>
                      <a:cubicBezTo>
                        <a:pt x="274719" y="23146"/>
                        <a:pt x="307972" y="-6653"/>
                        <a:pt x="325851" y="1381"/>
                      </a:cubicBezTo>
                      <a:cubicBezTo>
                        <a:pt x="345544" y="10277"/>
                        <a:pt x="343558" y="97427"/>
                        <a:pt x="343558" y="97427"/>
                      </a:cubicBezTo>
                      <a:cubicBezTo>
                        <a:pt x="343558" y="97427"/>
                        <a:pt x="91263" y="101055"/>
                        <a:pt x="5754" y="96218"/>
                      </a:cubicBezTo>
                      <a:cubicBezTo>
                        <a:pt x="-25168" y="94490"/>
                        <a:pt x="73902" y="34893"/>
                        <a:pt x="174785" y="1899"/>
                      </a:cubicBezTo>
                      <a:close/>
                    </a:path>
                  </a:pathLst>
                </a:custGeom>
                <a:solidFill>
                  <a:srgbClr val="B7574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2" name="" descr="459eb564-1a5b-4d63-8e61-603bfae08a9c"/>
                <p:cNvSpPr/>
                <p:nvPr/>
              </p:nvSpPr>
              <p:spPr>
                <a:xfrm>
                  <a:off x="7807232" y="6390550"/>
                  <a:ext cx="169966" cy="179776"/>
                </a:xfrm>
                <a:custGeom>
                  <a:gdLst>
                    <a:gd name="connsiteX0" fmla="*/ 152519 w 169966"/>
                    <a:gd name="connsiteY0" fmla="*/ 0 h 179776"/>
                    <a:gd name="connsiteX1" fmla="*/ 158738 w 169966"/>
                    <a:gd name="connsiteY1" fmla="*/ 106930 h 179776"/>
                    <a:gd name="connsiteX2" fmla="*/ 169966 w 169966"/>
                    <a:gd name="connsiteY2" fmla="*/ 166268 h 179776"/>
                    <a:gd name="connsiteX3" fmla="*/ 6894 w 169966"/>
                    <a:gd name="connsiteY3" fmla="*/ 106498 h 179776"/>
                    <a:gd name="connsiteX4" fmla="*/ 41530 w 169966"/>
                    <a:gd name="connsiteY4" fmla="*/ 64434 h 179776"/>
                    <a:gd name="connsiteX5" fmla="*/ 42566 w 169966"/>
                    <a:gd name="connsiteY5" fmla="*/ 1555 h 179776"/>
                    <a:gd name="connsiteX6" fmla="*/ 152519 w 169966"/>
                    <a:gd name="connsiteY6" fmla="*/ 0 h 179776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9966" h="179776">
                      <a:moveTo>
                        <a:pt x="152519" y="0"/>
                      </a:moveTo>
                      <a:cubicBezTo>
                        <a:pt x="152519" y="0"/>
                        <a:pt x="158651" y="106670"/>
                        <a:pt x="158738" y="106930"/>
                      </a:cubicBezTo>
                      <a:cubicBezTo>
                        <a:pt x="160983" y="120490"/>
                        <a:pt x="169966" y="153916"/>
                        <a:pt x="169966" y="166268"/>
                      </a:cubicBezTo>
                      <a:cubicBezTo>
                        <a:pt x="169966" y="212477"/>
                        <a:pt x="-40265" y="126968"/>
                        <a:pt x="6894" y="106498"/>
                      </a:cubicBezTo>
                      <a:cubicBezTo>
                        <a:pt x="11126" y="104597"/>
                        <a:pt x="40148" y="80154"/>
                        <a:pt x="41530" y="64434"/>
                      </a:cubicBezTo>
                      <a:cubicBezTo>
                        <a:pt x="43689" y="40164"/>
                        <a:pt x="42566" y="1555"/>
                        <a:pt x="42566" y="1555"/>
                      </a:cubicBezTo>
                      <a:lnTo>
                        <a:pt x="152519" y="0"/>
                      </a:ln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3" name="" descr="35646629-dc6f-45cd-a588-fec1b3faaa09"/>
                <p:cNvSpPr/>
                <p:nvPr/>
              </p:nvSpPr>
              <p:spPr>
                <a:xfrm>
                  <a:off x="7629030" y="6494631"/>
                  <a:ext cx="355856" cy="97561"/>
                </a:xfrm>
                <a:custGeom>
                  <a:gdLst>
                    <a:gd name="connsiteX0" fmla="*/ 185615 w 355856"/>
                    <a:gd name="connsiteY0" fmla="*/ 1899 h 97561"/>
                    <a:gd name="connsiteX1" fmla="*/ 260241 w 355856"/>
                    <a:gd name="connsiteY1" fmla="*/ 19605 h 97561"/>
                    <a:gd name="connsiteX2" fmla="*/ 336681 w 355856"/>
                    <a:gd name="connsiteY2" fmla="*/ 1381 h 97561"/>
                    <a:gd name="connsiteX3" fmla="*/ 355856 w 355856"/>
                    <a:gd name="connsiteY3" fmla="*/ 96218 h 97561"/>
                    <a:gd name="connsiteX4" fmla="*/ 5268 w 355856"/>
                    <a:gd name="connsiteY4" fmla="*/ 96218 h 97561"/>
                    <a:gd name="connsiteX5" fmla="*/ 185615 w 355856"/>
                    <a:gd name="connsiteY5" fmla="*/ 1899 h 9756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5856" h="97561">
                      <a:moveTo>
                        <a:pt x="185615" y="1899"/>
                      </a:moveTo>
                      <a:cubicBezTo>
                        <a:pt x="185615" y="1899"/>
                        <a:pt x="234934" y="16064"/>
                        <a:pt x="260241" y="19605"/>
                      </a:cubicBezTo>
                      <a:cubicBezTo>
                        <a:pt x="285548" y="23146"/>
                        <a:pt x="318802" y="-6653"/>
                        <a:pt x="336681" y="1381"/>
                      </a:cubicBezTo>
                      <a:cubicBezTo>
                        <a:pt x="356374" y="10277"/>
                        <a:pt x="355856" y="96218"/>
                        <a:pt x="355856" y="96218"/>
                      </a:cubicBezTo>
                      <a:cubicBezTo>
                        <a:pt x="355856" y="96218"/>
                        <a:pt x="74021" y="99241"/>
                        <a:pt x="5268" y="96218"/>
                      </a:cubicBezTo>
                      <a:cubicBezTo>
                        <a:pt x="-25566" y="94835"/>
                        <a:pt x="84731" y="34893"/>
                        <a:pt x="185615" y="1899"/>
                      </a:cubicBezTo>
                      <a:close/>
                    </a:path>
                  </a:pathLst>
                </a:custGeom>
                <a:solidFill>
                  <a:srgbClr val="B7574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4" name="" descr="94f3e17e-0de4-4a4a-b90a-b80e33425109"/>
                <p:cNvSpPr/>
                <p:nvPr/>
              </p:nvSpPr>
              <p:spPr>
                <a:xfrm>
                  <a:off x="7350909" y="4850610"/>
                  <a:ext cx="550021" cy="1570170"/>
                </a:xfrm>
                <a:custGeom>
                  <a:gdLst>
                    <a:gd name="connsiteX0" fmla="*/ 275788 w 550021"/>
                    <a:gd name="connsiteY0" fmla="*/ 0 h 1570170"/>
                    <a:gd name="connsiteX1" fmla="*/ 186911 w 550021"/>
                    <a:gd name="connsiteY1" fmla="*/ 37572 h 1570170"/>
                    <a:gd name="connsiteX2" fmla="*/ 0 w 550021"/>
                    <a:gd name="connsiteY2" fmla="*/ 911578 h 1570170"/>
                    <a:gd name="connsiteX3" fmla="*/ 7601 w 550021"/>
                    <a:gd name="connsiteY3" fmla="*/ 1566802 h 1570170"/>
                    <a:gd name="connsiteX4" fmla="*/ 157458 w 550021"/>
                    <a:gd name="connsiteY4" fmla="*/ 1570171 h 1570170"/>
                    <a:gd name="connsiteX5" fmla="*/ 227161 w 550021"/>
                    <a:gd name="connsiteY5" fmla="*/ 952605 h 1570170"/>
                    <a:gd name="connsiteX6" fmla="*/ 550022 w 550021"/>
                    <a:gd name="connsiteY6" fmla="*/ 175250 h 1570170"/>
                    <a:gd name="connsiteX7" fmla="*/ 275788 w 550021"/>
                    <a:gd name="connsiteY7" fmla="*/ 0 h 157017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50021" h="1570170">
                      <a:moveTo>
                        <a:pt x="275788" y="0"/>
                      </a:moveTo>
                      <a:lnTo>
                        <a:pt x="186911" y="37572"/>
                      </a:lnTo>
                      <a:lnTo>
                        <a:pt x="0" y="911578"/>
                      </a:lnTo>
                      <a:lnTo>
                        <a:pt x="7601" y="1566802"/>
                      </a:lnTo>
                      <a:lnTo>
                        <a:pt x="157458" y="1570171"/>
                      </a:lnTo>
                      <a:cubicBezTo>
                        <a:pt x="157458" y="1570171"/>
                        <a:pt x="227161" y="997001"/>
                        <a:pt x="227161" y="952605"/>
                      </a:cubicBezTo>
                      <a:cubicBezTo>
                        <a:pt x="227161" y="908210"/>
                        <a:pt x="550022" y="175250"/>
                        <a:pt x="550022" y="175250"/>
                      </a:cubicBezTo>
                      <a:lnTo>
                        <a:pt x="275788" y="0"/>
                      </a:lnTo>
                      <a:close/>
                    </a:path>
                  </a:pathLst>
                </a:custGeom>
                <a:solidFill>
                  <a:srgbClr val="35538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5" name="" descr="63ff0e31-a479-4779-a6cf-fa80d978698d"/>
                <p:cNvSpPr/>
                <p:nvPr/>
              </p:nvSpPr>
              <p:spPr>
                <a:xfrm>
                  <a:off x="7695277" y="4869416"/>
                  <a:ext cx="349079" cy="1565097"/>
                </a:xfrm>
                <a:custGeom>
                  <a:gdLst>
                    <a:gd name="connsiteX0" fmla="*/ 0 w 349079"/>
                    <a:gd name="connsiteY0" fmla="*/ 29303 h 1565097"/>
                    <a:gd name="connsiteX1" fmla="*/ 65471 w 349079"/>
                    <a:gd name="connsiteY1" fmla="*/ 816246 h 1565097"/>
                    <a:gd name="connsiteX2" fmla="*/ 118590 w 349079"/>
                    <a:gd name="connsiteY2" fmla="*/ 1565098 h 1565097"/>
                    <a:gd name="connsiteX3" fmla="*/ 268793 w 349079"/>
                    <a:gd name="connsiteY3" fmla="*/ 1564234 h 1565097"/>
                    <a:gd name="connsiteX4" fmla="*/ 295741 w 349079"/>
                    <a:gd name="connsiteY4" fmla="*/ 1085643 h 1565097"/>
                    <a:gd name="connsiteX5" fmla="*/ 295741 w 349079"/>
                    <a:gd name="connsiteY5" fmla="*/ 904778 h 1565097"/>
                    <a:gd name="connsiteX6" fmla="*/ 343246 w 349079"/>
                    <a:gd name="connsiteY6" fmla="*/ 135801 h 1565097"/>
                    <a:gd name="connsiteX7" fmla="*/ 320012 w 349079"/>
                    <a:gd name="connsiteY7" fmla="*/ 50465 h 1565097"/>
                    <a:gd name="connsiteX8" fmla="*/ 0 w 349079"/>
                    <a:gd name="connsiteY8" fmla="*/ 29303 h 1565097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49079" h="1565097">
                      <a:moveTo>
                        <a:pt x="0" y="29303"/>
                      </a:moveTo>
                      <a:cubicBezTo>
                        <a:pt x="0" y="29303"/>
                        <a:pt x="65471" y="702752"/>
                        <a:pt x="65471" y="816246"/>
                      </a:cubicBezTo>
                      <a:cubicBezTo>
                        <a:pt x="65471" y="929740"/>
                        <a:pt x="118590" y="1565098"/>
                        <a:pt x="118590" y="1565098"/>
                      </a:cubicBezTo>
                      <a:lnTo>
                        <a:pt x="268793" y="1564234"/>
                      </a:lnTo>
                      <a:cubicBezTo>
                        <a:pt x="268793" y="1564234"/>
                        <a:pt x="279589" y="1370587"/>
                        <a:pt x="295741" y="1085643"/>
                      </a:cubicBezTo>
                      <a:cubicBezTo>
                        <a:pt x="298246" y="1040988"/>
                        <a:pt x="292459" y="950987"/>
                        <a:pt x="295741" y="904778"/>
                      </a:cubicBezTo>
                      <a:cubicBezTo>
                        <a:pt x="319148" y="572588"/>
                        <a:pt x="365357" y="259832"/>
                        <a:pt x="343246" y="135801"/>
                      </a:cubicBezTo>
                      <a:cubicBezTo>
                        <a:pt x="339704" y="115849"/>
                        <a:pt x="333053" y="63680"/>
                        <a:pt x="320012" y="50465"/>
                      </a:cubicBezTo>
                      <a:cubicBezTo>
                        <a:pt x="221633" y="-49037"/>
                        <a:pt x="0" y="29303"/>
                        <a:pt x="0" y="29303"/>
                      </a:cubicBezTo>
                      <a:close/>
                    </a:path>
                  </a:pathLst>
                </a:custGeom>
                <a:solidFill>
                  <a:srgbClr val="466EB6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6" name="" descr="6f4df097-5891-41bc-b5f8-83302fd3007b"/>
                <p:cNvSpPr/>
                <p:nvPr/>
              </p:nvSpPr>
              <p:spPr>
                <a:xfrm>
                  <a:off x="7512081" y="3895119"/>
                  <a:ext cx="210765" cy="472147"/>
                </a:xfrm>
                <a:custGeom>
                  <a:gdLst>
                    <a:gd name="connsiteX0" fmla="*/ 0 w 210765"/>
                    <a:gd name="connsiteY0" fmla="*/ 472148 h 472147"/>
                    <a:gd name="connsiteX1" fmla="*/ 181728 w 210765"/>
                    <a:gd name="connsiteY1" fmla="*/ 460228 h 472147"/>
                    <a:gd name="connsiteX2" fmla="*/ 190711 w 210765"/>
                    <a:gd name="connsiteY2" fmla="*/ 225294 h 472147"/>
                    <a:gd name="connsiteX3" fmla="*/ 208158 w 210765"/>
                    <a:gd name="connsiteY3" fmla="*/ 34 h 472147"/>
                    <a:gd name="connsiteX4" fmla="*/ 97256 w 210765"/>
                    <a:gd name="connsiteY4" fmla="*/ 69910 h 472147"/>
                    <a:gd name="connsiteX5" fmla="*/ 0 w 210765"/>
                    <a:gd name="connsiteY5" fmla="*/ 472148 h 472147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0765" h="472147">
                      <a:moveTo>
                        <a:pt x="0" y="472148"/>
                      </a:moveTo>
                      <a:lnTo>
                        <a:pt x="181728" y="460228"/>
                      </a:lnTo>
                      <a:cubicBezTo>
                        <a:pt x="181728" y="460228"/>
                        <a:pt x="190711" y="301130"/>
                        <a:pt x="190711" y="225294"/>
                      </a:cubicBezTo>
                      <a:cubicBezTo>
                        <a:pt x="190711" y="133221"/>
                        <a:pt x="219387" y="-2471"/>
                        <a:pt x="208158" y="34"/>
                      </a:cubicBezTo>
                      <a:cubicBezTo>
                        <a:pt x="176718" y="7203"/>
                        <a:pt x="122477" y="35533"/>
                        <a:pt x="97256" y="69910"/>
                      </a:cubicBezTo>
                      <a:cubicBezTo>
                        <a:pt x="10019" y="188845"/>
                        <a:pt x="0" y="472148"/>
                        <a:pt x="0" y="472148"/>
                      </a:cubicBezTo>
                      <a:close/>
                    </a:path>
                  </a:pathLst>
                </a:custGeom>
                <a:solidFill>
                  <a:srgbClr val="F47458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7" name="" descr="9f18b1a0-5753-4fef-be9d-b51707a78968"/>
                <p:cNvSpPr/>
                <p:nvPr/>
              </p:nvSpPr>
              <p:spPr>
                <a:xfrm>
                  <a:off x="7508281" y="3886699"/>
                  <a:ext cx="630089" cy="1068126"/>
                </a:xfrm>
                <a:custGeom>
                  <a:gdLst>
                    <a:gd name="connsiteX0" fmla="*/ 434369 w 630089"/>
                    <a:gd name="connsiteY0" fmla="*/ 4913 h 1068126"/>
                    <a:gd name="connsiteX1" fmla="*/ 565310 w 630089"/>
                    <a:gd name="connsiteY1" fmla="*/ 38685 h 1068126"/>
                    <a:gd name="connsiteX2" fmla="*/ 630090 w 630089"/>
                    <a:gd name="connsiteY2" fmla="*/ 110202 h 1068126"/>
                    <a:gd name="connsiteX3" fmla="*/ 502603 w 630089"/>
                    <a:gd name="connsiteY3" fmla="*/ 798247 h 1068126"/>
                    <a:gd name="connsiteX4" fmla="*/ 530156 w 630089"/>
                    <a:gd name="connsiteY4" fmla="*/ 1063153 h 1068126"/>
                    <a:gd name="connsiteX5" fmla="*/ 0 w 630089"/>
                    <a:gd name="connsiteY5" fmla="*/ 1030590 h 1068126"/>
                    <a:gd name="connsiteX6" fmla="*/ 46037 w 630089"/>
                    <a:gd name="connsiteY6" fmla="*/ 747892 h 1068126"/>
                    <a:gd name="connsiteX7" fmla="*/ 113580 w 630089"/>
                    <a:gd name="connsiteY7" fmla="*/ 117112 h 1068126"/>
                    <a:gd name="connsiteX8" fmla="*/ 215932 w 630089"/>
                    <a:gd name="connsiteY8" fmla="*/ 7332 h 1068126"/>
                    <a:gd name="connsiteX9" fmla="*/ 434369 w 630089"/>
                    <a:gd name="connsiteY9" fmla="*/ 4913 h 1068126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30089" h="1068126">
                      <a:moveTo>
                        <a:pt x="434369" y="4913"/>
                      </a:moveTo>
                      <a:cubicBezTo>
                        <a:pt x="434369" y="4913"/>
                        <a:pt x="538016" y="18992"/>
                        <a:pt x="565310" y="38685"/>
                      </a:cubicBezTo>
                      <a:cubicBezTo>
                        <a:pt x="596059" y="60797"/>
                        <a:pt x="630090" y="110202"/>
                        <a:pt x="630090" y="110202"/>
                      </a:cubicBezTo>
                      <a:cubicBezTo>
                        <a:pt x="630090" y="110202"/>
                        <a:pt x="502862" y="699178"/>
                        <a:pt x="502603" y="798247"/>
                      </a:cubicBezTo>
                      <a:cubicBezTo>
                        <a:pt x="502430" y="874946"/>
                        <a:pt x="530156" y="1063153"/>
                        <a:pt x="530156" y="1063153"/>
                      </a:cubicBezTo>
                      <a:cubicBezTo>
                        <a:pt x="530156" y="1063153"/>
                        <a:pt x="145624" y="1086906"/>
                        <a:pt x="0" y="1030590"/>
                      </a:cubicBezTo>
                      <a:cubicBezTo>
                        <a:pt x="0" y="1030590"/>
                        <a:pt x="46037" y="806712"/>
                        <a:pt x="46037" y="747892"/>
                      </a:cubicBezTo>
                      <a:cubicBezTo>
                        <a:pt x="46037" y="689073"/>
                        <a:pt x="101056" y="154425"/>
                        <a:pt x="113580" y="117112"/>
                      </a:cubicBezTo>
                      <a:cubicBezTo>
                        <a:pt x="124981" y="83254"/>
                        <a:pt x="145711" y="22361"/>
                        <a:pt x="215932" y="7332"/>
                      </a:cubicBezTo>
                      <a:cubicBezTo>
                        <a:pt x="286240" y="-7611"/>
                        <a:pt x="434369" y="4913"/>
                        <a:pt x="434369" y="4913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8" name="" descr="f400a6a6-b003-4fb8-92e5-75b4c3aabb61"/>
                <p:cNvSpPr/>
                <p:nvPr/>
              </p:nvSpPr>
              <p:spPr>
                <a:xfrm>
                  <a:off x="7763631" y="3723295"/>
                  <a:ext cx="176427" cy="354106"/>
                </a:xfrm>
                <a:custGeom>
                  <a:gdLst>
                    <a:gd name="connsiteX0" fmla="*/ 150775 w 176427"/>
                    <a:gd name="connsiteY0" fmla="*/ 9737 h 354106"/>
                    <a:gd name="connsiteX1" fmla="*/ 176427 w 176427"/>
                    <a:gd name="connsiteY1" fmla="*/ 174191 h 354106"/>
                    <a:gd name="connsiteX2" fmla="*/ 26830 w 176427"/>
                    <a:gd name="connsiteY2" fmla="*/ 353069 h 354106"/>
                    <a:gd name="connsiteX3" fmla="*/ 8778 w 176427"/>
                    <a:gd name="connsiteY3" fmla="*/ 165553 h 354106"/>
                    <a:gd name="connsiteX4" fmla="*/ 26657 w 176427"/>
                    <a:gd name="connsiteY4" fmla="*/ 25975 h 354106"/>
                    <a:gd name="connsiteX5" fmla="*/ 150775 w 176427"/>
                    <a:gd name="connsiteY5" fmla="*/ 9737 h 354106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6427" h="354106">
                      <a:moveTo>
                        <a:pt x="150775" y="9737"/>
                      </a:moveTo>
                      <a:lnTo>
                        <a:pt x="176427" y="174191"/>
                      </a:lnTo>
                      <a:cubicBezTo>
                        <a:pt x="176427" y="174191"/>
                        <a:pt x="82713" y="369998"/>
                        <a:pt x="26830" y="353069"/>
                      </a:cubicBezTo>
                      <a:cubicBezTo>
                        <a:pt x="-20071" y="338817"/>
                        <a:pt x="8778" y="165553"/>
                        <a:pt x="8778" y="165553"/>
                      </a:cubicBezTo>
                      <a:cubicBezTo>
                        <a:pt x="8778" y="165553"/>
                        <a:pt x="34344" y="72530"/>
                        <a:pt x="26657" y="25975"/>
                      </a:cubicBezTo>
                      <a:cubicBezTo>
                        <a:pt x="18970" y="-20666"/>
                        <a:pt x="150775" y="9737"/>
                        <a:pt x="150775" y="9737"/>
                      </a:cubicBez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9" name="" descr="f183cfdf-ad42-4342-be8e-f6dfc5e3a3d9"/>
                <p:cNvSpPr/>
                <p:nvPr/>
              </p:nvSpPr>
              <p:spPr>
                <a:xfrm>
                  <a:off x="7787092" y="3723279"/>
                  <a:ext cx="129473" cy="96989"/>
                </a:xfrm>
                <a:custGeom>
                  <a:gdLst>
                    <a:gd name="connsiteX0" fmla="*/ 3196 w 129473"/>
                    <a:gd name="connsiteY0" fmla="*/ 25904 h 96989"/>
                    <a:gd name="connsiteX1" fmla="*/ 127314 w 129473"/>
                    <a:gd name="connsiteY1" fmla="*/ 9753 h 96989"/>
                    <a:gd name="connsiteX2" fmla="*/ 129473 w 129473"/>
                    <a:gd name="connsiteY2" fmla="*/ 23400 h 96989"/>
                    <a:gd name="connsiteX3" fmla="*/ 115222 w 129473"/>
                    <a:gd name="connsiteY3" fmla="*/ 46288 h 96989"/>
                    <a:gd name="connsiteX4" fmla="*/ 0 w 129473"/>
                    <a:gd name="connsiteY4" fmla="*/ 96989 h 96989"/>
                    <a:gd name="connsiteX5" fmla="*/ 3196 w 129473"/>
                    <a:gd name="connsiteY5" fmla="*/ 25904 h 96989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9473" h="96989">
                      <a:moveTo>
                        <a:pt x="3196" y="25904"/>
                      </a:moveTo>
                      <a:cubicBezTo>
                        <a:pt x="-4491" y="-20651"/>
                        <a:pt x="127314" y="9753"/>
                        <a:pt x="127314" y="9753"/>
                      </a:cubicBezTo>
                      <a:lnTo>
                        <a:pt x="129473" y="23400"/>
                      </a:lnTo>
                      <a:cubicBezTo>
                        <a:pt x="125586" y="32555"/>
                        <a:pt x="120922" y="40329"/>
                        <a:pt x="115222" y="46288"/>
                      </a:cubicBezTo>
                      <a:cubicBezTo>
                        <a:pt x="85768" y="77123"/>
                        <a:pt x="39732" y="95607"/>
                        <a:pt x="0" y="96989"/>
                      </a:cubicBezTo>
                      <a:cubicBezTo>
                        <a:pt x="3887" y="71941"/>
                        <a:pt x="6306" y="44993"/>
                        <a:pt x="3196" y="25904"/>
                      </a:cubicBezTo>
                      <a:close/>
                    </a:path>
                  </a:pathLst>
                </a:custGeom>
                <a:solidFill>
                  <a:srgbClr val="F47458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60" name="" descr="f6874d23-661d-4742-9751-8e2fe98de832"/>
                <p:cNvGrpSpPr/>
                <p:nvPr/>
              </p:nvGrpSpPr>
              <p:grpSpPr>
                <a:xfrm>
                  <a:off x="7710976" y="3364171"/>
                  <a:ext cx="330635" cy="429580"/>
                  <a:chOff x="7710976" y="3364171"/>
                  <a:chExt cx="330635" cy="429580"/>
                </a:xfrm>
              </p:grpSpPr>
              <p:sp>
                <p:nvSpPr>
                  <p:cNvPr id="161" name="" descr="57574aa0-54e7-4b73-b94d-02efbafa706d"/>
                  <p:cNvSpPr/>
                  <p:nvPr/>
                </p:nvSpPr>
                <p:spPr>
                  <a:xfrm>
                    <a:off x="7710976" y="3448970"/>
                    <a:ext cx="235231" cy="341443"/>
                  </a:xfrm>
                  <a:custGeom>
                    <a:gdLst>
                      <a:gd name="connsiteX0" fmla="*/ 225023 w 235231"/>
                      <a:gd name="connsiteY0" fmla="*/ 51374 h 341443"/>
                      <a:gd name="connsiteX1" fmla="*/ 205330 w 235231"/>
                      <a:gd name="connsiteY1" fmla="*/ 290626 h 341443"/>
                      <a:gd name="connsiteX2" fmla="*/ 24465 w 235231"/>
                      <a:gd name="connsiteY2" fmla="*/ 318611 h 341443"/>
                      <a:gd name="connsiteX3" fmla="*/ 65147 w 235231"/>
                      <a:gd name="connsiteY3" fmla="*/ 17257 h 341443"/>
                      <a:gd name="connsiteX4" fmla="*/ 225023 w 235231"/>
                      <a:gd name="connsiteY4" fmla="*/ 51374 h 34144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5231" h="341443">
                        <a:moveTo>
                          <a:pt x="225023" y="51374"/>
                        </a:moveTo>
                        <a:cubicBezTo>
                          <a:pt x="228737" y="50078"/>
                          <a:pt x="254907" y="238717"/>
                          <a:pt x="205330" y="290626"/>
                        </a:cubicBezTo>
                        <a:cubicBezTo>
                          <a:pt x="155752" y="342537"/>
                          <a:pt x="59100" y="359552"/>
                          <a:pt x="24465" y="318611"/>
                        </a:cubicBezTo>
                        <a:cubicBezTo>
                          <a:pt x="-13885" y="273352"/>
                          <a:pt x="-11984" y="70635"/>
                          <a:pt x="65147" y="17257"/>
                        </a:cubicBezTo>
                        <a:cubicBezTo>
                          <a:pt x="142191" y="-36122"/>
                          <a:pt x="225023" y="51374"/>
                          <a:pt x="225023" y="51374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2" name="" descr="81cacf7b-b046-4cb3-b120-d3fce6ebe4f7"/>
                  <p:cNvSpPr/>
                  <p:nvPr/>
                </p:nvSpPr>
                <p:spPr>
                  <a:xfrm>
                    <a:off x="7738465" y="3364171"/>
                    <a:ext cx="303146" cy="429580"/>
                  </a:xfrm>
                  <a:custGeom>
                    <a:gdLst>
                      <a:gd name="connsiteX0" fmla="*/ 67024 w 303146"/>
                      <a:gd name="connsiteY0" fmla="*/ 1171 h 429580"/>
                      <a:gd name="connsiteX1" fmla="*/ 179395 w 303146"/>
                      <a:gd name="connsiteY1" fmla="*/ 63532 h 429580"/>
                      <a:gd name="connsiteX2" fmla="*/ 281228 w 303146"/>
                      <a:gd name="connsiteY2" fmla="*/ 142304 h 429580"/>
                      <a:gd name="connsiteX3" fmla="*/ 239079 w 303146"/>
                      <a:gd name="connsiteY3" fmla="*/ 341739 h 429580"/>
                      <a:gd name="connsiteX4" fmla="*/ 185441 w 303146"/>
                      <a:gd name="connsiteY4" fmla="*/ 429580 h 429580"/>
                      <a:gd name="connsiteX5" fmla="*/ 176890 w 303146"/>
                      <a:gd name="connsiteY5" fmla="*/ 405396 h 429580"/>
                      <a:gd name="connsiteX6" fmla="*/ 170067 w 303146"/>
                      <a:gd name="connsiteY6" fmla="*/ 347872 h 429580"/>
                      <a:gd name="connsiteX7" fmla="*/ 178877 w 303146"/>
                      <a:gd name="connsiteY7" fmla="*/ 313322 h 429580"/>
                      <a:gd name="connsiteX8" fmla="*/ 139232 w 303146"/>
                      <a:gd name="connsiteY8" fmla="*/ 245174 h 429580"/>
                      <a:gd name="connsiteX9" fmla="*/ 115911 w 303146"/>
                      <a:gd name="connsiteY9" fmla="*/ 158802 h 429580"/>
                      <a:gd name="connsiteX10" fmla="*/ 99155 w 303146"/>
                      <a:gd name="connsiteY10" fmla="*/ 136776 h 429580"/>
                      <a:gd name="connsiteX11" fmla="*/ 22801 w 303146"/>
                      <a:gd name="connsiteY11" fmla="*/ 115788 h 429580"/>
                      <a:gd name="connsiteX12" fmla="*/ 67024 w 303146"/>
                      <a:gd name="connsiteY12" fmla="*/ 1171 h 42958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03146" h="429580">
                        <a:moveTo>
                          <a:pt x="67024" y="1171"/>
                        </a:moveTo>
                        <a:cubicBezTo>
                          <a:pt x="126621" y="13004"/>
                          <a:pt x="165230" y="48417"/>
                          <a:pt x="179395" y="63532"/>
                        </a:cubicBezTo>
                        <a:cubicBezTo>
                          <a:pt x="206430" y="66642"/>
                          <a:pt x="243225" y="81153"/>
                          <a:pt x="281228" y="142304"/>
                        </a:cubicBezTo>
                        <a:cubicBezTo>
                          <a:pt x="327956" y="217535"/>
                          <a:pt x="293407" y="300799"/>
                          <a:pt x="239079" y="341739"/>
                        </a:cubicBezTo>
                        <a:cubicBezTo>
                          <a:pt x="184750" y="382594"/>
                          <a:pt x="185441" y="429580"/>
                          <a:pt x="185441" y="429580"/>
                        </a:cubicBezTo>
                        <a:lnTo>
                          <a:pt x="176890" y="405396"/>
                        </a:lnTo>
                        <a:cubicBezTo>
                          <a:pt x="170585" y="386912"/>
                          <a:pt x="167994" y="367305"/>
                          <a:pt x="170067" y="347872"/>
                        </a:cubicBezTo>
                        <a:cubicBezTo>
                          <a:pt x="171362" y="336211"/>
                          <a:pt x="173867" y="323601"/>
                          <a:pt x="178877" y="313322"/>
                        </a:cubicBezTo>
                        <a:cubicBezTo>
                          <a:pt x="191919" y="286029"/>
                          <a:pt x="150806" y="267891"/>
                          <a:pt x="139232" y="245174"/>
                        </a:cubicBezTo>
                        <a:cubicBezTo>
                          <a:pt x="130335" y="227641"/>
                          <a:pt x="129904" y="187650"/>
                          <a:pt x="115911" y="158802"/>
                        </a:cubicBezTo>
                        <a:lnTo>
                          <a:pt x="99155" y="136776"/>
                        </a:lnTo>
                        <a:cubicBezTo>
                          <a:pt x="99155" y="136776"/>
                          <a:pt x="60546" y="107583"/>
                          <a:pt x="22801" y="115788"/>
                        </a:cubicBezTo>
                        <a:cubicBezTo>
                          <a:pt x="-14944" y="123907"/>
                          <a:pt x="-9502" y="-14030"/>
                          <a:pt x="67024" y="1171"/>
                        </a:cubicBezTo>
                        <a:close/>
                      </a:path>
                    </a:pathLst>
                  </a:custGeom>
                  <a:solidFill>
                    <a:srgbClr val="13375B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3" name="" descr="563d44d3-5db3-43e8-9931-df284cca8933"/>
                  <p:cNvSpPr/>
                  <p:nvPr/>
                </p:nvSpPr>
                <p:spPr>
                  <a:xfrm>
                    <a:off x="7880189" y="3601571"/>
                    <a:ext cx="49516" cy="83353"/>
                  </a:xfrm>
                  <a:custGeom>
                    <a:gdLst>
                      <a:gd name="connsiteX0" fmla="*/ 13 w 49516"/>
                      <a:gd name="connsiteY0" fmla="*/ 41287 h 83353"/>
                      <a:gd name="connsiteX1" fmla="*/ 24024 w 49516"/>
                      <a:gd name="connsiteY1" fmla="*/ 83351 h 83353"/>
                      <a:gd name="connsiteX2" fmla="*/ 49504 w 49516"/>
                      <a:gd name="connsiteY2" fmla="*/ 42065 h 83353"/>
                      <a:gd name="connsiteX3" fmla="*/ 25493 w 49516"/>
                      <a:gd name="connsiteY3" fmla="*/ 1 h 83353"/>
                      <a:gd name="connsiteX4" fmla="*/ 13 w 49516"/>
                      <a:gd name="connsiteY4" fmla="*/ 41287 h 8335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9516" h="83353">
                        <a:moveTo>
                          <a:pt x="13" y="41287"/>
                        </a:moveTo>
                        <a:cubicBezTo>
                          <a:pt x="-419" y="64263"/>
                          <a:pt x="10377" y="83178"/>
                          <a:pt x="24024" y="83351"/>
                        </a:cubicBezTo>
                        <a:cubicBezTo>
                          <a:pt x="37671" y="83610"/>
                          <a:pt x="49072" y="65126"/>
                          <a:pt x="49504" y="42065"/>
                        </a:cubicBezTo>
                        <a:cubicBezTo>
                          <a:pt x="49936" y="19090"/>
                          <a:pt x="39139" y="174"/>
                          <a:pt x="25493" y="1"/>
                        </a:cubicBezTo>
                        <a:cubicBezTo>
                          <a:pt x="11759" y="-172"/>
                          <a:pt x="358" y="18312"/>
                          <a:pt x="13" y="41287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64" name="" descr="df555979-5e8a-47ef-a40a-75a140bafe35"/>
                <p:cNvSpPr/>
                <p:nvPr/>
              </p:nvSpPr>
              <p:spPr>
                <a:xfrm>
                  <a:off x="7351741" y="4424668"/>
                  <a:ext cx="326813" cy="91111"/>
                </a:xfrm>
                <a:custGeom>
                  <a:gdLst>
                    <a:gd name="connsiteX0" fmla="*/ 326607 w 326813"/>
                    <a:gd name="connsiteY0" fmla="*/ 66026 h 91111"/>
                    <a:gd name="connsiteX1" fmla="*/ 324102 w 326813"/>
                    <a:gd name="connsiteY1" fmla="*/ 80105 h 91111"/>
                    <a:gd name="connsiteX2" fmla="*/ 308469 w 326813"/>
                    <a:gd name="connsiteY2" fmla="*/ 90901 h 91111"/>
                    <a:gd name="connsiteX3" fmla="*/ 11260 w 326813"/>
                    <a:gd name="connsiteY3" fmla="*/ 40460 h 91111"/>
                    <a:gd name="connsiteX4" fmla="*/ 204 w 326813"/>
                    <a:gd name="connsiteY4" fmla="*/ 25085 h 91111"/>
                    <a:gd name="connsiteX5" fmla="*/ 2709 w 326813"/>
                    <a:gd name="connsiteY5" fmla="*/ 11006 h 91111"/>
                    <a:gd name="connsiteX6" fmla="*/ 18343 w 326813"/>
                    <a:gd name="connsiteY6" fmla="*/ 210 h 91111"/>
                    <a:gd name="connsiteX7" fmla="*/ 315551 w 326813"/>
                    <a:gd name="connsiteY7" fmla="*/ 50652 h 91111"/>
                    <a:gd name="connsiteX8" fmla="*/ 326607 w 326813"/>
                    <a:gd name="connsiteY8" fmla="*/ 66026 h 9111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26813" h="91111">
                      <a:moveTo>
                        <a:pt x="326607" y="66026"/>
                      </a:moveTo>
                      <a:lnTo>
                        <a:pt x="324102" y="80105"/>
                      </a:lnTo>
                      <a:cubicBezTo>
                        <a:pt x="322807" y="87360"/>
                        <a:pt x="315811" y="92197"/>
                        <a:pt x="308469" y="90901"/>
                      </a:cubicBezTo>
                      <a:lnTo>
                        <a:pt x="11260" y="40460"/>
                      </a:lnTo>
                      <a:cubicBezTo>
                        <a:pt x="3919" y="39164"/>
                        <a:pt x="-1091" y="32341"/>
                        <a:pt x="204" y="25085"/>
                      </a:cubicBezTo>
                      <a:lnTo>
                        <a:pt x="2709" y="11006"/>
                      </a:lnTo>
                      <a:cubicBezTo>
                        <a:pt x="4005" y="3751"/>
                        <a:pt x="11001" y="-1085"/>
                        <a:pt x="18343" y="210"/>
                      </a:cubicBezTo>
                      <a:lnTo>
                        <a:pt x="315551" y="50652"/>
                      </a:lnTo>
                      <a:cubicBezTo>
                        <a:pt x="322980" y="51947"/>
                        <a:pt x="327903" y="58771"/>
                        <a:pt x="326607" y="66026"/>
                      </a:cubicBezTo>
                      <a:close/>
                    </a:path>
                  </a:pathLst>
                </a:custGeom>
                <a:solidFill>
                  <a:srgbClr val="13375B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65" name="" descr="53227d79-5ec5-4ef7-9994-270f79300e5b"/>
                <p:cNvSpPr/>
                <p:nvPr/>
              </p:nvSpPr>
              <p:spPr>
                <a:xfrm>
                  <a:off x="7445553" y="3967444"/>
                  <a:ext cx="782039" cy="700413"/>
                </a:xfrm>
                <a:custGeom>
                  <a:gdLst>
                    <a:gd name="connsiteX0" fmla="*/ 654208 w 782039"/>
                    <a:gd name="connsiteY0" fmla="*/ 3 h 700413"/>
                    <a:gd name="connsiteX1" fmla="*/ 610590 w 782039"/>
                    <a:gd name="connsiteY1" fmla="*/ 246425 h 700413"/>
                    <a:gd name="connsiteX2" fmla="*/ 636934 w 782039"/>
                    <a:gd name="connsiteY2" fmla="*/ 546052 h 700413"/>
                    <a:gd name="connsiteX3" fmla="*/ 307940 w 782039"/>
                    <a:gd name="connsiteY3" fmla="*/ 538019 h 700413"/>
                    <a:gd name="connsiteX4" fmla="*/ 307940 w 782039"/>
                    <a:gd name="connsiteY4" fmla="*/ 538106 h 700413"/>
                    <a:gd name="connsiteX5" fmla="*/ 222776 w 782039"/>
                    <a:gd name="connsiteY5" fmla="*/ 478681 h 700413"/>
                    <a:gd name="connsiteX6" fmla="*/ 148928 w 782039"/>
                    <a:gd name="connsiteY6" fmla="*/ 487750 h 700413"/>
                    <a:gd name="connsiteX7" fmla="*/ 190300 w 782039"/>
                    <a:gd name="connsiteY7" fmla="*/ 498115 h 700413"/>
                    <a:gd name="connsiteX8" fmla="*/ 181404 w 782039"/>
                    <a:gd name="connsiteY8" fmla="*/ 525409 h 700413"/>
                    <a:gd name="connsiteX9" fmla="*/ 81816 w 782039"/>
                    <a:gd name="connsiteY9" fmla="*/ 520399 h 700413"/>
                    <a:gd name="connsiteX10" fmla="*/ 16259 w 782039"/>
                    <a:gd name="connsiteY10" fmla="*/ 491810 h 700413"/>
                    <a:gd name="connsiteX11" fmla="*/ 48217 w 782039"/>
                    <a:gd name="connsiteY11" fmla="*/ 538019 h 700413"/>
                    <a:gd name="connsiteX12" fmla="*/ 7190 w 782039"/>
                    <a:gd name="connsiteY12" fmla="*/ 516340 h 700413"/>
                    <a:gd name="connsiteX13" fmla="*/ 6672 w 782039"/>
                    <a:gd name="connsiteY13" fmla="*/ 539315 h 700413"/>
                    <a:gd name="connsiteX14" fmla="*/ 89589 w 782039"/>
                    <a:gd name="connsiteY14" fmla="*/ 596580 h 700413"/>
                    <a:gd name="connsiteX15" fmla="*/ 280214 w 782039"/>
                    <a:gd name="connsiteY15" fmla="*/ 609450 h 700413"/>
                    <a:gd name="connsiteX16" fmla="*/ 738768 w 782039"/>
                    <a:gd name="connsiteY16" fmla="*/ 700141 h 700413"/>
                    <a:gd name="connsiteX17" fmla="*/ 782040 w 782039"/>
                    <a:gd name="connsiteY17" fmla="*/ 454756 h 700413"/>
                    <a:gd name="connsiteX18" fmla="*/ 654208 w 782039"/>
                    <a:gd name="connsiteY18" fmla="*/ 3 h 700413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782039" h="700413">
                      <a:moveTo>
                        <a:pt x="654208" y="3"/>
                      </a:moveTo>
                      <a:cubicBezTo>
                        <a:pt x="619314" y="-947"/>
                        <a:pt x="588479" y="224227"/>
                        <a:pt x="610590" y="246425"/>
                      </a:cubicBezTo>
                      <a:cubicBezTo>
                        <a:pt x="632702" y="268622"/>
                        <a:pt x="636934" y="546052"/>
                        <a:pt x="636934" y="546052"/>
                      </a:cubicBezTo>
                      <a:lnTo>
                        <a:pt x="307940" y="538019"/>
                      </a:lnTo>
                      <a:lnTo>
                        <a:pt x="307940" y="538106"/>
                      </a:lnTo>
                      <a:cubicBezTo>
                        <a:pt x="301548" y="533874"/>
                        <a:pt x="232623" y="488614"/>
                        <a:pt x="222776" y="478681"/>
                      </a:cubicBezTo>
                      <a:cubicBezTo>
                        <a:pt x="212412" y="468316"/>
                        <a:pt x="162229" y="473498"/>
                        <a:pt x="148928" y="487750"/>
                      </a:cubicBezTo>
                      <a:cubicBezTo>
                        <a:pt x="135626" y="502002"/>
                        <a:pt x="178467" y="490341"/>
                        <a:pt x="190300" y="498115"/>
                      </a:cubicBezTo>
                      <a:cubicBezTo>
                        <a:pt x="202133" y="505888"/>
                        <a:pt x="181404" y="525409"/>
                        <a:pt x="181404" y="525409"/>
                      </a:cubicBezTo>
                      <a:cubicBezTo>
                        <a:pt x="181404" y="525409"/>
                        <a:pt x="98054" y="537242"/>
                        <a:pt x="81816" y="520399"/>
                      </a:cubicBezTo>
                      <a:cubicBezTo>
                        <a:pt x="65578" y="503557"/>
                        <a:pt x="22132" y="474967"/>
                        <a:pt x="16259" y="491810"/>
                      </a:cubicBezTo>
                      <a:cubicBezTo>
                        <a:pt x="13236" y="500533"/>
                        <a:pt x="35606" y="526963"/>
                        <a:pt x="48217" y="538019"/>
                      </a:cubicBezTo>
                      <a:cubicBezTo>
                        <a:pt x="32497" y="526445"/>
                        <a:pt x="13581" y="514267"/>
                        <a:pt x="7190" y="516340"/>
                      </a:cubicBezTo>
                      <a:cubicBezTo>
                        <a:pt x="-4643" y="520226"/>
                        <a:pt x="280" y="534996"/>
                        <a:pt x="6672" y="539315"/>
                      </a:cubicBezTo>
                      <a:cubicBezTo>
                        <a:pt x="13063" y="543634"/>
                        <a:pt x="79225" y="593125"/>
                        <a:pt x="89589" y="596580"/>
                      </a:cubicBezTo>
                      <a:cubicBezTo>
                        <a:pt x="99695" y="599948"/>
                        <a:pt x="253611" y="603662"/>
                        <a:pt x="280214" y="609450"/>
                      </a:cubicBezTo>
                      <a:cubicBezTo>
                        <a:pt x="280214" y="609450"/>
                        <a:pt x="714065" y="706187"/>
                        <a:pt x="738768" y="700141"/>
                      </a:cubicBezTo>
                      <a:cubicBezTo>
                        <a:pt x="760361" y="694872"/>
                        <a:pt x="782040" y="558921"/>
                        <a:pt x="782040" y="454756"/>
                      </a:cubicBezTo>
                      <a:cubicBezTo>
                        <a:pt x="781868" y="350590"/>
                        <a:pt x="763124" y="3113"/>
                        <a:pt x="654208" y="3"/>
                      </a:cubicBez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66" name="" descr="0aa4b41e-60bb-4eed-8331-0f7b92af930b"/>
                <p:cNvSpPr/>
                <p:nvPr/>
              </p:nvSpPr>
              <p:spPr>
                <a:xfrm>
                  <a:off x="8005615" y="3916056"/>
                  <a:ext cx="265164" cy="527824"/>
                </a:xfrm>
                <a:custGeom>
                  <a:gdLst>
                    <a:gd name="connsiteX0" fmla="*/ 48887 w 265164"/>
                    <a:gd name="connsiteY0" fmla="*/ 0 h 527824"/>
                    <a:gd name="connsiteX1" fmla="*/ 172227 w 265164"/>
                    <a:gd name="connsiteY1" fmla="*/ 82659 h 527824"/>
                    <a:gd name="connsiteX2" fmla="*/ 265164 w 265164"/>
                    <a:gd name="connsiteY2" fmla="*/ 496644 h 527824"/>
                    <a:gd name="connsiteX3" fmla="*/ 68321 w 265164"/>
                    <a:gd name="connsiteY3" fmla="*/ 527824 h 527824"/>
                    <a:gd name="connsiteX4" fmla="*/ 52601 w 265164"/>
                    <a:gd name="connsiteY4" fmla="*/ 357929 h 527824"/>
                    <a:gd name="connsiteX5" fmla="*/ 0 w 265164"/>
                    <a:gd name="connsiteY5" fmla="*/ 280193 h 527824"/>
                    <a:gd name="connsiteX6" fmla="*/ 48887 w 265164"/>
                    <a:gd name="connsiteY6" fmla="*/ 0 h 52782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5164" h="527824">
                      <a:moveTo>
                        <a:pt x="48887" y="0"/>
                      </a:moveTo>
                      <a:cubicBezTo>
                        <a:pt x="48887" y="0"/>
                        <a:pt x="109607" y="13647"/>
                        <a:pt x="172227" y="82659"/>
                      </a:cubicBezTo>
                      <a:cubicBezTo>
                        <a:pt x="229233" y="145365"/>
                        <a:pt x="265164" y="496644"/>
                        <a:pt x="265164" y="496644"/>
                      </a:cubicBezTo>
                      <a:lnTo>
                        <a:pt x="68321" y="527824"/>
                      </a:lnTo>
                      <a:lnTo>
                        <a:pt x="52601" y="357929"/>
                      </a:lnTo>
                      <a:lnTo>
                        <a:pt x="0" y="280193"/>
                      </a:lnTo>
                      <a:lnTo>
                        <a:pt x="48887" y="0"/>
                      </a:ln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67" name="" descr="2f0990bd-b8a0-4623-a75d-c07a3720d3fc"/>
              <p:cNvSpPr/>
              <p:nvPr/>
            </p:nvSpPr>
            <p:spPr>
              <a:xfrm>
                <a:off x="4541461" y="1153681"/>
                <a:ext cx="1004256" cy="1200063"/>
              </a:xfrm>
              <a:custGeom>
                <a:gdLst>
                  <a:gd name="connsiteX0" fmla="*/ 284858 w 1004256"/>
                  <a:gd name="connsiteY0" fmla="*/ 822614 h 1200063"/>
                  <a:gd name="connsiteX1" fmla="*/ 160222 w 1004256"/>
                  <a:gd name="connsiteY1" fmla="*/ 1200064 h 1200063"/>
                  <a:gd name="connsiteX2" fmla="*/ 0 w 1004256"/>
                  <a:gd name="connsiteY2" fmla="*/ 1200064 h 1200063"/>
                  <a:gd name="connsiteX3" fmla="*/ 407766 w 1004256"/>
                  <a:gd name="connsiteY3" fmla="*/ 0 h 1200063"/>
                  <a:gd name="connsiteX4" fmla="*/ 594763 w 1004256"/>
                  <a:gd name="connsiteY4" fmla="*/ 0 h 1200063"/>
                  <a:gd name="connsiteX5" fmla="*/ 1004257 w 1004256"/>
                  <a:gd name="connsiteY5" fmla="*/ 1200064 h 1200063"/>
                  <a:gd name="connsiteX6" fmla="*/ 838680 w 1004256"/>
                  <a:gd name="connsiteY6" fmla="*/ 1200064 h 1200063"/>
                  <a:gd name="connsiteX7" fmla="*/ 710503 w 1004256"/>
                  <a:gd name="connsiteY7" fmla="*/ 822614 h 1200063"/>
                  <a:gd name="connsiteX8" fmla="*/ 284858 w 1004256"/>
                  <a:gd name="connsiteY8" fmla="*/ 822614 h 1200063"/>
                  <a:gd name="connsiteX9" fmla="*/ 678372 w 1004256"/>
                  <a:gd name="connsiteY9" fmla="*/ 701520 h 1200063"/>
                  <a:gd name="connsiteX10" fmla="*/ 560819 w 1004256"/>
                  <a:gd name="connsiteY10" fmla="*/ 356115 h 1200063"/>
                  <a:gd name="connsiteX11" fmla="*/ 498458 w 1004256"/>
                  <a:gd name="connsiteY11" fmla="*/ 137074 h 1200063"/>
                  <a:gd name="connsiteX12" fmla="*/ 494916 w 1004256"/>
                  <a:gd name="connsiteY12" fmla="*/ 137074 h 1200063"/>
                  <a:gd name="connsiteX13" fmla="*/ 434369 w 1004256"/>
                  <a:gd name="connsiteY13" fmla="*/ 354301 h 1200063"/>
                  <a:gd name="connsiteX14" fmla="*/ 316816 w 1004256"/>
                  <a:gd name="connsiteY14" fmla="*/ 701520 h 1200063"/>
                  <a:gd name="connsiteX15" fmla="*/ 678372 w 1004256"/>
                  <a:gd name="connsiteY15" fmla="*/ 701520 h 1200063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04256" h="1200063">
                    <a:moveTo>
                      <a:pt x="284858" y="822614"/>
                    </a:moveTo>
                    <a:lnTo>
                      <a:pt x="160222" y="1200064"/>
                    </a:lnTo>
                    <a:lnTo>
                      <a:pt x="0" y="1200064"/>
                    </a:lnTo>
                    <a:lnTo>
                      <a:pt x="407766" y="0"/>
                    </a:lnTo>
                    <a:lnTo>
                      <a:pt x="594763" y="0"/>
                    </a:lnTo>
                    <a:lnTo>
                      <a:pt x="1004257" y="1200064"/>
                    </a:lnTo>
                    <a:lnTo>
                      <a:pt x="838680" y="1200064"/>
                    </a:lnTo>
                    <a:lnTo>
                      <a:pt x="710503" y="822614"/>
                    </a:lnTo>
                    <a:lnTo>
                      <a:pt x="284858" y="822614"/>
                    </a:lnTo>
                    <a:close/>
                    <a:moveTo>
                      <a:pt x="678372" y="701520"/>
                    </a:moveTo>
                    <a:lnTo>
                      <a:pt x="560819" y="356115"/>
                    </a:lnTo>
                    <a:cubicBezTo>
                      <a:pt x="534129" y="277775"/>
                      <a:pt x="516337" y="206517"/>
                      <a:pt x="498458" y="137074"/>
                    </a:cubicBezTo>
                    <a:lnTo>
                      <a:pt x="494916" y="137074"/>
                    </a:lnTo>
                    <a:cubicBezTo>
                      <a:pt x="477123" y="208331"/>
                      <a:pt x="457517" y="281316"/>
                      <a:pt x="434369" y="354301"/>
                    </a:cubicBezTo>
                    <a:lnTo>
                      <a:pt x="316816" y="701520"/>
                    </a:lnTo>
                    <a:lnTo>
                      <a:pt x="678372" y="701520"/>
                    </a:lnTo>
                    <a:close/>
                  </a:path>
                </a:pathLst>
              </a:custGeom>
              <a:solidFill>
                <a:srgbClr val="B75742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8" name="" descr="1e5228c0-5c6b-435f-82f4-46bb94a70ff4"/>
              <p:cNvSpPr/>
              <p:nvPr/>
            </p:nvSpPr>
            <p:spPr>
              <a:xfrm>
                <a:off x="9887244" y="3516974"/>
                <a:ext cx="234860" cy="240186"/>
              </a:xfrm>
              <a:custGeom>
                <a:gdLst>
                  <a:gd name="connsiteX0" fmla="*/ 147009 w 234860"/>
                  <a:gd name="connsiteY0" fmla="*/ 237738 h 240186"/>
                  <a:gd name="connsiteX1" fmla="*/ 92853 w 234860"/>
                  <a:gd name="connsiteY1" fmla="*/ 190319 h 240186"/>
                  <a:gd name="connsiteX2" fmla="*/ 23064 w 234860"/>
                  <a:gd name="connsiteY2" fmla="*/ 208025 h 240186"/>
                  <a:gd name="connsiteX3" fmla="*/ 11577 w 234860"/>
                  <a:gd name="connsiteY3" fmla="*/ 194551 h 240186"/>
                  <a:gd name="connsiteX4" fmla="*/ 39993 w 234860"/>
                  <a:gd name="connsiteY4" fmla="*/ 128390 h 240186"/>
                  <a:gd name="connsiteX5" fmla="*/ 1557 w 234860"/>
                  <a:gd name="connsiteY5" fmla="*/ 67497 h 240186"/>
                  <a:gd name="connsiteX6" fmla="*/ 10799 w 234860"/>
                  <a:gd name="connsiteY6" fmla="*/ 52382 h 240186"/>
                  <a:gd name="connsiteX7" fmla="*/ 82488 w 234860"/>
                  <a:gd name="connsiteY7" fmla="*/ 58946 h 240186"/>
                  <a:gd name="connsiteX8" fmla="*/ 128525 w 234860"/>
                  <a:gd name="connsiteY8" fmla="*/ 3581 h 240186"/>
                  <a:gd name="connsiteX9" fmla="*/ 145799 w 234860"/>
                  <a:gd name="connsiteY9" fmla="*/ 7727 h 240186"/>
                  <a:gd name="connsiteX10" fmla="*/ 161779 w 234860"/>
                  <a:gd name="connsiteY10" fmla="*/ 77948 h 240186"/>
                  <a:gd name="connsiteX11" fmla="*/ 228631 w 234860"/>
                  <a:gd name="connsiteY11" fmla="*/ 104637 h 240186"/>
                  <a:gd name="connsiteX12" fmla="*/ 230013 w 234860"/>
                  <a:gd name="connsiteY12" fmla="*/ 122344 h 240186"/>
                  <a:gd name="connsiteX13" fmla="*/ 168171 w 234860"/>
                  <a:gd name="connsiteY13" fmla="*/ 159225 h 240186"/>
                  <a:gd name="connsiteX14" fmla="*/ 163506 w 234860"/>
                  <a:gd name="connsiteY14" fmla="*/ 231087 h 240186"/>
                  <a:gd name="connsiteX15" fmla="*/ 147009 w 234860"/>
                  <a:gd name="connsiteY15" fmla="*/ 237738 h 240186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34860" h="240186">
                    <a:moveTo>
                      <a:pt x="147009" y="237738"/>
                    </a:moveTo>
                    <a:lnTo>
                      <a:pt x="92853" y="190319"/>
                    </a:lnTo>
                    <a:lnTo>
                      <a:pt x="23064" y="208025"/>
                    </a:lnTo>
                    <a:cubicBezTo>
                      <a:pt x="15118" y="210012"/>
                      <a:pt x="8294" y="202066"/>
                      <a:pt x="11577" y="194551"/>
                    </a:cubicBezTo>
                    <a:lnTo>
                      <a:pt x="39993" y="128390"/>
                    </a:lnTo>
                    <a:lnTo>
                      <a:pt x="1557" y="67497"/>
                    </a:lnTo>
                    <a:cubicBezTo>
                      <a:pt x="-2848" y="60587"/>
                      <a:pt x="2680" y="51604"/>
                      <a:pt x="10799" y="52382"/>
                    </a:cubicBezTo>
                    <a:lnTo>
                      <a:pt x="82488" y="58946"/>
                    </a:lnTo>
                    <a:lnTo>
                      <a:pt x="128525" y="3581"/>
                    </a:lnTo>
                    <a:cubicBezTo>
                      <a:pt x="133794" y="-2724"/>
                      <a:pt x="143986" y="-306"/>
                      <a:pt x="145799" y="7727"/>
                    </a:cubicBezTo>
                    <a:lnTo>
                      <a:pt x="161779" y="77948"/>
                    </a:lnTo>
                    <a:lnTo>
                      <a:pt x="228631" y="104637"/>
                    </a:lnTo>
                    <a:cubicBezTo>
                      <a:pt x="236232" y="107660"/>
                      <a:pt x="237096" y="118111"/>
                      <a:pt x="230013" y="122344"/>
                    </a:cubicBezTo>
                    <a:lnTo>
                      <a:pt x="168171" y="159225"/>
                    </a:lnTo>
                    <a:lnTo>
                      <a:pt x="163506" y="231087"/>
                    </a:lnTo>
                    <a:cubicBezTo>
                      <a:pt x="162902" y="239120"/>
                      <a:pt x="153228" y="243093"/>
                      <a:pt x="147009" y="237738"/>
                    </a:cubicBezTo>
                    <a:close/>
                  </a:path>
                </a:pathLst>
              </a:custGeom>
              <a:solidFill>
                <a:srgbClr val="F79C8D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9" name="" descr="00f5a80e-d975-4642-bf56-8ca90cdca620"/>
              <p:cNvSpPr/>
              <p:nvPr/>
            </p:nvSpPr>
            <p:spPr>
              <a:xfrm>
                <a:off x="2113261" y="46"/>
                <a:ext cx="234860" cy="240224"/>
              </a:xfrm>
              <a:custGeom>
                <a:gdLst>
                  <a:gd name="connsiteX0" fmla="*/ 147095 w 234860"/>
                  <a:gd name="connsiteY0" fmla="*/ 237738 h 240224"/>
                  <a:gd name="connsiteX1" fmla="*/ 92939 w 234860"/>
                  <a:gd name="connsiteY1" fmla="*/ 190319 h 240224"/>
                  <a:gd name="connsiteX2" fmla="*/ 23150 w 234860"/>
                  <a:gd name="connsiteY2" fmla="*/ 208025 h 240224"/>
                  <a:gd name="connsiteX3" fmla="*/ 11576 w 234860"/>
                  <a:gd name="connsiteY3" fmla="*/ 194551 h 240224"/>
                  <a:gd name="connsiteX4" fmla="*/ 39993 w 234860"/>
                  <a:gd name="connsiteY4" fmla="*/ 128390 h 240224"/>
                  <a:gd name="connsiteX5" fmla="*/ 1557 w 234860"/>
                  <a:gd name="connsiteY5" fmla="*/ 67497 h 240224"/>
                  <a:gd name="connsiteX6" fmla="*/ 10799 w 234860"/>
                  <a:gd name="connsiteY6" fmla="*/ 52382 h 240224"/>
                  <a:gd name="connsiteX7" fmla="*/ 82488 w 234860"/>
                  <a:gd name="connsiteY7" fmla="*/ 58946 h 240224"/>
                  <a:gd name="connsiteX8" fmla="*/ 128525 w 234860"/>
                  <a:gd name="connsiteY8" fmla="*/ 3581 h 240224"/>
                  <a:gd name="connsiteX9" fmla="*/ 145800 w 234860"/>
                  <a:gd name="connsiteY9" fmla="*/ 7727 h 240224"/>
                  <a:gd name="connsiteX10" fmla="*/ 161779 w 234860"/>
                  <a:gd name="connsiteY10" fmla="*/ 77948 h 240224"/>
                  <a:gd name="connsiteX11" fmla="*/ 228631 w 234860"/>
                  <a:gd name="connsiteY11" fmla="*/ 104637 h 240224"/>
                  <a:gd name="connsiteX12" fmla="*/ 230013 w 234860"/>
                  <a:gd name="connsiteY12" fmla="*/ 122344 h 240224"/>
                  <a:gd name="connsiteX13" fmla="*/ 168170 w 234860"/>
                  <a:gd name="connsiteY13" fmla="*/ 159225 h 240224"/>
                  <a:gd name="connsiteX14" fmla="*/ 163506 w 234860"/>
                  <a:gd name="connsiteY14" fmla="*/ 231087 h 240224"/>
                  <a:gd name="connsiteX15" fmla="*/ 147095 w 234860"/>
                  <a:gd name="connsiteY15" fmla="*/ 237738 h 240224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34860" h="240224">
                    <a:moveTo>
                      <a:pt x="147095" y="237738"/>
                    </a:moveTo>
                    <a:lnTo>
                      <a:pt x="92939" y="190319"/>
                    </a:lnTo>
                    <a:lnTo>
                      <a:pt x="23150" y="208025"/>
                    </a:lnTo>
                    <a:cubicBezTo>
                      <a:pt x="15204" y="210012"/>
                      <a:pt x="8381" y="202066"/>
                      <a:pt x="11576" y="194551"/>
                    </a:cubicBezTo>
                    <a:lnTo>
                      <a:pt x="39993" y="128390"/>
                    </a:lnTo>
                    <a:lnTo>
                      <a:pt x="1557" y="67497"/>
                    </a:lnTo>
                    <a:cubicBezTo>
                      <a:pt x="-2848" y="60587"/>
                      <a:pt x="2680" y="51604"/>
                      <a:pt x="10799" y="52382"/>
                    </a:cubicBezTo>
                    <a:lnTo>
                      <a:pt x="82488" y="58946"/>
                    </a:lnTo>
                    <a:lnTo>
                      <a:pt x="128525" y="3581"/>
                    </a:lnTo>
                    <a:cubicBezTo>
                      <a:pt x="133794" y="-2724"/>
                      <a:pt x="143986" y="-306"/>
                      <a:pt x="145800" y="7727"/>
                    </a:cubicBezTo>
                    <a:lnTo>
                      <a:pt x="161779" y="77948"/>
                    </a:lnTo>
                    <a:lnTo>
                      <a:pt x="228631" y="104637"/>
                    </a:lnTo>
                    <a:cubicBezTo>
                      <a:pt x="236232" y="107660"/>
                      <a:pt x="237096" y="118111"/>
                      <a:pt x="230013" y="122344"/>
                    </a:cubicBezTo>
                    <a:lnTo>
                      <a:pt x="168170" y="159225"/>
                    </a:lnTo>
                    <a:lnTo>
                      <a:pt x="163506" y="231087"/>
                    </a:lnTo>
                    <a:cubicBezTo>
                      <a:pt x="162988" y="239120"/>
                      <a:pt x="153314" y="243179"/>
                      <a:pt x="147095" y="237738"/>
                    </a:cubicBezTo>
                    <a:close/>
                  </a:path>
                </a:pathLst>
              </a:custGeom>
              <a:solidFill>
                <a:srgbClr val="96D9C9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0" name="" descr="e7806666-d447-4252-b639-21a5f4ddb71f"/>
              <p:cNvSpPr/>
              <p:nvPr/>
            </p:nvSpPr>
            <p:spPr>
              <a:xfrm>
                <a:off x="3561819" y="57484"/>
                <a:ext cx="234860" cy="240224"/>
              </a:xfrm>
              <a:custGeom>
                <a:gdLst>
                  <a:gd name="connsiteX0" fmla="*/ 147095 w 234860"/>
                  <a:gd name="connsiteY0" fmla="*/ 237738 h 240224"/>
                  <a:gd name="connsiteX1" fmla="*/ 92939 w 234860"/>
                  <a:gd name="connsiteY1" fmla="*/ 190319 h 240224"/>
                  <a:gd name="connsiteX2" fmla="*/ 23150 w 234860"/>
                  <a:gd name="connsiteY2" fmla="*/ 208025 h 240224"/>
                  <a:gd name="connsiteX3" fmla="*/ 11576 w 234860"/>
                  <a:gd name="connsiteY3" fmla="*/ 194551 h 240224"/>
                  <a:gd name="connsiteX4" fmla="*/ 39993 w 234860"/>
                  <a:gd name="connsiteY4" fmla="*/ 128390 h 240224"/>
                  <a:gd name="connsiteX5" fmla="*/ 1557 w 234860"/>
                  <a:gd name="connsiteY5" fmla="*/ 67497 h 240224"/>
                  <a:gd name="connsiteX6" fmla="*/ 10799 w 234860"/>
                  <a:gd name="connsiteY6" fmla="*/ 52382 h 240224"/>
                  <a:gd name="connsiteX7" fmla="*/ 82488 w 234860"/>
                  <a:gd name="connsiteY7" fmla="*/ 58946 h 240224"/>
                  <a:gd name="connsiteX8" fmla="*/ 128525 w 234860"/>
                  <a:gd name="connsiteY8" fmla="*/ 3581 h 240224"/>
                  <a:gd name="connsiteX9" fmla="*/ 145800 w 234860"/>
                  <a:gd name="connsiteY9" fmla="*/ 7727 h 240224"/>
                  <a:gd name="connsiteX10" fmla="*/ 161778 w 234860"/>
                  <a:gd name="connsiteY10" fmla="*/ 77948 h 240224"/>
                  <a:gd name="connsiteX11" fmla="*/ 228631 w 234860"/>
                  <a:gd name="connsiteY11" fmla="*/ 104637 h 240224"/>
                  <a:gd name="connsiteX12" fmla="*/ 230013 w 234860"/>
                  <a:gd name="connsiteY12" fmla="*/ 122344 h 240224"/>
                  <a:gd name="connsiteX13" fmla="*/ 168170 w 234860"/>
                  <a:gd name="connsiteY13" fmla="*/ 159225 h 240224"/>
                  <a:gd name="connsiteX14" fmla="*/ 163506 w 234860"/>
                  <a:gd name="connsiteY14" fmla="*/ 231087 h 240224"/>
                  <a:gd name="connsiteX15" fmla="*/ 147095 w 234860"/>
                  <a:gd name="connsiteY15" fmla="*/ 237738 h 240224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34860" h="240224">
                    <a:moveTo>
                      <a:pt x="147095" y="237738"/>
                    </a:moveTo>
                    <a:lnTo>
                      <a:pt x="92939" y="190319"/>
                    </a:lnTo>
                    <a:lnTo>
                      <a:pt x="23150" y="208025"/>
                    </a:lnTo>
                    <a:cubicBezTo>
                      <a:pt x="15204" y="210012"/>
                      <a:pt x="8381" y="202066"/>
                      <a:pt x="11576" y="194551"/>
                    </a:cubicBezTo>
                    <a:lnTo>
                      <a:pt x="39993" y="128390"/>
                    </a:lnTo>
                    <a:lnTo>
                      <a:pt x="1557" y="67497"/>
                    </a:lnTo>
                    <a:cubicBezTo>
                      <a:pt x="-2848" y="60587"/>
                      <a:pt x="2680" y="51604"/>
                      <a:pt x="10799" y="52382"/>
                    </a:cubicBezTo>
                    <a:lnTo>
                      <a:pt x="82488" y="58946"/>
                    </a:lnTo>
                    <a:lnTo>
                      <a:pt x="128525" y="3581"/>
                    </a:lnTo>
                    <a:cubicBezTo>
                      <a:pt x="133794" y="-2724"/>
                      <a:pt x="143986" y="-306"/>
                      <a:pt x="145800" y="7727"/>
                    </a:cubicBezTo>
                    <a:lnTo>
                      <a:pt x="161778" y="77948"/>
                    </a:lnTo>
                    <a:lnTo>
                      <a:pt x="228631" y="104637"/>
                    </a:lnTo>
                    <a:cubicBezTo>
                      <a:pt x="236232" y="107660"/>
                      <a:pt x="237096" y="118111"/>
                      <a:pt x="230013" y="122344"/>
                    </a:cubicBezTo>
                    <a:lnTo>
                      <a:pt x="168170" y="159225"/>
                    </a:lnTo>
                    <a:lnTo>
                      <a:pt x="163506" y="231087"/>
                    </a:lnTo>
                    <a:cubicBezTo>
                      <a:pt x="162988" y="239120"/>
                      <a:pt x="153228" y="243179"/>
                      <a:pt x="147095" y="237738"/>
                    </a:cubicBezTo>
                    <a:close/>
                  </a:path>
                </a:pathLst>
              </a:custGeom>
              <a:solidFill>
                <a:srgbClr val="F47458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71" name="" descr="99549b90-ed8a-42c4-9698-5a0dc7d54018"/>
              <p:cNvGrpSpPr/>
              <p:nvPr/>
            </p:nvGrpSpPr>
            <p:grpSpPr>
              <a:xfrm>
                <a:off x="8127868" y="897323"/>
                <a:ext cx="1176702" cy="2593239"/>
                <a:chOff x="8127868" y="897323"/>
                <a:chExt cx="1176702" cy="2593239"/>
              </a:xfrm>
            </p:grpSpPr>
            <p:grpSp>
              <p:nvGrpSpPr>
                <p:cNvPr id="172" name="" descr="e5999d1e-c8b5-4740-903b-d400e14be81b"/>
                <p:cNvGrpSpPr/>
                <p:nvPr/>
              </p:nvGrpSpPr>
              <p:grpSpPr>
                <a:xfrm>
                  <a:off x="8127868" y="897323"/>
                  <a:ext cx="1176702" cy="2553573"/>
                  <a:chOff x="8127868" y="897323"/>
                  <a:chExt cx="1176702" cy="2553573"/>
                </a:xfrm>
              </p:grpSpPr>
              <p:sp>
                <p:nvSpPr>
                  <p:cNvPr id="173" name="" descr="f58b1a60-9852-4049-a826-f3815abd472d"/>
                  <p:cNvSpPr/>
                  <p:nvPr/>
                </p:nvSpPr>
                <p:spPr>
                  <a:xfrm>
                    <a:off x="8127868" y="897323"/>
                    <a:ext cx="676353" cy="944604"/>
                  </a:xfrm>
                  <a:custGeom>
                    <a:gdLst>
                      <a:gd name="connsiteX0" fmla="*/ 185407 w 676353"/>
                      <a:gd name="connsiteY0" fmla="*/ 923328 h 944604"/>
                      <a:gd name="connsiteX1" fmla="*/ 441157 w 676353"/>
                      <a:gd name="connsiteY1" fmla="*/ 831860 h 944604"/>
                      <a:gd name="connsiteX2" fmla="*/ 493586 w 676353"/>
                      <a:gd name="connsiteY2" fmla="*/ 805602 h 944604"/>
                      <a:gd name="connsiteX3" fmla="*/ 568471 w 676353"/>
                      <a:gd name="connsiteY3" fmla="*/ 539488 h 944604"/>
                      <a:gd name="connsiteX4" fmla="*/ 632559 w 676353"/>
                      <a:gd name="connsiteY4" fmla="*/ 257394 h 944604"/>
                      <a:gd name="connsiteX5" fmla="*/ 581340 w 676353"/>
                      <a:gd name="connsiteY5" fmla="*/ 65474 h 944604"/>
                      <a:gd name="connsiteX6" fmla="*/ 267807 w 676353"/>
                      <a:gd name="connsiteY6" fmla="*/ 78602 h 944604"/>
                      <a:gd name="connsiteX7" fmla="*/ 202336 w 676353"/>
                      <a:gd name="connsiteY7" fmla="*/ 243920 h 944604"/>
                      <a:gd name="connsiteX8" fmla="*/ 76405 w 676353"/>
                      <a:gd name="connsiteY8" fmla="*/ 499411 h 944604"/>
                      <a:gd name="connsiteX9" fmla="*/ 185407 w 676353"/>
                      <a:gd name="connsiteY9" fmla="*/ 923328 h 94460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676353" h="944604">
                        <a:moveTo>
                          <a:pt x="185407" y="923328"/>
                        </a:moveTo>
                        <a:cubicBezTo>
                          <a:pt x="382596" y="1004432"/>
                          <a:pt x="446081" y="827196"/>
                          <a:pt x="441157" y="831860"/>
                        </a:cubicBezTo>
                        <a:cubicBezTo>
                          <a:pt x="444871" y="827800"/>
                          <a:pt x="474583" y="814844"/>
                          <a:pt x="493586" y="805602"/>
                        </a:cubicBezTo>
                        <a:cubicBezTo>
                          <a:pt x="572616" y="766907"/>
                          <a:pt x="570285" y="630179"/>
                          <a:pt x="568471" y="539488"/>
                        </a:cubicBezTo>
                        <a:cubicBezTo>
                          <a:pt x="681878" y="470476"/>
                          <a:pt x="710295" y="338239"/>
                          <a:pt x="632559" y="257394"/>
                        </a:cubicBezTo>
                        <a:cubicBezTo>
                          <a:pt x="656485" y="167566"/>
                          <a:pt x="661581" y="111079"/>
                          <a:pt x="581340" y="65474"/>
                        </a:cubicBezTo>
                        <a:cubicBezTo>
                          <a:pt x="520620" y="-40419"/>
                          <a:pt x="350379" y="-4488"/>
                          <a:pt x="267807" y="78602"/>
                        </a:cubicBezTo>
                        <a:cubicBezTo>
                          <a:pt x="225916" y="120752"/>
                          <a:pt x="201646" y="182423"/>
                          <a:pt x="202336" y="243920"/>
                        </a:cubicBezTo>
                        <a:cubicBezTo>
                          <a:pt x="105167" y="284170"/>
                          <a:pt x="54294" y="391358"/>
                          <a:pt x="76405" y="499411"/>
                        </a:cubicBezTo>
                        <a:cubicBezTo>
                          <a:pt x="-54968" y="607463"/>
                          <a:pt x="-15842" y="840497"/>
                          <a:pt x="185407" y="923328"/>
                        </a:cubicBezTo>
                        <a:close/>
                      </a:path>
                    </a:pathLst>
                  </a:custGeom>
                  <a:solidFill>
                    <a:srgbClr val="13375B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" name="" descr="79dc4953-7fe7-4c42-bbfa-3710ef0f89d8"/>
                  <p:cNvSpPr/>
                  <p:nvPr/>
                </p:nvSpPr>
                <p:spPr>
                  <a:xfrm>
                    <a:off x="8481965" y="1523830"/>
                    <a:ext cx="587282" cy="645757"/>
                  </a:xfrm>
                  <a:custGeom>
                    <a:gdLst>
                      <a:gd name="connsiteX0" fmla="*/ 558137 w 587282"/>
                      <a:gd name="connsiteY0" fmla="*/ 602409 h 645757"/>
                      <a:gd name="connsiteX1" fmla="*/ 516073 w 587282"/>
                      <a:gd name="connsiteY1" fmla="*/ 570624 h 645757"/>
                      <a:gd name="connsiteX2" fmla="*/ 587072 w 587282"/>
                      <a:gd name="connsiteY2" fmla="*/ 612515 h 645757"/>
                      <a:gd name="connsiteX3" fmla="*/ 517715 w 587282"/>
                      <a:gd name="connsiteY3" fmla="*/ 540998 h 645757"/>
                      <a:gd name="connsiteX4" fmla="*/ 390919 w 587282"/>
                      <a:gd name="connsiteY4" fmla="*/ 521564 h 645757"/>
                      <a:gd name="connsiteX5" fmla="*/ 137156 w 587282"/>
                      <a:gd name="connsiteY5" fmla="*/ 352878 h 645757"/>
                      <a:gd name="connsiteX6" fmla="*/ 178442 w 587282"/>
                      <a:gd name="connsiteY6" fmla="*/ 18961 h 645757"/>
                      <a:gd name="connsiteX7" fmla="*/ 47501 w 587282"/>
                      <a:gd name="connsiteY7" fmla="*/ 1859 h 645757"/>
                      <a:gd name="connsiteX8" fmla="*/ 20639 w 587282"/>
                      <a:gd name="connsiteY8" fmla="*/ 434759 h 645757"/>
                      <a:gd name="connsiteX9" fmla="*/ 369413 w 587282"/>
                      <a:gd name="connsiteY9" fmla="*/ 571833 h 645757"/>
                      <a:gd name="connsiteX10" fmla="*/ 454058 w 587282"/>
                      <a:gd name="connsiteY10" fmla="*/ 599559 h 645757"/>
                      <a:gd name="connsiteX11" fmla="*/ 505536 w 587282"/>
                      <a:gd name="connsiteY11" fmla="*/ 599991 h 645757"/>
                      <a:gd name="connsiteX12" fmla="*/ 577139 w 587282"/>
                      <a:gd name="connsiteY12" fmla="*/ 645336 h 645757"/>
                      <a:gd name="connsiteX13" fmla="*/ 558137 w 587282"/>
                      <a:gd name="connsiteY13" fmla="*/ 602409 h 645757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87282" h="645757">
                        <a:moveTo>
                          <a:pt x="558137" y="602409"/>
                        </a:moveTo>
                        <a:cubicBezTo>
                          <a:pt x="542331" y="586776"/>
                          <a:pt x="514432" y="572956"/>
                          <a:pt x="516073" y="570624"/>
                        </a:cubicBezTo>
                        <a:cubicBezTo>
                          <a:pt x="522638" y="561296"/>
                          <a:pt x="591563" y="632553"/>
                          <a:pt x="587072" y="612515"/>
                        </a:cubicBezTo>
                        <a:cubicBezTo>
                          <a:pt x="584567" y="601373"/>
                          <a:pt x="535248" y="543157"/>
                          <a:pt x="517715" y="540998"/>
                        </a:cubicBezTo>
                        <a:cubicBezTo>
                          <a:pt x="500785" y="538839"/>
                          <a:pt x="390919" y="521564"/>
                          <a:pt x="390919" y="521564"/>
                        </a:cubicBezTo>
                        <a:lnTo>
                          <a:pt x="137156" y="352878"/>
                        </a:lnTo>
                        <a:cubicBezTo>
                          <a:pt x="137156" y="352878"/>
                          <a:pt x="124545" y="153357"/>
                          <a:pt x="178442" y="18961"/>
                        </a:cubicBezTo>
                        <a:cubicBezTo>
                          <a:pt x="119536" y="995"/>
                          <a:pt x="108048" y="-2892"/>
                          <a:pt x="47501" y="1859"/>
                        </a:cubicBezTo>
                        <a:cubicBezTo>
                          <a:pt x="12952" y="138242"/>
                          <a:pt x="-24188" y="367821"/>
                          <a:pt x="20639" y="434759"/>
                        </a:cubicBezTo>
                        <a:cubicBezTo>
                          <a:pt x="39555" y="462917"/>
                          <a:pt x="369413" y="571833"/>
                          <a:pt x="369413" y="571833"/>
                        </a:cubicBezTo>
                        <a:cubicBezTo>
                          <a:pt x="369413" y="571833"/>
                          <a:pt x="440757" y="598695"/>
                          <a:pt x="454058" y="599559"/>
                        </a:cubicBezTo>
                        <a:cubicBezTo>
                          <a:pt x="464163" y="600163"/>
                          <a:pt x="491889" y="597831"/>
                          <a:pt x="505536" y="599991"/>
                        </a:cubicBezTo>
                        <a:cubicBezTo>
                          <a:pt x="536371" y="604741"/>
                          <a:pt x="574548" y="650605"/>
                          <a:pt x="577139" y="645336"/>
                        </a:cubicBezTo>
                        <a:cubicBezTo>
                          <a:pt x="579125" y="641363"/>
                          <a:pt x="574289" y="618388"/>
                          <a:pt x="558137" y="602409"/>
                        </a:cubicBezTo>
                        <a:close/>
                      </a:path>
                    </a:pathLst>
                  </a:custGeom>
                  <a:solidFill>
                    <a:srgbClr val="F48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" name="" descr="96c3d968-e1fe-48c4-a3cc-083f60364ff2"/>
                  <p:cNvSpPr/>
                  <p:nvPr/>
                </p:nvSpPr>
                <p:spPr>
                  <a:xfrm>
                    <a:off x="8322894" y="1381360"/>
                    <a:ext cx="411505" cy="758180"/>
                  </a:xfrm>
                  <a:custGeom>
                    <a:gdLst>
                      <a:gd name="connsiteX0" fmla="*/ 368348 w 411505"/>
                      <a:gd name="connsiteY0" fmla="*/ 145452 h 758180"/>
                      <a:gd name="connsiteX1" fmla="*/ 319980 w 411505"/>
                      <a:gd name="connsiteY1" fmla="*/ 66421 h 758180"/>
                      <a:gd name="connsiteX2" fmla="*/ 231361 w 411505"/>
                      <a:gd name="connsiteY2" fmla="*/ 0 h 758180"/>
                      <a:gd name="connsiteX3" fmla="*/ 185497 w 411505"/>
                      <a:gd name="connsiteY3" fmla="*/ 1641 h 758180"/>
                      <a:gd name="connsiteX4" fmla="*/ 180833 w 411505"/>
                      <a:gd name="connsiteY4" fmla="*/ 9847 h 758180"/>
                      <a:gd name="connsiteX5" fmla="*/ 84614 w 411505"/>
                      <a:gd name="connsiteY5" fmla="*/ 31094 h 758180"/>
                      <a:gd name="connsiteX6" fmla="*/ 10852 w 411505"/>
                      <a:gd name="connsiteY6" fmla="*/ 756971 h 758180"/>
                      <a:gd name="connsiteX7" fmla="*/ 296400 w 411505"/>
                      <a:gd name="connsiteY7" fmla="*/ 758181 h 758180"/>
                      <a:gd name="connsiteX8" fmla="*/ 386055 w 411505"/>
                      <a:gd name="connsiteY8" fmla="*/ 352919 h 758180"/>
                      <a:gd name="connsiteX9" fmla="*/ 368348 w 411505"/>
                      <a:gd name="connsiteY9" fmla="*/ 145452 h 75818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11505" h="758180">
                        <a:moveTo>
                          <a:pt x="368348" y="145452"/>
                        </a:moveTo>
                        <a:cubicBezTo>
                          <a:pt x="344510" y="101402"/>
                          <a:pt x="319980" y="66421"/>
                          <a:pt x="319980" y="66421"/>
                        </a:cubicBezTo>
                        <a:cubicBezTo>
                          <a:pt x="295277" y="22284"/>
                          <a:pt x="231361" y="0"/>
                          <a:pt x="231361" y="0"/>
                        </a:cubicBezTo>
                        <a:cubicBezTo>
                          <a:pt x="231361" y="0"/>
                          <a:pt x="210027" y="432"/>
                          <a:pt x="185497" y="1641"/>
                        </a:cubicBezTo>
                        <a:cubicBezTo>
                          <a:pt x="183942" y="5701"/>
                          <a:pt x="182388" y="8637"/>
                          <a:pt x="180833" y="9847"/>
                        </a:cubicBezTo>
                        <a:cubicBezTo>
                          <a:pt x="171591" y="16756"/>
                          <a:pt x="118818" y="7860"/>
                          <a:pt x="84614" y="31094"/>
                        </a:cubicBezTo>
                        <a:cubicBezTo>
                          <a:pt x="-29744" y="129473"/>
                          <a:pt x="1868" y="606337"/>
                          <a:pt x="10852" y="756971"/>
                        </a:cubicBezTo>
                        <a:lnTo>
                          <a:pt x="296400" y="758181"/>
                        </a:lnTo>
                        <a:cubicBezTo>
                          <a:pt x="296400" y="758181"/>
                          <a:pt x="315316" y="436183"/>
                          <a:pt x="386055" y="352919"/>
                        </a:cubicBezTo>
                        <a:cubicBezTo>
                          <a:pt x="435460" y="294877"/>
                          <a:pt x="403761" y="210836"/>
                          <a:pt x="368348" y="145452"/>
                        </a:cubicBez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" name="" descr="bd454b2a-84e5-4652-be74-53a3aae20037"/>
                  <p:cNvSpPr/>
                  <p:nvPr/>
                </p:nvSpPr>
                <p:spPr>
                  <a:xfrm>
                    <a:off x="8695734" y="2187995"/>
                    <a:ext cx="586974" cy="1100852"/>
                  </a:xfrm>
                  <a:custGeom>
                    <a:gdLst>
                      <a:gd name="connsiteX0" fmla="*/ 73849 w 586974"/>
                      <a:gd name="connsiteY0" fmla="*/ 1016608 h 1100852"/>
                      <a:gd name="connsiteX1" fmla="*/ 148993 w 586974"/>
                      <a:gd name="connsiteY1" fmla="*/ 872624 h 1100852"/>
                      <a:gd name="connsiteX2" fmla="*/ 586471 w 586974"/>
                      <a:gd name="connsiteY2" fmla="*/ 113667 h 1100852"/>
                      <a:gd name="connsiteX3" fmla="*/ 381768 w 586974"/>
                      <a:gd name="connsiteY3" fmla="*/ 0 h 1100852"/>
                      <a:gd name="connsiteX4" fmla="*/ 303082 w 586974"/>
                      <a:gd name="connsiteY4" fmla="*/ 191143 h 1100852"/>
                      <a:gd name="connsiteX5" fmla="*/ 378399 w 586974"/>
                      <a:gd name="connsiteY5" fmla="*/ 248754 h 1100852"/>
                      <a:gd name="connsiteX6" fmla="*/ 67975 w 586974"/>
                      <a:gd name="connsiteY6" fmla="*/ 814323 h 1100852"/>
                      <a:gd name="connsiteX7" fmla="*/ 0 w 586974"/>
                      <a:gd name="connsiteY7" fmla="*/ 829697 h 1100852"/>
                      <a:gd name="connsiteX8" fmla="*/ 34549 w 586974"/>
                      <a:gd name="connsiteY8" fmla="*/ 1100649 h 1100852"/>
                      <a:gd name="connsiteX9" fmla="*/ 73849 w 586974"/>
                      <a:gd name="connsiteY9" fmla="*/ 1016608 h 110085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586974" h="1100852">
                        <a:moveTo>
                          <a:pt x="73849" y="1016608"/>
                        </a:moveTo>
                        <a:cubicBezTo>
                          <a:pt x="76958" y="1010994"/>
                          <a:pt x="116603" y="915206"/>
                          <a:pt x="148993" y="872624"/>
                        </a:cubicBezTo>
                        <a:cubicBezTo>
                          <a:pt x="196066" y="810695"/>
                          <a:pt x="603228" y="250049"/>
                          <a:pt x="586471" y="113667"/>
                        </a:cubicBezTo>
                        <a:cubicBezTo>
                          <a:pt x="579129" y="54069"/>
                          <a:pt x="402756" y="3541"/>
                          <a:pt x="381768" y="0"/>
                        </a:cubicBezTo>
                        <a:cubicBezTo>
                          <a:pt x="269483" y="15029"/>
                          <a:pt x="387468" y="111680"/>
                          <a:pt x="303082" y="191143"/>
                        </a:cubicBezTo>
                        <a:cubicBezTo>
                          <a:pt x="357929" y="209886"/>
                          <a:pt x="390232" y="233293"/>
                          <a:pt x="378399" y="248754"/>
                        </a:cubicBezTo>
                        <a:cubicBezTo>
                          <a:pt x="330981" y="310510"/>
                          <a:pt x="78945" y="807845"/>
                          <a:pt x="67975" y="814323"/>
                        </a:cubicBezTo>
                        <a:cubicBezTo>
                          <a:pt x="19175" y="842912"/>
                          <a:pt x="0" y="829697"/>
                          <a:pt x="0" y="829697"/>
                        </a:cubicBezTo>
                        <a:cubicBezTo>
                          <a:pt x="0" y="829697"/>
                          <a:pt x="11228" y="1109458"/>
                          <a:pt x="34549" y="1100649"/>
                        </a:cubicBezTo>
                        <a:cubicBezTo>
                          <a:pt x="57870" y="1091580"/>
                          <a:pt x="39300" y="1080178"/>
                          <a:pt x="73849" y="1016608"/>
                        </a:cubicBezTo>
                        <a:close/>
                      </a:path>
                    </a:pathLst>
                  </a:custGeom>
                  <a:solidFill>
                    <a:srgbClr val="F48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" name="" descr="8e8d14b5-df48-4dc5-93f1-5b472ff76d3f"/>
                  <p:cNvSpPr/>
                  <p:nvPr/>
                </p:nvSpPr>
                <p:spPr>
                  <a:xfrm>
                    <a:off x="8675177" y="3002059"/>
                    <a:ext cx="94837" cy="332556"/>
                  </a:xfrm>
                  <a:custGeom>
                    <a:gdLst>
                      <a:gd name="connsiteX0" fmla="*/ 0 w 94837"/>
                      <a:gd name="connsiteY0" fmla="*/ 17188 h 332556"/>
                      <a:gd name="connsiteX1" fmla="*/ 47073 w 94837"/>
                      <a:gd name="connsiteY1" fmla="*/ 299023 h 332556"/>
                      <a:gd name="connsiteX2" fmla="*/ 79981 w 94837"/>
                      <a:gd name="connsiteY2" fmla="*/ 330203 h 332556"/>
                      <a:gd name="connsiteX3" fmla="*/ 94838 w 94837"/>
                      <a:gd name="connsiteY3" fmla="*/ 202112 h 332556"/>
                      <a:gd name="connsiteX4" fmla="*/ 88705 w 94837"/>
                      <a:gd name="connsiteY4" fmla="*/ 0 h 332556"/>
                      <a:gd name="connsiteX5" fmla="*/ 0 w 94837"/>
                      <a:gd name="connsiteY5" fmla="*/ 17188 h 332556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4837" h="332556">
                        <a:moveTo>
                          <a:pt x="0" y="17188"/>
                        </a:moveTo>
                        <a:lnTo>
                          <a:pt x="47073" y="299023"/>
                        </a:lnTo>
                        <a:cubicBezTo>
                          <a:pt x="57697" y="335472"/>
                          <a:pt x="75490" y="335126"/>
                          <a:pt x="79981" y="330203"/>
                        </a:cubicBezTo>
                        <a:cubicBezTo>
                          <a:pt x="89396" y="320184"/>
                          <a:pt x="93628" y="244867"/>
                          <a:pt x="94838" y="202112"/>
                        </a:cubicBezTo>
                        <a:cubicBezTo>
                          <a:pt x="73590" y="136814"/>
                          <a:pt x="75576" y="13906"/>
                          <a:pt x="88705" y="0"/>
                        </a:cubicBezTo>
                        <a:cubicBezTo>
                          <a:pt x="56747" y="691"/>
                          <a:pt x="86" y="10969"/>
                          <a:pt x="0" y="17188"/>
                        </a:cubicBezTo>
                        <a:close/>
                      </a:path>
                    </a:pathLst>
                  </a:custGeom>
                  <a:solidFill>
                    <a:srgbClr val="35538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" name="" descr="eca47f6c-aaad-480c-a338-c0a05f0c11f6"/>
                  <p:cNvSpPr/>
                  <p:nvPr/>
                </p:nvSpPr>
                <p:spPr>
                  <a:xfrm>
                    <a:off x="8843517" y="2189895"/>
                    <a:ext cx="379867" cy="297208"/>
                  </a:xfrm>
                  <a:custGeom>
                    <a:gdLst>
                      <a:gd name="connsiteX0" fmla="*/ 0 w 379867"/>
                      <a:gd name="connsiteY0" fmla="*/ 138801 h 297208"/>
                      <a:gd name="connsiteX1" fmla="*/ 169723 w 379867"/>
                      <a:gd name="connsiteY1" fmla="*/ 0 h 297208"/>
                      <a:gd name="connsiteX2" fmla="*/ 379868 w 379867"/>
                      <a:gd name="connsiteY2" fmla="*/ 127141 h 297208"/>
                      <a:gd name="connsiteX3" fmla="*/ 145366 w 379867"/>
                      <a:gd name="connsiteY3" fmla="*/ 297209 h 297208"/>
                      <a:gd name="connsiteX4" fmla="*/ 0 w 379867"/>
                      <a:gd name="connsiteY4" fmla="*/ 138801 h 29720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79867" h="297208">
                        <a:moveTo>
                          <a:pt x="0" y="138801"/>
                        </a:moveTo>
                        <a:cubicBezTo>
                          <a:pt x="63138" y="34031"/>
                          <a:pt x="59770" y="47332"/>
                          <a:pt x="169723" y="0"/>
                        </a:cubicBezTo>
                        <a:cubicBezTo>
                          <a:pt x="213773" y="17706"/>
                          <a:pt x="361211" y="110125"/>
                          <a:pt x="379868" y="127141"/>
                        </a:cubicBezTo>
                        <a:lnTo>
                          <a:pt x="145366" y="297209"/>
                        </a:lnTo>
                        <a:cubicBezTo>
                          <a:pt x="153053" y="278207"/>
                          <a:pt x="71430" y="183801"/>
                          <a:pt x="0" y="138801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" name="" descr="e5498d4c-527f-4ea7-8ca7-e12726b12e42"/>
                  <p:cNvSpPr/>
                  <p:nvPr/>
                </p:nvSpPr>
                <p:spPr>
                  <a:xfrm>
                    <a:off x="8501294" y="1203086"/>
                    <a:ext cx="173561" cy="316961"/>
                  </a:xfrm>
                  <a:custGeom>
                    <a:gdLst>
                      <a:gd name="connsiteX0" fmla="*/ 32922 w 173561"/>
                      <a:gd name="connsiteY0" fmla="*/ 16929 h 316961"/>
                      <a:gd name="connsiteX1" fmla="*/ 360 w 173561"/>
                      <a:gd name="connsiteY1" fmla="*/ 187515 h 316961"/>
                      <a:gd name="connsiteX2" fmla="*/ 146243 w 173561"/>
                      <a:gd name="connsiteY2" fmla="*/ 313792 h 316961"/>
                      <a:gd name="connsiteX3" fmla="*/ 127155 w 173561"/>
                      <a:gd name="connsiteY3" fmla="*/ 204445 h 316961"/>
                      <a:gd name="connsiteX4" fmla="*/ 143307 w 173561"/>
                      <a:gd name="connsiteY4" fmla="*/ 0 h 316961"/>
                      <a:gd name="connsiteX5" fmla="*/ 32922 w 173561"/>
                      <a:gd name="connsiteY5" fmla="*/ 16929 h 31696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73561" h="316961">
                        <a:moveTo>
                          <a:pt x="32922" y="16929"/>
                        </a:moveTo>
                        <a:cubicBezTo>
                          <a:pt x="32922" y="16929"/>
                          <a:pt x="18412" y="156421"/>
                          <a:pt x="360" y="187515"/>
                        </a:cubicBezTo>
                        <a:cubicBezTo>
                          <a:pt x="-6032" y="198571"/>
                          <a:pt x="73863" y="292199"/>
                          <a:pt x="146243" y="313792"/>
                        </a:cubicBezTo>
                        <a:cubicBezTo>
                          <a:pt x="218538" y="335472"/>
                          <a:pt x="124132" y="240116"/>
                          <a:pt x="127155" y="204445"/>
                        </a:cubicBezTo>
                        <a:cubicBezTo>
                          <a:pt x="130178" y="168773"/>
                          <a:pt x="143307" y="0"/>
                          <a:pt x="143307" y="0"/>
                        </a:cubicBezTo>
                        <a:lnTo>
                          <a:pt x="32922" y="16929"/>
                        </a:ln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" name="" descr="66e13bbd-9717-4318-9f4d-5366c22246b1"/>
                  <p:cNvSpPr/>
                  <p:nvPr/>
                </p:nvSpPr>
                <p:spPr>
                  <a:xfrm>
                    <a:off x="8528343" y="1203173"/>
                    <a:ext cx="116257" cy="71729"/>
                  </a:xfrm>
                  <a:custGeom>
                    <a:gdLst>
                      <a:gd name="connsiteX0" fmla="*/ 112630 w 116257"/>
                      <a:gd name="connsiteY0" fmla="*/ 48369 h 71729"/>
                      <a:gd name="connsiteX1" fmla="*/ 116258 w 116257"/>
                      <a:gd name="connsiteY1" fmla="*/ 0 h 71729"/>
                      <a:gd name="connsiteX2" fmla="*/ 5873 w 116257"/>
                      <a:gd name="connsiteY2" fmla="*/ 16843 h 71729"/>
                      <a:gd name="connsiteX3" fmla="*/ 0 w 116257"/>
                      <a:gd name="connsiteY3" fmla="*/ 55797 h 71729"/>
                      <a:gd name="connsiteX4" fmla="*/ 112630 w 116257"/>
                      <a:gd name="connsiteY4" fmla="*/ 48369 h 717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6257" h="71729">
                        <a:moveTo>
                          <a:pt x="112630" y="48369"/>
                        </a:moveTo>
                        <a:cubicBezTo>
                          <a:pt x="114703" y="20470"/>
                          <a:pt x="116258" y="0"/>
                          <a:pt x="116258" y="0"/>
                        </a:cubicBezTo>
                        <a:lnTo>
                          <a:pt x="5873" y="16843"/>
                        </a:lnTo>
                        <a:cubicBezTo>
                          <a:pt x="5873" y="16843"/>
                          <a:pt x="3109" y="32994"/>
                          <a:pt x="0" y="55797"/>
                        </a:cubicBezTo>
                        <a:cubicBezTo>
                          <a:pt x="44741" y="81795"/>
                          <a:pt x="84991" y="73590"/>
                          <a:pt x="112630" y="48369"/>
                        </a:cubicBezTo>
                        <a:close/>
                      </a:path>
                    </a:pathLst>
                  </a:custGeom>
                  <a:solidFill>
                    <a:srgbClr val="F47458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1" name="" descr="4495b87d-ed95-4790-afb2-74c9b3d3b06f"/>
                  <p:cNvSpPr/>
                  <p:nvPr/>
                </p:nvSpPr>
                <p:spPr>
                  <a:xfrm>
                    <a:off x="8476295" y="968130"/>
                    <a:ext cx="223808" cy="289910"/>
                  </a:xfrm>
                  <a:custGeom>
                    <a:gdLst>
                      <a:gd name="connsiteX0" fmla="*/ 92557 w 223808"/>
                      <a:gd name="connsiteY0" fmla="*/ 1232 h 289910"/>
                      <a:gd name="connsiteX1" fmla="*/ 22164 w 223808"/>
                      <a:gd name="connsiteY1" fmla="*/ 52192 h 289910"/>
                      <a:gd name="connsiteX2" fmla="*/ 65350 w 223808"/>
                      <a:gd name="connsiteY2" fmla="*/ 270888 h 289910"/>
                      <a:gd name="connsiteX3" fmla="*/ 223757 w 223808"/>
                      <a:gd name="connsiteY3" fmla="*/ 169486 h 289910"/>
                      <a:gd name="connsiteX4" fmla="*/ 92557 w 223808"/>
                      <a:gd name="connsiteY4" fmla="*/ 1232 h 28991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3808" h="289910">
                        <a:moveTo>
                          <a:pt x="92557" y="1232"/>
                        </a:moveTo>
                        <a:cubicBezTo>
                          <a:pt x="92557" y="1232"/>
                          <a:pt x="49025" y="11078"/>
                          <a:pt x="22164" y="52192"/>
                        </a:cubicBezTo>
                        <a:cubicBezTo>
                          <a:pt x="-4699" y="93305"/>
                          <a:pt x="-23096" y="214400"/>
                          <a:pt x="65350" y="270888"/>
                        </a:cubicBezTo>
                        <a:cubicBezTo>
                          <a:pt x="153796" y="327375"/>
                          <a:pt x="222634" y="247481"/>
                          <a:pt x="223757" y="169486"/>
                        </a:cubicBezTo>
                        <a:cubicBezTo>
                          <a:pt x="224880" y="91491"/>
                          <a:pt x="208297" y="-12502"/>
                          <a:pt x="92557" y="1232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2" name="" descr="86448e0d-3290-4883-bacd-4492606d68e1"/>
                  <p:cNvSpPr/>
                  <p:nvPr/>
                </p:nvSpPr>
                <p:spPr>
                  <a:xfrm>
                    <a:off x="8676559" y="1070265"/>
                    <a:ext cx="48023" cy="70008"/>
                  </a:xfrm>
                  <a:custGeom>
                    <a:gdLst>
                      <a:gd name="connsiteX0" fmla="*/ 43791 w 48023"/>
                      <a:gd name="connsiteY0" fmla="*/ 42994 h 70008"/>
                      <a:gd name="connsiteX1" fmla="*/ 10364 w 48023"/>
                      <a:gd name="connsiteY1" fmla="*/ 69078 h 70008"/>
                      <a:gd name="connsiteX2" fmla="*/ 4232 w 48023"/>
                      <a:gd name="connsiteY2" fmla="*/ 27015 h 70008"/>
                      <a:gd name="connsiteX3" fmla="*/ 37659 w 48023"/>
                      <a:gd name="connsiteY3" fmla="*/ 930 h 70008"/>
                      <a:gd name="connsiteX4" fmla="*/ 43791 w 48023"/>
                      <a:gd name="connsiteY4" fmla="*/ 42994 h 7000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8023" h="70008">
                        <a:moveTo>
                          <a:pt x="43791" y="42994"/>
                        </a:moveTo>
                        <a:cubicBezTo>
                          <a:pt x="36276" y="61823"/>
                          <a:pt x="21248" y="73483"/>
                          <a:pt x="10364" y="69078"/>
                        </a:cubicBezTo>
                        <a:cubicBezTo>
                          <a:pt x="-518" y="64673"/>
                          <a:pt x="-3282" y="45844"/>
                          <a:pt x="4232" y="27015"/>
                        </a:cubicBezTo>
                        <a:cubicBezTo>
                          <a:pt x="11747" y="8186"/>
                          <a:pt x="26776" y="-3475"/>
                          <a:pt x="37659" y="930"/>
                        </a:cubicBezTo>
                        <a:cubicBezTo>
                          <a:pt x="48542" y="5335"/>
                          <a:pt x="51306" y="24164"/>
                          <a:pt x="43791" y="42994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3" name="" descr="098a324f-9dc3-4ffe-99a5-cdb52c6fe989"/>
                  <p:cNvSpPr/>
                  <p:nvPr/>
                </p:nvSpPr>
                <p:spPr>
                  <a:xfrm>
                    <a:off x="8445001" y="1099036"/>
                    <a:ext cx="54659" cy="75085"/>
                  </a:xfrm>
                  <a:custGeom>
                    <a:gdLst>
                      <a:gd name="connsiteX0" fmla="*/ 52075 w 54659"/>
                      <a:gd name="connsiteY0" fmla="*/ 29683 h 75085"/>
                      <a:gd name="connsiteX1" fmla="*/ 38946 w 54659"/>
                      <a:gd name="connsiteY1" fmla="*/ 74251 h 75085"/>
                      <a:gd name="connsiteX2" fmla="*/ 2584 w 54659"/>
                      <a:gd name="connsiteY2" fmla="*/ 45403 h 75085"/>
                      <a:gd name="connsiteX3" fmla="*/ 15713 w 54659"/>
                      <a:gd name="connsiteY3" fmla="*/ 834 h 75085"/>
                      <a:gd name="connsiteX4" fmla="*/ 52075 w 54659"/>
                      <a:gd name="connsiteY4" fmla="*/ 29683 h 75085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658" h="75085">
                        <a:moveTo>
                          <a:pt x="52075" y="29683"/>
                        </a:moveTo>
                        <a:cubicBezTo>
                          <a:pt x="58467" y="49980"/>
                          <a:pt x="52593" y="69933"/>
                          <a:pt x="38946" y="74251"/>
                        </a:cubicBezTo>
                        <a:cubicBezTo>
                          <a:pt x="25300" y="78570"/>
                          <a:pt x="8975" y="65700"/>
                          <a:pt x="2584" y="45403"/>
                        </a:cubicBezTo>
                        <a:cubicBezTo>
                          <a:pt x="-3808" y="25105"/>
                          <a:pt x="2066" y="5153"/>
                          <a:pt x="15713" y="834"/>
                        </a:cubicBezTo>
                        <a:cubicBezTo>
                          <a:pt x="29359" y="-3484"/>
                          <a:pt x="45684" y="9385"/>
                          <a:pt x="52075" y="29683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" name="" descr="3e3a39b7-2883-4200-b3ee-a0bc88cfaee2"/>
                  <p:cNvSpPr/>
                  <p:nvPr/>
                </p:nvSpPr>
                <p:spPr>
                  <a:xfrm>
                    <a:off x="8280626" y="2088062"/>
                    <a:ext cx="810609" cy="398524"/>
                  </a:xfrm>
                  <a:custGeom>
                    <a:gdLst>
                      <a:gd name="connsiteX0" fmla="*/ 550022 w 810609"/>
                      <a:gd name="connsiteY0" fmla="*/ 59425 h 398524"/>
                      <a:gd name="connsiteX1" fmla="*/ 339532 w 810609"/>
                      <a:gd name="connsiteY1" fmla="*/ 38522 h 398524"/>
                      <a:gd name="connsiteX2" fmla="*/ 52774 w 810609"/>
                      <a:gd name="connsiteY2" fmla="*/ 0 h 398524"/>
                      <a:gd name="connsiteX3" fmla="*/ 87 w 810609"/>
                      <a:gd name="connsiteY3" fmla="*/ 197103 h 398524"/>
                      <a:gd name="connsiteX4" fmla="*/ 201422 w 810609"/>
                      <a:gd name="connsiteY4" fmla="*/ 373649 h 398524"/>
                      <a:gd name="connsiteX5" fmla="*/ 707048 w 810609"/>
                      <a:gd name="connsiteY5" fmla="*/ 398524 h 398524"/>
                      <a:gd name="connsiteX6" fmla="*/ 810609 w 810609"/>
                      <a:gd name="connsiteY6" fmla="*/ 95010 h 398524"/>
                      <a:gd name="connsiteX7" fmla="*/ 550022 w 810609"/>
                      <a:gd name="connsiteY7" fmla="*/ 59425 h 39852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810609" h="398524">
                        <a:moveTo>
                          <a:pt x="550022" y="59425"/>
                        </a:moveTo>
                        <a:cubicBezTo>
                          <a:pt x="501136" y="54933"/>
                          <a:pt x="339532" y="38522"/>
                          <a:pt x="339532" y="38522"/>
                        </a:cubicBezTo>
                        <a:lnTo>
                          <a:pt x="52774" y="0"/>
                        </a:lnTo>
                        <a:cubicBezTo>
                          <a:pt x="52774" y="0"/>
                          <a:pt x="2073" y="121095"/>
                          <a:pt x="87" y="197103"/>
                        </a:cubicBezTo>
                        <a:cubicBezTo>
                          <a:pt x="-3368" y="330030"/>
                          <a:pt x="96824" y="380040"/>
                          <a:pt x="201422" y="373649"/>
                        </a:cubicBezTo>
                        <a:cubicBezTo>
                          <a:pt x="263697" y="369848"/>
                          <a:pt x="630349" y="359484"/>
                          <a:pt x="707048" y="398524"/>
                        </a:cubicBezTo>
                        <a:cubicBezTo>
                          <a:pt x="721300" y="290213"/>
                          <a:pt x="737624" y="172918"/>
                          <a:pt x="810609" y="95010"/>
                        </a:cubicBezTo>
                        <a:cubicBezTo>
                          <a:pt x="693747" y="78945"/>
                          <a:pt x="616271" y="65557"/>
                          <a:pt x="550022" y="59425"/>
                        </a:cubicBezTo>
                        <a:close/>
                      </a:path>
                    </a:pathLst>
                  </a:custGeom>
                  <a:solidFill>
                    <a:srgbClr val="184655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5" name="" descr="85264909-fb04-4fe8-b10c-ade3920432d3"/>
                  <p:cNvSpPr/>
                  <p:nvPr/>
                </p:nvSpPr>
                <p:spPr>
                  <a:xfrm>
                    <a:off x="8765955" y="2317122"/>
                    <a:ext cx="467456" cy="1133774"/>
                  </a:xfrm>
                  <a:custGeom>
                    <a:gdLst>
                      <a:gd name="connsiteX0" fmla="*/ 68321 w 467456"/>
                      <a:gd name="connsiteY0" fmla="*/ 832807 h 1133774"/>
                      <a:gd name="connsiteX1" fmla="*/ 177064 w 467456"/>
                      <a:gd name="connsiteY1" fmla="*/ 213686 h 1133774"/>
                      <a:gd name="connsiteX2" fmla="*/ 252900 w 467456"/>
                      <a:gd name="connsiteY2" fmla="*/ 111594 h 1133774"/>
                      <a:gd name="connsiteX3" fmla="*/ 457517 w 467456"/>
                      <a:gd name="connsiteY3" fmla="*/ 0 h 1133774"/>
                      <a:gd name="connsiteX4" fmla="*/ 167391 w 467456"/>
                      <a:gd name="connsiteY4" fmla="*/ 869083 h 1133774"/>
                      <a:gd name="connsiteX5" fmla="*/ 131978 w 467456"/>
                      <a:gd name="connsiteY5" fmla="*/ 1036733 h 1133774"/>
                      <a:gd name="connsiteX6" fmla="*/ 115999 w 467456"/>
                      <a:gd name="connsiteY6" fmla="*/ 1133125 h 1133774"/>
                      <a:gd name="connsiteX7" fmla="*/ 0 w 467456"/>
                      <a:gd name="connsiteY7" fmla="*/ 877029 h 1133774"/>
                      <a:gd name="connsiteX8" fmla="*/ 68321 w 467456"/>
                      <a:gd name="connsiteY8" fmla="*/ 832807 h 113377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67456" h="1133774">
                        <a:moveTo>
                          <a:pt x="68321" y="832807"/>
                        </a:moveTo>
                        <a:cubicBezTo>
                          <a:pt x="76181" y="824688"/>
                          <a:pt x="139146" y="394292"/>
                          <a:pt x="177064" y="213686"/>
                        </a:cubicBezTo>
                        <a:cubicBezTo>
                          <a:pt x="186220" y="170155"/>
                          <a:pt x="213859" y="132841"/>
                          <a:pt x="252900" y="111594"/>
                        </a:cubicBezTo>
                        <a:lnTo>
                          <a:pt x="457517" y="0"/>
                        </a:lnTo>
                        <a:cubicBezTo>
                          <a:pt x="528429" y="64780"/>
                          <a:pt x="197707" y="792816"/>
                          <a:pt x="167391" y="869083"/>
                        </a:cubicBezTo>
                        <a:cubicBezTo>
                          <a:pt x="146575" y="921598"/>
                          <a:pt x="133446" y="1030169"/>
                          <a:pt x="131978" y="1036733"/>
                        </a:cubicBezTo>
                        <a:cubicBezTo>
                          <a:pt x="114962" y="1111186"/>
                          <a:pt x="137160" y="1117491"/>
                          <a:pt x="115999" y="1133125"/>
                        </a:cubicBezTo>
                        <a:cubicBezTo>
                          <a:pt x="94837" y="1148758"/>
                          <a:pt x="0" y="877029"/>
                          <a:pt x="0" y="877029"/>
                        </a:cubicBezTo>
                        <a:cubicBezTo>
                          <a:pt x="0" y="877029"/>
                          <a:pt x="26862" y="875734"/>
                          <a:pt x="68321" y="832807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6" name="" descr="b5ae3879-4d21-4a16-8dc9-79a29c9c778a"/>
                  <p:cNvSpPr/>
                  <p:nvPr/>
                </p:nvSpPr>
                <p:spPr>
                  <a:xfrm>
                    <a:off x="8772692" y="2146793"/>
                    <a:ext cx="398351" cy="39993"/>
                  </a:xfrm>
                  <a:custGeom>
                    <a:gdLst>
                      <a:gd name="connsiteX0" fmla="*/ 0 w 398351"/>
                      <a:gd name="connsiteY0" fmla="*/ 19436 h 39993"/>
                      <a:gd name="connsiteX1" fmla="*/ 0 w 398351"/>
                      <a:gd name="connsiteY1" fmla="*/ 19436 h 39993"/>
                      <a:gd name="connsiteX2" fmla="*/ 22197 w 398351"/>
                      <a:gd name="connsiteY2" fmla="*/ 39129 h 39993"/>
                      <a:gd name="connsiteX3" fmla="*/ 369675 w 398351"/>
                      <a:gd name="connsiteY3" fmla="*/ 39993 h 39993"/>
                      <a:gd name="connsiteX4" fmla="*/ 398351 w 398351"/>
                      <a:gd name="connsiteY4" fmla="*/ 16240 h 39993"/>
                      <a:gd name="connsiteX5" fmla="*/ 392046 w 398351"/>
                      <a:gd name="connsiteY5" fmla="*/ 20473 h 39993"/>
                      <a:gd name="connsiteX6" fmla="*/ 369762 w 398351"/>
                      <a:gd name="connsiteY6" fmla="*/ 780 h 39993"/>
                      <a:gd name="connsiteX7" fmla="*/ 22284 w 398351"/>
                      <a:gd name="connsiteY7" fmla="*/ 2 h 39993"/>
                      <a:gd name="connsiteX8" fmla="*/ 0 w 398351"/>
                      <a:gd name="connsiteY8" fmla="*/ 19436 h 3999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98351" h="39993">
                        <a:moveTo>
                          <a:pt x="0" y="19436"/>
                        </a:moveTo>
                        <a:lnTo>
                          <a:pt x="0" y="19436"/>
                        </a:lnTo>
                        <a:cubicBezTo>
                          <a:pt x="0" y="30233"/>
                          <a:pt x="9933" y="39043"/>
                          <a:pt x="22197" y="39129"/>
                        </a:cubicBezTo>
                        <a:lnTo>
                          <a:pt x="369675" y="39993"/>
                        </a:lnTo>
                        <a:cubicBezTo>
                          <a:pt x="382027" y="39993"/>
                          <a:pt x="394378" y="29369"/>
                          <a:pt x="398351" y="16240"/>
                        </a:cubicBezTo>
                        <a:lnTo>
                          <a:pt x="392046" y="20473"/>
                        </a:lnTo>
                        <a:cubicBezTo>
                          <a:pt x="392046" y="9676"/>
                          <a:pt x="382113" y="866"/>
                          <a:pt x="369762" y="780"/>
                        </a:cubicBezTo>
                        <a:lnTo>
                          <a:pt x="22284" y="2"/>
                        </a:lnTo>
                        <a:cubicBezTo>
                          <a:pt x="10019" y="-170"/>
                          <a:pt x="0" y="8640"/>
                          <a:pt x="0" y="19436"/>
                        </a:cubicBezTo>
                        <a:close/>
                      </a:path>
                    </a:pathLst>
                  </a:custGeom>
                  <a:solidFill>
                    <a:srgbClr val="35538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7" name="" descr="a42ab544-75cc-4627-a4fd-09883c1a79f8"/>
                  <p:cNvSpPr/>
                  <p:nvPr/>
                </p:nvSpPr>
                <p:spPr>
                  <a:xfrm>
                    <a:off x="9105664" y="1676800"/>
                    <a:ext cx="198906" cy="502816"/>
                  </a:xfrm>
                  <a:custGeom>
                    <a:gdLst>
                      <a:gd name="connsiteX0" fmla="*/ 33248 w 198906"/>
                      <a:gd name="connsiteY0" fmla="*/ 502817 h 502816"/>
                      <a:gd name="connsiteX1" fmla="*/ 26943 w 198906"/>
                      <a:gd name="connsiteY1" fmla="*/ 502385 h 502816"/>
                      <a:gd name="connsiteX2" fmla="*/ 600 w 198906"/>
                      <a:gd name="connsiteY2" fmla="*/ 476732 h 502816"/>
                      <a:gd name="connsiteX3" fmla="*/ 133182 w 198906"/>
                      <a:gd name="connsiteY3" fmla="*/ 17834 h 502816"/>
                      <a:gd name="connsiteX4" fmla="*/ 171963 w 198906"/>
                      <a:gd name="connsiteY4" fmla="*/ 386 h 502816"/>
                      <a:gd name="connsiteX5" fmla="*/ 198307 w 198906"/>
                      <a:gd name="connsiteY5" fmla="*/ 26039 h 502816"/>
                      <a:gd name="connsiteX6" fmla="*/ 65724 w 198906"/>
                      <a:gd name="connsiteY6" fmla="*/ 484938 h 502816"/>
                      <a:gd name="connsiteX7" fmla="*/ 33248 w 198906"/>
                      <a:gd name="connsiteY7" fmla="*/ 502817 h 502816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98906" h="502816">
                        <a:moveTo>
                          <a:pt x="33248" y="502817"/>
                        </a:moveTo>
                        <a:cubicBezTo>
                          <a:pt x="31175" y="502817"/>
                          <a:pt x="29102" y="502730"/>
                          <a:pt x="26943" y="502385"/>
                        </a:cubicBezTo>
                        <a:cubicBezTo>
                          <a:pt x="8977" y="500139"/>
                          <a:pt x="-2856" y="488652"/>
                          <a:pt x="600" y="476732"/>
                        </a:cubicBezTo>
                        <a:lnTo>
                          <a:pt x="133182" y="17834"/>
                        </a:lnTo>
                        <a:cubicBezTo>
                          <a:pt x="136637" y="5914"/>
                          <a:pt x="153998" y="-1859"/>
                          <a:pt x="171963" y="386"/>
                        </a:cubicBezTo>
                        <a:cubicBezTo>
                          <a:pt x="189929" y="2632"/>
                          <a:pt x="201762" y="14120"/>
                          <a:pt x="198307" y="26039"/>
                        </a:cubicBezTo>
                        <a:lnTo>
                          <a:pt x="65724" y="484938"/>
                        </a:lnTo>
                        <a:cubicBezTo>
                          <a:pt x="62702" y="495561"/>
                          <a:pt x="48795" y="502817"/>
                          <a:pt x="33248" y="502817"/>
                        </a:cubicBezTo>
                        <a:close/>
                      </a:path>
                    </a:pathLst>
                  </a:custGeom>
                  <a:solidFill>
                    <a:srgbClr val="35538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8" name="" descr="f9af3bd3-26f5-4575-b69d-0145c5df3818"/>
                  <p:cNvSpPr/>
                  <p:nvPr/>
                </p:nvSpPr>
                <p:spPr>
                  <a:xfrm>
                    <a:off x="8365012" y="1670018"/>
                    <a:ext cx="703846" cy="482946"/>
                  </a:xfrm>
                  <a:custGeom>
                    <a:gdLst>
                      <a:gd name="connsiteX0" fmla="*/ 671548 w 703846"/>
                      <a:gd name="connsiteY0" fmla="*/ 447411 h 482946"/>
                      <a:gd name="connsiteX1" fmla="*/ 621711 w 703846"/>
                      <a:gd name="connsiteY1" fmla="*/ 430223 h 482946"/>
                      <a:gd name="connsiteX2" fmla="*/ 702988 w 703846"/>
                      <a:gd name="connsiteY2" fmla="*/ 457948 h 482946"/>
                      <a:gd name="connsiteX3" fmla="*/ 614110 w 703846"/>
                      <a:gd name="connsiteY3" fmla="*/ 401461 h 482946"/>
                      <a:gd name="connsiteX4" fmla="*/ 487575 w 703846"/>
                      <a:gd name="connsiteY4" fmla="*/ 422277 h 482946"/>
                      <a:gd name="connsiteX5" fmla="*/ 204962 w 703846"/>
                      <a:gd name="connsiteY5" fmla="*/ 320184 h 482946"/>
                      <a:gd name="connsiteX6" fmla="*/ 160653 w 703846"/>
                      <a:gd name="connsiteY6" fmla="*/ 0 h 482946"/>
                      <a:gd name="connsiteX7" fmla="*/ 0 w 703846"/>
                      <a:gd name="connsiteY7" fmla="*/ 34635 h 482946"/>
                      <a:gd name="connsiteX8" fmla="*/ 108657 w 703846"/>
                      <a:gd name="connsiteY8" fmla="*/ 454580 h 482946"/>
                      <a:gd name="connsiteX9" fmla="*/ 482738 w 703846"/>
                      <a:gd name="connsiteY9" fmla="*/ 476778 h 482946"/>
                      <a:gd name="connsiteX10" fmla="*/ 571788 w 703846"/>
                      <a:gd name="connsiteY10" fmla="*/ 476864 h 482946"/>
                      <a:gd name="connsiteX11" fmla="*/ 620848 w 703846"/>
                      <a:gd name="connsiteY11" fmla="*/ 461317 h 482946"/>
                      <a:gd name="connsiteX12" fmla="*/ 702988 w 703846"/>
                      <a:gd name="connsiteY12" fmla="*/ 482219 h 482946"/>
                      <a:gd name="connsiteX13" fmla="*/ 671548 w 703846"/>
                      <a:gd name="connsiteY13" fmla="*/ 447411 h 482946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703846" h="482946">
                        <a:moveTo>
                          <a:pt x="671548" y="447411"/>
                        </a:moveTo>
                        <a:cubicBezTo>
                          <a:pt x="651683" y="437478"/>
                          <a:pt x="620848" y="432900"/>
                          <a:pt x="621711" y="430223"/>
                        </a:cubicBezTo>
                        <a:cubicBezTo>
                          <a:pt x="625080" y="419340"/>
                          <a:pt x="713439" y="475655"/>
                          <a:pt x="702988" y="457948"/>
                        </a:cubicBezTo>
                        <a:cubicBezTo>
                          <a:pt x="697114" y="448102"/>
                          <a:pt x="631385" y="398092"/>
                          <a:pt x="614110" y="401461"/>
                        </a:cubicBezTo>
                        <a:cubicBezTo>
                          <a:pt x="597354" y="404743"/>
                          <a:pt x="487575" y="422277"/>
                          <a:pt x="487575" y="422277"/>
                        </a:cubicBezTo>
                        <a:lnTo>
                          <a:pt x="204962" y="320184"/>
                        </a:lnTo>
                        <a:cubicBezTo>
                          <a:pt x="204962" y="320184"/>
                          <a:pt x="151066" y="144415"/>
                          <a:pt x="160653" y="0"/>
                        </a:cubicBezTo>
                        <a:cubicBezTo>
                          <a:pt x="99069" y="1209"/>
                          <a:pt x="56056" y="11401"/>
                          <a:pt x="0" y="34635"/>
                        </a:cubicBezTo>
                        <a:cubicBezTo>
                          <a:pt x="9414" y="174991"/>
                          <a:pt x="45259" y="404829"/>
                          <a:pt x="108657" y="454580"/>
                        </a:cubicBezTo>
                        <a:cubicBezTo>
                          <a:pt x="135346" y="475482"/>
                          <a:pt x="482738" y="476778"/>
                          <a:pt x="482738" y="476778"/>
                        </a:cubicBezTo>
                        <a:cubicBezTo>
                          <a:pt x="482738" y="476778"/>
                          <a:pt x="558918" y="480233"/>
                          <a:pt x="571788" y="476864"/>
                        </a:cubicBezTo>
                        <a:cubicBezTo>
                          <a:pt x="581548" y="474359"/>
                          <a:pt x="607287" y="463563"/>
                          <a:pt x="620848" y="461317"/>
                        </a:cubicBezTo>
                        <a:cubicBezTo>
                          <a:pt x="651683" y="456307"/>
                          <a:pt x="702124" y="488093"/>
                          <a:pt x="702988" y="482219"/>
                        </a:cubicBezTo>
                        <a:cubicBezTo>
                          <a:pt x="703507" y="477987"/>
                          <a:pt x="691846" y="457603"/>
                          <a:pt x="671548" y="447411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9" name="" descr="24a010dc-71dc-40e7-a261-06824ab7b3ea"/>
                  <p:cNvSpPr/>
                  <p:nvPr/>
                </p:nvSpPr>
                <p:spPr>
                  <a:xfrm>
                    <a:off x="8347550" y="1399873"/>
                    <a:ext cx="204218" cy="344684"/>
                  </a:xfrm>
                  <a:custGeom>
                    <a:gdLst>
                      <a:gd name="connsiteX0" fmla="*/ 197723 w 204218"/>
                      <a:gd name="connsiteY0" fmla="*/ 116919 h 344684"/>
                      <a:gd name="connsiteX1" fmla="*/ 143049 w 204218"/>
                      <a:gd name="connsiteY1" fmla="*/ 8608 h 344684"/>
                      <a:gd name="connsiteX2" fmla="*/ 55985 w 204218"/>
                      <a:gd name="connsiteY2" fmla="*/ 12667 h 344684"/>
                      <a:gd name="connsiteX3" fmla="*/ 9948 w 204218"/>
                      <a:gd name="connsiteY3" fmla="*/ 106641 h 344684"/>
                      <a:gd name="connsiteX4" fmla="*/ 2347 w 204218"/>
                      <a:gd name="connsiteY4" fmla="*/ 344684 h 344684"/>
                      <a:gd name="connsiteX5" fmla="*/ 196340 w 204218"/>
                      <a:gd name="connsiteY5" fmla="*/ 332592 h 344684"/>
                      <a:gd name="connsiteX6" fmla="*/ 197723 w 204218"/>
                      <a:gd name="connsiteY6" fmla="*/ 116919 h 34468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4217" h="344684">
                        <a:moveTo>
                          <a:pt x="197723" y="116919"/>
                        </a:moveTo>
                        <a:cubicBezTo>
                          <a:pt x="193749" y="72524"/>
                          <a:pt x="188394" y="27782"/>
                          <a:pt x="143049" y="8608"/>
                        </a:cubicBezTo>
                        <a:cubicBezTo>
                          <a:pt x="114977" y="-3312"/>
                          <a:pt x="81465" y="-3657"/>
                          <a:pt x="55985" y="12667"/>
                        </a:cubicBezTo>
                        <a:cubicBezTo>
                          <a:pt x="25754" y="32101"/>
                          <a:pt x="13749" y="72264"/>
                          <a:pt x="9948" y="106641"/>
                        </a:cubicBezTo>
                        <a:cubicBezTo>
                          <a:pt x="1138" y="184722"/>
                          <a:pt x="-2921" y="266258"/>
                          <a:pt x="2347" y="344684"/>
                        </a:cubicBezTo>
                        <a:cubicBezTo>
                          <a:pt x="58490" y="321450"/>
                          <a:pt x="134757" y="333801"/>
                          <a:pt x="196340" y="332592"/>
                        </a:cubicBezTo>
                        <a:cubicBezTo>
                          <a:pt x="209987" y="263753"/>
                          <a:pt x="202818" y="174789"/>
                          <a:pt x="197723" y="116919"/>
                        </a:cubicBezTo>
                        <a:close/>
                      </a:path>
                    </a:pathLst>
                  </a:custGeom>
                  <a:solidFill>
                    <a:srgbClr val="FAE0B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90" name="" descr="03b604d5-2f00-4076-8143-7a8aaf8c3e07"/>
                <p:cNvSpPr/>
                <p:nvPr/>
              </p:nvSpPr>
              <p:spPr>
                <a:xfrm>
                  <a:off x="8981435" y="2075208"/>
                  <a:ext cx="83225" cy="34351"/>
                </a:xfrm>
                <a:custGeom>
                  <a:gdLst>
                    <a:gd name="connsiteX0" fmla="*/ 13149 w 83225"/>
                    <a:gd name="connsiteY0" fmla="*/ 330 h 34351"/>
                    <a:gd name="connsiteX1" fmla="*/ 60654 w 83225"/>
                    <a:gd name="connsiteY1" fmla="*/ 13026 h 34351"/>
                    <a:gd name="connsiteX2" fmla="*/ 39665 w 83225"/>
                    <a:gd name="connsiteY2" fmla="*/ 21405 h 34351"/>
                    <a:gd name="connsiteX3" fmla="*/ 35433 w 83225"/>
                    <a:gd name="connsiteY3" fmla="*/ 20541 h 34351"/>
                    <a:gd name="connsiteX4" fmla="*/ 10558 w 83225"/>
                    <a:gd name="connsiteY4" fmla="*/ 20800 h 34351"/>
                    <a:gd name="connsiteX5" fmla="*/ 3561 w 83225"/>
                    <a:gd name="connsiteY5" fmla="*/ 2575 h 34351"/>
                    <a:gd name="connsiteX6" fmla="*/ 3561 w 83225"/>
                    <a:gd name="connsiteY6" fmla="*/ 2575 h 34351"/>
                    <a:gd name="connsiteX7" fmla="*/ 13149 w 83225"/>
                    <a:gd name="connsiteY7" fmla="*/ 330 h 3435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3225" h="34351">
                      <a:moveTo>
                        <a:pt x="13149" y="330"/>
                      </a:moveTo>
                      <a:cubicBezTo>
                        <a:pt x="61431" y="12681"/>
                        <a:pt x="58754" y="11817"/>
                        <a:pt x="60654" y="13026"/>
                      </a:cubicBezTo>
                      <a:cubicBezTo>
                        <a:pt x="94771" y="34533"/>
                        <a:pt x="92093" y="43861"/>
                        <a:pt x="39665" y="21405"/>
                      </a:cubicBezTo>
                      <a:cubicBezTo>
                        <a:pt x="38370" y="20800"/>
                        <a:pt x="36902" y="20541"/>
                        <a:pt x="35433" y="20541"/>
                      </a:cubicBezTo>
                      <a:lnTo>
                        <a:pt x="10558" y="20800"/>
                      </a:lnTo>
                      <a:cubicBezTo>
                        <a:pt x="884" y="20886"/>
                        <a:pt x="-3694" y="8967"/>
                        <a:pt x="3561" y="2575"/>
                      </a:cubicBezTo>
                      <a:lnTo>
                        <a:pt x="3561" y="2575"/>
                      </a:lnTo>
                      <a:cubicBezTo>
                        <a:pt x="6239" y="330"/>
                        <a:pt x="9780" y="-534"/>
                        <a:pt x="13149" y="330"/>
                      </a:cubicBez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1" name="" descr="b70cefb5-a968-49c2-b198-e577b2f39d1d"/>
                <p:cNvSpPr/>
                <p:nvPr/>
              </p:nvSpPr>
              <p:spPr>
                <a:xfrm>
                  <a:off x="8758830" y="3150534"/>
                  <a:ext cx="152074" cy="340029"/>
                </a:xfrm>
                <a:custGeom>
                  <a:gdLst>
                    <a:gd name="connsiteX0" fmla="*/ 141175 w 152074"/>
                    <a:gd name="connsiteY0" fmla="*/ 187343 h 340029"/>
                    <a:gd name="connsiteX1" fmla="*/ 150589 w 152074"/>
                    <a:gd name="connsiteY1" fmla="*/ 248840 h 340029"/>
                    <a:gd name="connsiteX2" fmla="*/ 137461 w 152074"/>
                    <a:gd name="connsiteY2" fmla="*/ 339531 h 340029"/>
                    <a:gd name="connsiteX3" fmla="*/ 1942 w 152074"/>
                    <a:gd name="connsiteY3" fmla="*/ 60893 h 340029"/>
                    <a:gd name="connsiteX4" fmla="*/ 7556 w 152074"/>
                    <a:gd name="connsiteY4" fmla="*/ 35154 h 340029"/>
                    <a:gd name="connsiteX5" fmla="*/ 74927 w 152074"/>
                    <a:gd name="connsiteY5" fmla="*/ 0 h 340029"/>
                    <a:gd name="connsiteX6" fmla="*/ 141175 w 152074"/>
                    <a:gd name="connsiteY6" fmla="*/ 187343 h 340029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2074" h="340029">
                      <a:moveTo>
                        <a:pt x="141175" y="187343"/>
                      </a:moveTo>
                      <a:cubicBezTo>
                        <a:pt x="141175" y="187343"/>
                        <a:pt x="145839" y="219560"/>
                        <a:pt x="150589" y="248840"/>
                      </a:cubicBezTo>
                      <a:cubicBezTo>
                        <a:pt x="155340" y="277689"/>
                        <a:pt x="148085" y="325453"/>
                        <a:pt x="137461" y="339531"/>
                      </a:cubicBezTo>
                      <a:cubicBezTo>
                        <a:pt x="126837" y="353696"/>
                        <a:pt x="1942" y="60893"/>
                        <a:pt x="1942" y="60893"/>
                      </a:cubicBezTo>
                      <a:cubicBezTo>
                        <a:pt x="-2031" y="51996"/>
                        <a:pt x="215" y="41545"/>
                        <a:pt x="7556" y="35154"/>
                      </a:cubicBezTo>
                      <a:cubicBezTo>
                        <a:pt x="19303" y="24789"/>
                        <a:pt x="40896" y="10192"/>
                        <a:pt x="74927" y="0"/>
                      </a:cubicBezTo>
                      <a:cubicBezTo>
                        <a:pt x="74927" y="-86"/>
                        <a:pt x="69658" y="150289"/>
                        <a:pt x="141175" y="187343"/>
                      </a:cubicBezTo>
                      <a:close/>
                    </a:path>
                  </a:pathLst>
                </a:custGeom>
                <a:solidFill>
                  <a:srgbClr val="466EB6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96" name="" descr="5ebadef4-3236-4119-aaf4-f0739b9b54f4"/>
            <p:cNvSpPr/>
            <p:nvPr/>
          </p:nvSpPr>
          <p:spPr>
            <a:xfrm>
              <a:off x="489529" y="478438"/>
              <a:ext cx="346542" cy="407234"/>
            </a:xfrm>
            <a:custGeom>
              <a:gdLst>
                <a:gd name="connsiteX0" fmla="*/ 48025 w 234505"/>
                <a:gd name="connsiteY0" fmla="*/ 0 h 275575"/>
                <a:gd name="connsiteX1" fmla="*/ 0 w 234505"/>
                <a:gd name="connsiteY1" fmla="*/ 29229 h 275575"/>
                <a:gd name="connsiteX2" fmla="*/ 49811 w 234505"/>
                <a:gd name="connsiteY2" fmla="*/ 252916 h 275575"/>
                <a:gd name="connsiteX3" fmla="*/ 93048 w 234505"/>
                <a:gd name="connsiteY3" fmla="*/ 271354 h 275575"/>
                <a:gd name="connsiteX4" fmla="*/ 93048 w 234505"/>
                <a:gd name="connsiteY4" fmla="*/ 271354 h 275575"/>
                <a:gd name="connsiteX5" fmla="*/ 106198 w 234505"/>
                <a:gd name="connsiteY5" fmla="*/ 240124 h 275575"/>
                <a:gd name="connsiteX6" fmla="*/ 94048 w 234505"/>
                <a:gd name="connsiteY6" fmla="*/ 187597 h 275575"/>
                <a:gd name="connsiteX7" fmla="*/ 144432 w 234505"/>
                <a:gd name="connsiteY7" fmla="*/ 156938 h 275575"/>
                <a:gd name="connsiteX8" fmla="*/ 186096 w 234505"/>
                <a:gd name="connsiteY8" fmla="*/ 191813 h 275575"/>
                <a:gd name="connsiteX9" fmla="*/ 219685 w 234505"/>
                <a:gd name="connsiteY9" fmla="*/ 194314 h 275575"/>
                <a:gd name="connsiteX10" fmla="*/ 220614 w 234505"/>
                <a:gd name="connsiteY10" fmla="*/ 193743 h 275575"/>
                <a:gd name="connsiteX11" fmla="*/ 224116 w 234505"/>
                <a:gd name="connsiteY11" fmla="*/ 146861 h 275575"/>
                <a:gd name="connsiteX12" fmla="*/ 48025 w 234505"/>
                <a:gd name="connsiteY12" fmla="*/ 0 h 275575"/>
                <a:gd name="connsiteX13" fmla="*/ 80470 w 234505"/>
                <a:gd name="connsiteY13" fmla="*/ 134784 h 275575"/>
                <a:gd name="connsiteX14" fmla="*/ 71251 w 234505"/>
                <a:gd name="connsiteY14" fmla="*/ 93691 h 275575"/>
                <a:gd name="connsiteX15" fmla="*/ 103553 w 234505"/>
                <a:gd name="connsiteY15" fmla="*/ 120705 h 275575"/>
                <a:gd name="connsiteX16" fmla="*/ 80470 w 234505"/>
                <a:gd name="connsiteY16" fmla="*/ 134784 h 275575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505" h="275575">
                  <a:moveTo>
                    <a:pt x="48025" y="0"/>
                  </a:moveTo>
                  <a:lnTo>
                    <a:pt x="0" y="29229"/>
                  </a:lnTo>
                  <a:lnTo>
                    <a:pt x="49811" y="252916"/>
                  </a:lnTo>
                  <a:cubicBezTo>
                    <a:pt x="54099" y="272212"/>
                    <a:pt x="76111" y="281645"/>
                    <a:pt x="93048" y="271354"/>
                  </a:cubicBezTo>
                  <a:lnTo>
                    <a:pt x="93048" y="271354"/>
                  </a:lnTo>
                  <a:cubicBezTo>
                    <a:pt x="103696" y="264851"/>
                    <a:pt x="108985" y="252273"/>
                    <a:pt x="106198" y="240124"/>
                  </a:cubicBezTo>
                  <a:lnTo>
                    <a:pt x="94048" y="187597"/>
                  </a:lnTo>
                  <a:lnTo>
                    <a:pt x="144432" y="156938"/>
                  </a:lnTo>
                  <a:lnTo>
                    <a:pt x="186096" y="191813"/>
                  </a:lnTo>
                  <a:cubicBezTo>
                    <a:pt x="195601" y="199746"/>
                    <a:pt x="209108" y="200746"/>
                    <a:pt x="219685" y="194314"/>
                  </a:cubicBezTo>
                  <a:lnTo>
                    <a:pt x="220614" y="193743"/>
                  </a:lnTo>
                  <a:cubicBezTo>
                    <a:pt x="237551" y="183452"/>
                    <a:pt x="239338" y="159582"/>
                    <a:pt x="224116" y="146861"/>
                  </a:cubicBezTo>
                  <a:lnTo>
                    <a:pt x="48025" y="0"/>
                  </a:lnTo>
                  <a:close/>
                  <a:moveTo>
                    <a:pt x="80470" y="134784"/>
                  </a:moveTo>
                  <a:lnTo>
                    <a:pt x="71251" y="93691"/>
                  </a:lnTo>
                  <a:lnTo>
                    <a:pt x="103553" y="120705"/>
                  </a:lnTo>
                  <a:lnTo>
                    <a:pt x="80470" y="134784"/>
                  </a:lnTo>
                  <a:close/>
                </a:path>
              </a:pathLst>
            </a:custGeom>
            <a:solidFill>
              <a:srgbClr val="F48C7F"/>
            </a:solidFill>
            <a:ln w="71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" name="" descr="d2c749d4-b07e-4d42-a59f-2f35936b7fe5"/>
            <p:cNvSpPr/>
            <p:nvPr/>
          </p:nvSpPr>
          <p:spPr>
            <a:xfrm>
              <a:off x="226374" y="5644345"/>
              <a:ext cx="263155" cy="314639"/>
            </a:xfrm>
            <a:custGeom>
              <a:gdLst>
                <a:gd name="connsiteX0" fmla="*/ 102624 w 340599"/>
                <a:gd name="connsiteY0" fmla="*/ 0 h 407234"/>
                <a:gd name="connsiteX1" fmla="*/ 211681 w 340599"/>
                <a:gd name="connsiteY1" fmla="*/ 22940 h 407234"/>
                <a:gd name="connsiteX2" fmla="*/ 313733 w 340599"/>
                <a:gd name="connsiteY2" fmla="*/ 74395 h 407234"/>
                <a:gd name="connsiteX3" fmla="*/ 337246 w 340599"/>
                <a:gd name="connsiteY3" fmla="*/ 158582 h 407234"/>
                <a:gd name="connsiteX4" fmla="*/ 254703 w 340599"/>
                <a:gd name="connsiteY4" fmla="*/ 219470 h 407234"/>
                <a:gd name="connsiteX5" fmla="*/ 254417 w 340599"/>
                <a:gd name="connsiteY5" fmla="*/ 220542 h 407234"/>
                <a:gd name="connsiteX6" fmla="*/ 301370 w 340599"/>
                <a:gd name="connsiteY6" fmla="*/ 331385 h 407234"/>
                <a:gd name="connsiteX7" fmla="*/ 241196 w 340599"/>
                <a:gd name="connsiteY7" fmla="*/ 398134 h 407234"/>
                <a:gd name="connsiteX8" fmla="*/ 87974 w 340599"/>
                <a:gd name="connsiteY8" fmla="*/ 390130 h 407234"/>
                <a:gd name="connsiteX9" fmla="*/ 0 w 340599"/>
                <a:gd name="connsiteY9" fmla="*/ 359114 h 407234"/>
                <a:gd name="connsiteX10" fmla="*/ 102624 w 340599"/>
                <a:gd name="connsiteY10" fmla="*/ 0 h 407234"/>
                <a:gd name="connsiteX11" fmla="*/ 144574 w 340599"/>
                <a:gd name="connsiteY11" fmla="*/ 163370 h 407234"/>
                <a:gd name="connsiteX12" fmla="*/ 171732 w 340599"/>
                <a:gd name="connsiteY12" fmla="*/ 171088 h 407234"/>
                <a:gd name="connsiteX13" fmla="*/ 251344 w 340599"/>
                <a:gd name="connsiteY13" fmla="*/ 145146 h 407234"/>
                <a:gd name="connsiteX14" fmla="*/ 204820 w 340599"/>
                <a:gd name="connsiteY14" fmla="*/ 86116 h 407234"/>
                <a:gd name="connsiteX15" fmla="*/ 168944 w 340599"/>
                <a:gd name="connsiteY15" fmla="*/ 78183 h 407234"/>
                <a:gd name="connsiteX16" fmla="*/ 144574 w 340599"/>
                <a:gd name="connsiteY16" fmla="*/ 163370 h 407234"/>
                <a:gd name="connsiteX17" fmla="*/ 98193 w 340599"/>
                <a:gd name="connsiteY17" fmla="*/ 325596 h 407234"/>
                <a:gd name="connsiteX18" fmla="*/ 129925 w 340599"/>
                <a:gd name="connsiteY18" fmla="*/ 335816 h 407234"/>
                <a:gd name="connsiteX19" fmla="*/ 215468 w 340599"/>
                <a:gd name="connsiteY19" fmla="*/ 303371 h 407234"/>
                <a:gd name="connsiteX20" fmla="*/ 155866 w 340599"/>
                <a:gd name="connsiteY20" fmla="*/ 230619 h 407234"/>
                <a:gd name="connsiteX21" fmla="*/ 127637 w 340599"/>
                <a:gd name="connsiteY21" fmla="*/ 222543 h 407234"/>
                <a:gd name="connsiteX22" fmla="*/ 98193 w 340599"/>
                <a:gd name="connsiteY22" fmla="*/ 325596 h 40723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0599" h="407233">
                  <a:moveTo>
                    <a:pt x="102624" y="0"/>
                  </a:moveTo>
                  <a:cubicBezTo>
                    <a:pt x="125565" y="1858"/>
                    <a:pt x="170445" y="11149"/>
                    <a:pt x="211681" y="22940"/>
                  </a:cubicBezTo>
                  <a:cubicBezTo>
                    <a:pt x="262136" y="37376"/>
                    <a:pt x="291651" y="51098"/>
                    <a:pt x="313733" y="74395"/>
                  </a:cubicBezTo>
                  <a:cubicBezTo>
                    <a:pt x="335388" y="95263"/>
                    <a:pt x="346679" y="125493"/>
                    <a:pt x="337246" y="158582"/>
                  </a:cubicBezTo>
                  <a:cubicBezTo>
                    <a:pt x="327955" y="191098"/>
                    <a:pt x="300298" y="216111"/>
                    <a:pt x="254703" y="219470"/>
                  </a:cubicBezTo>
                  <a:lnTo>
                    <a:pt x="254417" y="220542"/>
                  </a:lnTo>
                  <a:cubicBezTo>
                    <a:pt x="292937" y="243840"/>
                    <a:pt x="314877" y="284146"/>
                    <a:pt x="301370" y="331385"/>
                  </a:cubicBezTo>
                  <a:cubicBezTo>
                    <a:pt x="291936" y="364474"/>
                    <a:pt x="269282" y="386199"/>
                    <a:pt x="241196" y="398134"/>
                  </a:cubicBezTo>
                  <a:cubicBezTo>
                    <a:pt x="208608" y="411712"/>
                    <a:pt x="160654" y="410926"/>
                    <a:pt x="87974" y="390130"/>
                  </a:cubicBezTo>
                  <a:cubicBezTo>
                    <a:pt x="47310" y="378481"/>
                    <a:pt x="17652" y="367118"/>
                    <a:pt x="0" y="359114"/>
                  </a:cubicBezTo>
                  <a:lnTo>
                    <a:pt x="102624" y="0"/>
                  </a:lnTo>
                  <a:close/>
                  <a:moveTo>
                    <a:pt x="144574" y="163370"/>
                  </a:moveTo>
                  <a:lnTo>
                    <a:pt x="171732" y="171088"/>
                  </a:lnTo>
                  <a:cubicBezTo>
                    <a:pt x="215111" y="183523"/>
                    <a:pt x="243554" y="172232"/>
                    <a:pt x="251344" y="145146"/>
                  </a:cubicBezTo>
                  <a:cubicBezTo>
                    <a:pt x="259277" y="117489"/>
                    <a:pt x="242268" y="96764"/>
                    <a:pt x="204820" y="86116"/>
                  </a:cubicBezTo>
                  <a:cubicBezTo>
                    <a:pt x="186954" y="80970"/>
                    <a:pt x="176306" y="79112"/>
                    <a:pt x="168944" y="78183"/>
                  </a:cubicBezTo>
                  <a:lnTo>
                    <a:pt x="144574" y="163370"/>
                  </a:lnTo>
                  <a:close/>
                  <a:moveTo>
                    <a:pt x="98193" y="325596"/>
                  </a:moveTo>
                  <a:cubicBezTo>
                    <a:pt x="106054" y="329027"/>
                    <a:pt x="115775" y="331814"/>
                    <a:pt x="129925" y="335816"/>
                  </a:cubicBezTo>
                  <a:cubicBezTo>
                    <a:pt x="167372" y="346536"/>
                    <a:pt x="204462" y="341891"/>
                    <a:pt x="215468" y="303371"/>
                  </a:cubicBezTo>
                  <a:cubicBezTo>
                    <a:pt x="226045" y="266494"/>
                    <a:pt x="197101" y="242411"/>
                    <a:pt x="155866" y="230619"/>
                  </a:cubicBezTo>
                  <a:lnTo>
                    <a:pt x="127637" y="222543"/>
                  </a:lnTo>
                  <a:lnTo>
                    <a:pt x="98193" y="325596"/>
                  </a:lnTo>
                  <a:close/>
                </a:path>
              </a:pathLst>
            </a:custGeom>
            <a:solidFill>
              <a:srgbClr val="96D9C9"/>
            </a:solidFill>
            <a:ln w="71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" name="" descr="b8664899-6e47-40ea-9630-1efb97e6ae79"/>
            <p:cNvSpPr/>
            <p:nvPr/>
          </p:nvSpPr>
          <p:spPr>
            <a:xfrm>
              <a:off x="757286" y="6247011"/>
              <a:ext cx="225346" cy="298282"/>
            </a:xfrm>
            <a:custGeom>
              <a:gdLst>
                <a:gd name="connsiteX0" fmla="*/ 290799 w 291663"/>
                <a:gd name="connsiteY0" fmla="*/ 336793 h 386063"/>
                <a:gd name="connsiteX1" fmla="*/ 265572 w 291663"/>
                <a:gd name="connsiteY1" fmla="*/ 377743 h 386063"/>
                <a:gd name="connsiteX2" fmla="*/ 202181 w 291663"/>
                <a:gd name="connsiteY2" fmla="*/ 385890 h 386063"/>
                <a:gd name="connsiteX3" fmla="*/ 149 w 291663"/>
                <a:gd name="connsiteY3" fmla="*/ 205583 h 386063"/>
                <a:gd name="connsiteX4" fmla="*/ 197537 w 291663"/>
                <a:gd name="connsiteY4" fmla="*/ 191 h 386063"/>
                <a:gd name="connsiteX5" fmla="*/ 255710 w 291663"/>
                <a:gd name="connsiteY5" fmla="*/ 3907 h 386063"/>
                <a:gd name="connsiteX6" fmla="*/ 283224 w 291663"/>
                <a:gd name="connsiteY6" fmla="*/ 45072 h 386063"/>
                <a:gd name="connsiteX7" fmla="*/ 282938 w 291663"/>
                <a:gd name="connsiteY7" fmla="*/ 46286 h 386063"/>
                <a:gd name="connsiteX8" fmla="*/ 243703 w 291663"/>
                <a:gd name="connsiteY8" fmla="*/ 72729 h 386063"/>
                <a:gd name="connsiteX9" fmla="*/ 203754 w 291663"/>
                <a:gd name="connsiteY9" fmla="*/ 69941 h 386063"/>
                <a:gd name="connsiteX10" fmla="*/ 88695 w 291663"/>
                <a:gd name="connsiteY10" fmla="*/ 197650 h 386063"/>
                <a:gd name="connsiteX11" fmla="*/ 212616 w 291663"/>
                <a:gd name="connsiteY11" fmla="*/ 315640 h 386063"/>
                <a:gd name="connsiteX12" fmla="*/ 250421 w 291663"/>
                <a:gd name="connsiteY12" fmla="*/ 310851 h 386063"/>
                <a:gd name="connsiteX13" fmla="*/ 290799 w 291663"/>
                <a:gd name="connsiteY13" fmla="*/ 336793 h 386063"/>
                <a:gd name="connsiteX14" fmla="*/ 290799 w 291663"/>
                <a:gd name="connsiteY14" fmla="*/ 336793 h 386063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663" h="386063">
                  <a:moveTo>
                    <a:pt x="290799" y="336793"/>
                  </a:moveTo>
                  <a:cubicBezTo>
                    <a:pt x="294944" y="355017"/>
                    <a:pt x="283795" y="373384"/>
                    <a:pt x="265572" y="377743"/>
                  </a:cubicBezTo>
                  <a:cubicBezTo>
                    <a:pt x="248563" y="381816"/>
                    <a:pt x="226981" y="385032"/>
                    <a:pt x="202181" y="385890"/>
                  </a:cubicBezTo>
                  <a:cubicBezTo>
                    <a:pt x="72972" y="390249"/>
                    <a:pt x="3723" y="312066"/>
                    <a:pt x="149" y="205583"/>
                  </a:cubicBezTo>
                  <a:cubicBezTo>
                    <a:pt x="-4139" y="78017"/>
                    <a:pt x="84407" y="3979"/>
                    <a:pt x="197537" y="191"/>
                  </a:cubicBezTo>
                  <a:cubicBezTo>
                    <a:pt x="219977" y="-595"/>
                    <a:pt x="239772" y="1120"/>
                    <a:pt x="255710" y="3907"/>
                  </a:cubicBezTo>
                  <a:cubicBezTo>
                    <a:pt x="274934" y="7266"/>
                    <a:pt x="287440" y="26062"/>
                    <a:pt x="283224" y="45072"/>
                  </a:cubicBezTo>
                  <a:lnTo>
                    <a:pt x="282938" y="46286"/>
                  </a:lnTo>
                  <a:cubicBezTo>
                    <a:pt x="279007" y="64153"/>
                    <a:pt x="261713" y="75945"/>
                    <a:pt x="243703" y="72729"/>
                  </a:cubicBezTo>
                  <a:cubicBezTo>
                    <a:pt x="231911" y="70585"/>
                    <a:pt x="218547" y="69441"/>
                    <a:pt x="203754" y="69941"/>
                  </a:cubicBezTo>
                  <a:cubicBezTo>
                    <a:pt x="136648" y="72228"/>
                    <a:pt x="85908" y="114464"/>
                    <a:pt x="88695" y="197650"/>
                  </a:cubicBezTo>
                  <a:cubicBezTo>
                    <a:pt x="91196" y="272546"/>
                    <a:pt x="137148" y="318141"/>
                    <a:pt x="212616" y="315640"/>
                  </a:cubicBezTo>
                  <a:cubicBezTo>
                    <a:pt x="225194" y="315211"/>
                    <a:pt x="238343" y="313424"/>
                    <a:pt x="250421" y="310851"/>
                  </a:cubicBezTo>
                  <a:cubicBezTo>
                    <a:pt x="268716" y="306921"/>
                    <a:pt x="286654" y="318570"/>
                    <a:pt x="290799" y="336793"/>
                  </a:cubicBezTo>
                  <a:lnTo>
                    <a:pt x="290799" y="336793"/>
                  </a:lnTo>
                  <a:close/>
                </a:path>
              </a:pathLst>
            </a:custGeom>
            <a:solidFill>
              <a:srgbClr val="F7CC7F"/>
            </a:solidFill>
            <a:ln w="71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" descr="0e6eebf0-44b1-4f48-93c2-7c88048cdc4e"/>
          <p:cNvSpPr>
            <a:spLocks noGrp="1"/>
          </p:cNvSpPr>
          <p:nvPr>
            <p:ph type="ctrTitle" hasCustomPrompt="1"/>
          </p:nvPr>
        </p:nvSpPr>
        <p:spPr>
          <a:xfrm>
            <a:off x="660400" y="1182966"/>
            <a:ext cx="6235105" cy="2456620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9" name="" descr="cb84da08-5146-4efc-a272-6ea8db97337a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1" y="3812375"/>
            <a:ext cx="3724884" cy="69129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/>
              <a:t>Click to add subtitle</a:t>
            </a:r>
            <a:endParaRPr lang="en-US"/>
          </a:p>
        </p:txBody>
      </p:sp>
      <p:sp>
        <p:nvSpPr>
          <p:cNvPr id="4" name="" descr="5a1caa73-cdfd-4227-9ea9-0bc7e6ca6bf8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857101"/>
            <a:ext cx="6235105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" descr="9f993486-eae0-4c8e-82ff-d7d2e68fc780"/>
          <p:cNvSpPr>
            <a:spLocks noGrp="1"/>
          </p:cNvSpPr>
          <p:nvPr>
            <p:ph type="body" sz="quarter" idx="14" hasCustomPrompt="1"/>
          </p:nvPr>
        </p:nvSpPr>
        <p:spPr>
          <a:xfrm>
            <a:off x="684175" y="5524821"/>
            <a:ext cx="6215565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6413b03d-f7a1-4f1e-9bd4-7d493087804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" descr="1c31c237-df14-40a8-8177-819690828e38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" descr="9e172a84-bd0f-4bb1-8ecc-d271ab50199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" descr="a9690883-2187-4fb4-a69d-2c859ed7522d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" descr="e6ad71bf-6260-4803-a16d-e3b4bd9f1f5c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Agenda" preserve="1">
  <p:cSld name="Agenda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0cd8f1f8-ab65-421b-aca8-9a5b1683dc3c"/>
          <p:cNvSpPr>
            <a:spLocks noGrp="1"/>
          </p:cNvSpPr>
          <p:nvPr>
            <p:ph type="title" hasCustomPrompt="1"/>
          </p:nvPr>
        </p:nvSpPr>
        <p:spPr>
          <a:xfrm>
            <a:off x="800100" y="1605286"/>
            <a:ext cx="19221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Agenda</a:t>
            </a:r>
            <a:endParaRPr lang="en-US"/>
          </a:p>
        </p:txBody>
      </p:sp>
      <p:sp>
        <p:nvSpPr>
          <p:cNvPr id="3" name="" descr="54af1d27-d012-4bde-b5c8-0cde2d01b0fb"/>
          <p:cNvSpPr>
            <a:spLocks noGrp="1"/>
          </p:cNvSpPr>
          <p:nvPr>
            <p:ph sz="quarter" idx="1" hasCustomPrompt="1"/>
          </p:nvPr>
        </p:nvSpPr>
        <p:spPr>
          <a:xfrm>
            <a:off x="2970377" y="1605286"/>
            <a:ext cx="8231021" cy="4071936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" descr="71cf9559-eeff-4626-a4c7-0a5dbc23d30f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" descr="6fba97a8-8bcb-492a-9372-460fa84ebd0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" descr="d5166bb7-79b4-4536-9db4-bbb7dc8a869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" descr="331e7173-09d3-4f1c-8637-558f5a66f5a1"/>
          <p:cNvCxnSpPr/>
          <p:nvPr/>
        </p:nvCxnSpPr>
        <p:spPr>
          <a:xfrm flipH="1">
            <a:off x="2846319" y="1605285"/>
            <a:ext cx="0" cy="4071937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" descr="21629015-7d9e-41f7-ad49-df63363027be"/>
          <p:cNvSpPr>
            <a:spLocks noChangeAspect="1"/>
          </p:cNvSpPr>
          <p:nvPr/>
        </p:nvSpPr>
        <p:spPr bwMode="auto">
          <a:xfrm>
            <a:off x="1851756" y="4761555"/>
            <a:ext cx="870506" cy="915667"/>
          </a:xfrm>
          <a:custGeom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secHead" preserve="1">
  <p:cSld name="Section Header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16" name="" descr="6b67dc49-4bef-4cc4-8017-cf6ee9b2df44"/>
          <p:cNvGrpSpPr/>
          <p:nvPr/>
        </p:nvGrpSpPr>
        <p:grpSpPr>
          <a:xfrm flipH="1">
            <a:off x="226374" y="478438"/>
            <a:ext cx="11852460" cy="6379819"/>
            <a:chOff x="226374" y="478438"/>
            <a:chExt cx="11852460" cy="6379819"/>
          </a:xfrm>
        </p:grpSpPr>
        <p:grpSp>
          <p:nvGrpSpPr>
            <p:cNvPr id="17" name="" descr="30a39eb8-7aa1-4f41-8c02-6e63e4bdda3a"/>
            <p:cNvGrpSpPr/>
            <p:nvPr/>
          </p:nvGrpSpPr>
          <p:grpSpPr>
            <a:xfrm>
              <a:off x="5065242" y="584958"/>
              <a:ext cx="7013592" cy="6273299"/>
              <a:chOff x="1177012" y="-1235829"/>
              <a:chExt cx="9049247" cy="8094087"/>
            </a:xfrm>
          </p:grpSpPr>
          <p:grpSp>
            <p:nvGrpSpPr>
              <p:cNvPr id="41" name="" descr="2a0d2e8f-8877-4701-a367-f8b580a04dfe"/>
              <p:cNvGrpSpPr/>
              <p:nvPr/>
            </p:nvGrpSpPr>
            <p:grpSpPr>
              <a:xfrm>
                <a:off x="1177012" y="4398380"/>
                <a:ext cx="820013" cy="738607"/>
                <a:chOff x="1177012" y="4398380"/>
                <a:chExt cx="820013" cy="738607"/>
              </a:xfrm>
            </p:grpSpPr>
            <p:sp>
              <p:nvSpPr>
                <p:cNvPr id="194" name="" descr="07d4b50b-9e1f-4f43-b400-a25c86e6501b"/>
                <p:cNvSpPr/>
                <p:nvPr/>
              </p:nvSpPr>
              <p:spPr>
                <a:xfrm rot="-784392">
                  <a:off x="1319905" y="4460018"/>
                  <a:ext cx="615503" cy="615331"/>
                </a:xfrm>
                <a:custGeom>
                  <a:gdLst>
                    <a:gd name="connsiteX0" fmla="*/ 615504 w 615503"/>
                    <a:gd name="connsiteY0" fmla="*/ 307665 h 615331"/>
                    <a:gd name="connsiteX1" fmla="*/ 307752 w 615503"/>
                    <a:gd name="connsiteY1" fmla="*/ 615331 h 615331"/>
                    <a:gd name="connsiteX2" fmla="*/ 0 w 615503"/>
                    <a:gd name="connsiteY2" fmla="*/ 307665 h 615331"/>
                    <a:gd name="connsiteX3" fmla="*/ 307752 w 615503"/>
                    <a:gd name="connsiteY3" fmla="*/ 0 h 615331"/>
                    <a:gd name="connsiteX4" fmla="*/ 615504 w 615503"/>
                    <a:gd name="connsiteY4" fmla="*/ 307665 h 61533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5503" h="615331">
                      <a:moveTo>
                        <a:pt x="615504" y="307665"/>
                      </a:moveTo>
                      <a:cubicBezTo>
                        <a:pt x="615504" y="477584"/>
                        <a:pt x="477719" y="615331"/>
                        <a:pt x="307752" y="615331"/>
                      </a:cubicBezTo>
                      <a:cubicBezTo>
                        <a:pt x="137785" y="615331"/>
                        <a:pt x="0" y="477584"/>
                        <a:pt x="0" y="307665"/>
                      </a:cubicBezTo>
                      <a:cubicBezTo>
                        <a:pt x="0" y="137747"/>
                        <a:pt x="137785" y="0"/>
                        <a:pt x="307752" y="0"/>
                      </a:cubicBezTo>
                      <a:cubicBezTo>
                        <a:pt x="477719" y="0"/>
                        <a:pt x="615504" y="137747"/>
                        <a:pt x="615504" y="307665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5" name="" descr="9c46ea70-e215-4c13-bb62-fe6c45634362"/>
                <p:cNvSpPr/>
                <p:nvPr/>
              </p:nvSpPr>
              <p:spPr>
                <a:xfrm>
                  <a:off x="1328209" y="4467879"/>
                  <a:ext cx="599278" cy="599278"/>
                </a:xfrm>
                <a:custGeom>
                  <a:gdLst>
                    <a:gd name="connsiteX0" fmla="*/ 554007 w 599278"/>
                    <a:gd name="connsiteY0" fmla="*/ 458133 h 599278"/>
                    <a:gd name="connsiteX1" fmla="*/ 141145 w 599278"/>
                    <a:gd name="connsiteY1" fmla="*/ 554007 h 599278"/>
                    <a:gd name="connsiteX2" fmla="*/ 45272 w 599278"/>
                    <a:gd name="connsiteY2" fmla="*/ 141145 h 599278"/>
                    <a:gd name="connsiteX3" fmla="*/ 458134 w 599278"/>
                    <a:gd name="connsiteY3" fmla="*/ 45272 h 599278"/>
                    <a:gd name="connsiteX4" fmla="*/ 554007 w 599278"/>
                    <a:gd name="connsiteY4" fmla="*/ 458133 h 599278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9278" h="599278">
                      <a:moveTo>
                        <a:pt x="554007" y="458133"/>
                      </a:moveTo>
                      <a:cubicBezTo>
                        <a:pt x="466598" y="598403"/>
                        <a:pt x="281415" y="641416"/>
                        <a:pt x="141145" y="554007"/>
                      </a:cubicBezTo>
                      <a:cubicBezTo>
                        <a:pt x="876" y="466598"/>
                        <a:pt x="-42138" y="281415"/>
                        <a:pt x="45272" y="141145"/>
                      </a:cubicBezTo>
                      <a:cubicBezTo>
                        <a:pt x="132681" y="876"/>
                        <a:pt x="317864" y="-42138"/>
                        <a:pt x="458134" y="45272"/>
                      </a:cubicBezTo>
                      <a:cubicBezTo>
                        <a:pt x="598403" y="132681"/>
                        <a:pt x="641417" y="317864"/>
                        <a:pt x="554007" y="458133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6" name="" descr="448e65d9-5c16-451e-9956-78d05d35745d"/>
                <p:cNvSpPr/>
                <p:nvPr/>
              </p:nvSpPr>
              <p:spPr>
                <a:xfrm>
                  <a:off x="1384401" y="4523554"/>
                  <a:ext cx="489484" cy="489484"/>
                </a:xfrm>
                <a:custGeom>
                  <a:gdLst>
                    <a:gd name="connsiteX0" fmla="*/ 374129 w 489484"/>
                    <a:gd name="connsiteY0" fmla="*/ 37016 h 489484"/>
                    <a:gd name="connsiteX1" fmla="*/ 452469 w 489484"/>
                    <a:gd name="connsiteY1" fmla="*/ 374129 h 489484"/>
                    <a:gd name="connsiteX2" fmla="*/ 115356 w 489484"/>
                    <a:gd name="connsiteY2" fmla="*/ 452469 h 489484"/>
                    <a:gd name="connsiteX3" fmla="*/ 37016 w 489484"/>
                    <a:gd name="connsiteY3" fmla="*/ 115356 h 489484"/>
                    <a:gd name="connsiteX4" fmla="*/ 374129 w 489484"/>
                    <a:gd name="connsiteY4" fmla="*/ 37016 h 48948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484" h="489484">
                      <a:moveTo>
                        <a:pt x="374129" y="37016"/>
                      </a:moveTo>
                      <a:cubicBezTo>
                        <a:pt x="488832" y="108532"/>
                        <a:pt x="523899" y="259426"/>
                        <a:pt x="452469" y="374129"/>
                      </a:cubicBezTo>
                      <a:cubicBezTo>
                        <a:pt x="381039" y="488832"/>
                        <a:pt x="230059" y="523899"/>
                        <a:pt x="115356" y="452469"/>
                      </a:cubicBezTo>
                      <a:cubicBezTo>
                        <a:pt x="653" y="380953"/>
                        <a:pt x="-34414" y="230059"/>
                        <a:pt x="37016" y="115356"/>
                      </a:cubicBezTo>
                      <a:cubicBezTo>
                        <a:pt x="108446" y="653"/>
                        <a:pt x="259339" y="-34414"/>
                        <a:pt x="374129" y="3701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7" name="" descr="de1c5fac-148c-4715-b795-6ebcb52c5492"/>
                <p:cNvSpPr/>
                <p:nvPr/>
              </p:nvSpPr>
              <p:spPr>
                <a:xfrm rot="-4917153">
                  <a:off x="1396194" y="4535673"/>
                  <a:ext cx="464016" cy="464016"/>
                </a:xfrm>
                <a:custGeom>
                  <a:gdLst>
                    <a:gd name="connsiteX0" fmla="*/ 464017 w 464016"/>
                    <a:gd name="connsiteY0" fmla="*/ 232008 h 464016"/>
                    <a:gd name="connsiteX1" fmla="*/ 232008 w 464016"/>
                    <a:gd name="connsiteY1" fmla="*/ 464017 h 464016"/>
                    <a:gd name="connsiteX2" fmla="*/ 0 w 464016"/>
                    <a:gd name="connsiteY2" fmla="*/ 232008 h 464016"/>
                    <a:gd name="connsiteX3" fmla="*/ 232008 w 464016"/>
                    <a:gd name="connsiteY3" fmla="*/ 0 h 464016"/>
                    <a:gd name="connsiteX4" fmla="*/ 464017 w 464016"/>
                    <a:gd name="connsiteY4" fmla="*/ 232008 h 464016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4016" h="464016">
                      <a:moveTo>
                        <a:pt x="464017" y="232008"/>
                      </a:moveTo>
                      <a:cubicBezTo>
                        <a:pt x="464017" y="360143"/>
                        <a:pt x="360143" y="464017"/>
                        <a:pt x="232008" y="464017"/>
                      </a:cubicBezTo>
                      <a:cubicBezTo>
                        <a:pt x="103874" y="464017"/>
                        <a:pt x="0" y="360143"/>
                        <a:pt x="0" y="232008"/>
                      </a:cubicBezTo>
                      <a:cubicBezTo>
                        <a:pt x="0" y="103874"/>
                        <a:pt x="103874" y="0"/>
                        <a:pt x="232008" y="0"/>
                      </a:cubicBezTo>
                      <a:cubicBezTo>
                        <a:pt x="360143" y="0"/>
                        <a:pt x="464017" y="103874"/>
                        <a:pt x="464017" y="2320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98" name="" descr="fc7e03fe-5b3a-4e63-9cb8-74270f70a30b"/>
                <p:cNvGrpSpPr/>
                <p:nvPr/>
              </p:nvGrpSpPr>
              <p:grpSpPr>
                <a:xfrm>
                  <a:off x="1409957" y="4549628"/>
                  <a:ext cx="436040" cy="435953"/>
                  <a:chOff x="1409957" y="4549628"/>
                  <a:chExt cx="436040" cy="435953"/>
                </a:xfrm>
                <a:solidFill>
                  <a:srgbClr val="F7CC7F"/>
                </a:solidFill>
              </p:grpSpPr>
              <p:sp>
                <p:nvSpPr>
                  <p:cNvPr id="210" name="" descr="3dc0af51-559d-4ff3-8998-92ea66d20859"/>
                  <p:cNvSpPr/>
                  <p:nvPr/>
                </p:nvSpPr>
                <p:spPr>
                  <a:xfrm>
                    <a:off x="1487520" y="4925647"/>
                    <a:ext cx="46671" cy="59934"/>
                  </a:xfrm>
                  <a:custGeom>
                    <a:gdLst>
                      <a:gd name="connsiteX0" fmla="*/ 23811 w 46671"/>
                      <a:gd name="connsiteY0" fmla="*/ 5807 h 59934"/>
                      <a:gd name="connsiteX1" fmla="*/ 1872 w 46671"/>
                      <a:gd name="connsiteY1" fmla="*/ 41047 h 59934"/>
                      <a:gd name="connsiteX2" fmla="*/ 5845 w 46671"/>
                      <a:gd name="connsiteY2" fmla="*/ 58063 h 59934"/>
                      <a:gd name="connsiteX3" fmla="*/ 22861 w 46671"/>
                      <a:gd name="connsiteY3" fmla="*/ 54089 h 59934"/>
                      <a:gd name="connsiteX4" fmla="*/ 44800 w 46671"/>
                      <a:gd name="connsiteY4" fmla="*/ 18849 h 59934"/>
                      <a:gd name="connsiteX5" fmla="*/ 40826 w 46671"/>
                      <a:gd name="connsiteY5" fmla="*/ 1834 h 59934"/>
                      <a:gd name="connsiteX6" fmla="*/ 23811 w 46671"/>
                      <a:gd name="connsiteY6" fmla="*/ 5807 h 5993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6671" h="59934">
                        <a:moveTo>
                          <a:pt x="23811" y="5807"/>
                        </a:moveTo>
                        <a:lnTo>
                          <a:pt x="1872" y="41047"/>
                        </a:lnTo>
                        <a:cubicBezTo>
                          <a:pt x="-1755" y="46834"/>
                          <a:pt x="58" y="54521"/>
                          <a:pt x="5845" y="58063"/>
                        </a:cubicBezTo>
                        <a:cubicBezTo>
                          <a:pt x="11632" y="61690"/>
                          <a:pt x="19320" y="59877"/>
                          <a:pt x="22861" y="54089"/>
                        </a:cubicBezTo>
                        <a:lnTo>
                          <a:pt x="44800" y="18849"/>
                        </a:lnTo>
                        <a:cubicBezTo>
                          <a:pt x="48427" y="13062"/>
                          <a:pt x="46613" y="5375"/>
                          <a:pt x="40826" y="1834"/>
                        </a:cubicBezTo>
                        <a:cubicBezTo>
                          <a:pt x="35039" y="-1707"/>
                          <a:pt x="27439" y="20"/>
                          <a:pt x="23811" y="5807"/>
                        </a:cubicBez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1" name="" descr="8bcb8b5a-1318-4d2f-817a-38b01375f791"/>
                  <p:cNvSpPr/>
                  <p:nvPr/>
                </p:nvSpPr>
                <p:spPr>
                  <a:xfrm>
                    <a:off x="1786025" y="4861434"/>
                    <a:ext cx="59973" cy="46671"/>
                  </a:xfrm>
                  <a:custGeom>
                    <a:gdLst>
                      <a:gd name="connsiteX0" fmla="*/ 1872 w 59973"/>
                      <a:gd name="connsiteY0" fmla="*/ 5846 h 46671"/>
                      <a:gd name="connsiteX1" fmla="*/ 5845 w 59973"/>
                      <a:gd name="connsiteY1" fmla="*/ 22861 h 46671"/>
                      <a:gd name="connsiteX2" fmla="*/ 41085 w 59973"/>
                      <a:gd name="connsiteY2" fmla="*/ 44800 h 46671"/>
                      <a:gd name="connsiteX3" fmla="*/ 58101 w 59973"/>
                      <a:gd name="connsiteY3" fmla="*/ 40826 h 46671"/>
                      <a:gd name="connsiteX4" fmla="*/ 54128 w 59973"/>
                      <a:gd name="connsiteY4" fmla="*/ 23811 h 46671"/>
                      <a:gd name="connsiteX5" fmla="*/ 18888 w 59973"/>
                      <a:gd name="connsiteY5" fmla="*/ 1872 h 46671"/>
                      <a:gd name="connsiteX6" fmla="*/ 1872 w 59973"/>
                      <a:gd name="connsiteY6" fmla="*/ 5846 h 4667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9973" h="46671">
                        <a:moveTo>
                          <a:pt x="1872" y="5846"/>
                        </a:moveTo>
                        <a:cubicBezTo>
                          <a:pt x="-1755" y="11632"/>
                          <a:pt x="58" y="19320"/>
                          <a:pt x="5845" y="22861"/>
                        </a:cubicBezTo>
                        <a:lnTo>
                          <a:pt x="41085" y="44800"/>
                        </a:lnTo>
                        <a:cubicBezTo>
                          <a:pt x="46872" y="48427"/>
                          <a:pt x="54560" y="46613"/>
                          <a:pt x="58101" y="40826"/>
                        </a:cubicBezTo>
                        <a:cubicBezTo>
                          <a:pt x="61729" y="35040"/>
                          <a:pt x="59915" y="27352"/>
                          <a:pt x="54128" y="23811"/>
                        </a:cubicBezTo>
                        <a:lnTo>
                          <a:pt x="18888" y="1872"/>
                        </a:lnTo>
                        <a:cubicBezTo>
                          <a:pt x="13101" y="-1755"/>
                          <a:pt x="5500" y="58"/>
                          <a:pt x="1872" y="5846"/>
                        </a:cubicBez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2" name="" descr="635eb6fa-5a61-45de-9ae9-50a84283a237"/>
                  <p:cNvSpPr/>
                  <p:nvPr/>
                </p:nvSpPr>
                <p:spPr>
                  <a:xfrm>
                    <a:off x="1721850" y="4549628"/>
                    <a:ext cx="46671" cy="59973"/>
                  </a:xfrm>
                  <a:custGeom>
                    <a:gdLst>
                      <a:gd name="connsiteX0" fmla="*/ 23811 w 46671"/>
                      <a:gd name="connsiteY0" fmla="*/ 5845 h 59973"/>
                      <a:gd name="connsiteX1" fmla="*/ 1872 w 46671"/>
                      <a:gd name="connsiteY1" fmla="*/ 41086 h 59973"/>
                      <a:gd name="connsiteX2" fmla="*/ 5845 w 46671"/>
                      <a:gd name="connsiteY2" fmla="*/ 58101 h 59973"/>
                      <a:gd name="connsiteX3" fmla="*/ 22861 w 46671"/>
                      <a:gd name="connsiteY3" fmla="*/ 54128 h 59973"/>
                      <a:gd name="connsiteX4" fmla="*/ 44800 w 46671"/>
                      <a:gd name="connsiteY4" fmla="*/ 18888 h 59973"/>
                      <a:gd name="connsiteX5" fmla="*/ 40826 w 46671"/>
                      <a:gd name="connsiteY5" fmla="*/ 1872 h 59973"/>
                      <a:gd name="connsiteX6" fmla="*/ 23811 w 46671"/>
                      <a:gd name="connsiteY6" fmla="*/ 5845 h 5997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6671" h="59973">
                        <a:moveTo>
                          <a:pt x="23811" y="5845"/>
                        </a:moveTo>
                        <a:lnTo>
                          <a:pt x="1872" y="41086"/>
                        </a:lnTo>
                        <a:cubicBezTo>
                          <a:pt x="-1755" y="46872"/>
                          <a:pt x="58" y="54560"/>
                          <a:pt x="5845" y="58101"/>
                        </a:cubicBezTo>
                        <a:cubicBezTo>
                          <a:pt x="11632" y="61729"/>
                          <a:pt x="19320" y="59915"/>
                          <a:pt x="22861" y="54128"/>
                        </a:cubicBezTo>
                        <a:lnTo>
                          <a:pt x="44800" y="18888"/>
                        </a:lnTo>
                        <a:cubicBezTo>
                          <a:pt x="48427" y="13101"/>
                          <a:pt x="46613" y="5414"/>
                          <a:pt x="40826" y="1872"/>
                        </a:cubicBezTo>
                        <a:cubicBezTo>
                          <a:pt x="35039" y="-1756"/>
                          <a:pt x="27352" y="58"/>
                          <a:pt x="23811" y="5845"/>
                        </a:cubicBez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3" name="" descr="c8e4728e-0364-47a9-abe2-1e484d8f3869"/>
                  <p:cNvSpPr/>
                  <p:nvPr/>
                </p:nvSpPr>
                <p:spPr>
                  <a:xfrm>
                    <a:off x="1409957" y="4627143"/>
                    <a:ext cx="59973" cy="46633"/>
                  </a:xfrm>
                  <a:custGeom>
                    <a:gdLst>
                      <a:gd name="connsiteX0" fmla="*/ 1872 w 59973"/>
                      <a:gd name="connsiteY0" fmla="*/ 5807 h 46633"/>
                      <a:gd name="connsiteX1" fmla="*/ 5845 w 59973"/>
                      <a:gd name="connsiteY1" fmla="*/ 22822 h 46633"/>
                      <a:gd name="connsiteX2" fmla="*/ 41085 w 59973"/>
                      <a:gd name="connsiteY2" fmla="*/ 44761 h 46633"/>
                      <a:gd name="connsiteX3" fmla="*/ 58101 w 59973"/>
                      <a:gd name="connsiteY3" fmla="*/ 40788 h 46633"/>
                      <a:gd name="connsiteX4" fmla="*/ 54128 w 59973"/>
                      <a:gd name="connsiteY4" fmla="*/ 23772 h 46633"/>
                      <a:gd name="connsiteX5" fmla="*/ 18888 w 59973"/>
                      <a:gd name="connsiteY5" fmla="*/ 1834 h 46633"/>
                      <a:gd name="connsiteX6" fmla="*/ 1872 w 59973"/>
                      <a:gd name="connsiteY6" fmla="*/ 5807 h 4663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9973" h="46633">
                        <a:moveTo>
                          <a:pt x="1872" y="5807"/>
                        </a:moveTo>
                        <a:cubicBezTo>
                          <a:pt x="-1755" y="11594"/>
                          <a:pt x="58" y="19281"/>
                          <a:pt x="5845" y="22822"/>
                        </a:cubicBezTo>
                        <a:lnTo>
                          <a:pt x="41085" y="44761"/>
                        </a:lnTo>
                        <a:cubicBezTo>
                          <a:pt x="46872" y="48389"/>
                          <a:pt x="54560" y="46575"/>
                          <a:pt x="58101" y="40788"/>
                        </a:cubicBezTo>
                        <a:cubicBezTo>
                          <a:pt x="61729" y="35001"/>
                          <a:pt x="59915" y="27314"/>
                          <a:pt x="54128" y="23772"/>
                        </a:cubicBezTo>
                        <a:lnTo>
                          <a:pt x="18888" y="1834"/>
                        </a:lnTo>
                        <a:cubicBezTo>
                          <a:pt x="13187" y="-1707"/>
                          <a:pt x="5500" y="20"/>
                          <a:pt x="1872" y="5807"/>
                        </a:cubicBez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99" name="" descr="dd9fc79b-2de9-448a-ae47-3da39710e63b"/>
                <p:cNvSpPr/>
                <p:nvPr/>
              </p:nvSpPr>
              <p:spPr>
                <a:xfrm>
                  <a:off x="1395498" y="4416579"/>
                  <a:ext cx="87529" cy="85091"/>
                </a:xfrm>
                <a:custGeom>
                  <a:gdLst>
                    <a:gd name="connsiteX0" fmla="*/ 26351 w 87529"/>
                    <a:gd name="connsiteY0" fmla="*/ 81629 h 85091"/>
                    <a:gd name="connsiteX1" fmla="*/ 1043 w 87529"/>
                    <a:gd name="connsiteY1" fmla="*/ 39997 h 85091"/>
                    <a:gd name="connsiteX2" fmla="*/ 3462 w 87529"/>
                    <a:gd name="connsiteY2" fmla="*/ 30065 h 85091"/>
                    <a:gd name="connsiteX3" fmla="*/ 51226 w 87529"/>
                    <a:gd name="connsiteY3" fmla="*/ 1043 h 85091"/>
                    <a:gd name="connsiteX4" fmla="*/ 61159 w 87529"/>
                    <a:gd name="connsiteY4" fmla="*/ 3462 h 85091"/>
                    <a:gd name="connsiteX5" fmla="*/ 86466 w 87529"/>
                    <a:gd name="connsiteY5" fmla="*/ 45094 h 85091"/>
                    <a:gd name="connsiteX6" fmla="*/ 84048 w 87529"/>
                    <a:gd name="connsiteY6" fmla="*/ 55027 h 85091"/>
                    <a:gd name="connsiteX7" fmla="*/ 36370 w 87529"/>
                    <a:gd name="connsiteY7" fmla="*/ 84048 h 85091"/>
                    <a:gd name="connsiteX8" fmla="*/ 26351 w 87529"/>
                    <a:gd name="connsiteY8" fmla="*/ 81629 h 8509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7529" h="85091">
                      <a:moveTo>
                        <a:pt x="26351" y="81629"/>
                      </a:moveTo>
                      <a:lnTo>
                        <a:pt x="1043" y="39997"/>
                      </a:lnTo>
                      <a:cubicBezTo>
                        <a:pt x="-1029" y="36543"/>
                        <a:pt x="93" y="32138"/>
                        <a:pt x="3462" y="30065"/>
                      </a:cubicBezTo>
                      <a:lnTo>
                        <a:pt x="51226" y="1043"/>
                      </a:lnTo>
                      <a:cubicBezTo>
                        <a:pt x="54681" y="-1029"/>
                        <a:pt x="59086" y="93"/>
                        <a:pt x="61159" y="3462"/>
                      </a:cubicBezTo>
                      <a:lnTo>
                        <a:pt x="86466" y="45094"/>
                      </a:lnTo>
                      <a:cubicBezTo>
                        <a:pt x="88539" y="48549"/>
                        <a:pt x="87503" y="52953"/>
                        <a:pt x="84048" y="55027"/>
                      </a:cubicBezTo>
                      <a:lnTo>
                        <a:pt x="36370" y="84048"/>
                      </a:lnTo>
                      <a:cubicBezTo>
                        <a:pt x="32829" y="86121"/>
                        <a:pt x="28424" y="84998"/>
                        <a:pt x="26351" y="81629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0" name="" descr="0802291f-54fa-4fc8-873b-9677dfa6cf61"/>
                <p:cNvSpPr/>
                <p:nvPr/>
              </p:nvSpPr>
              <p:spPr>
                <a:xfrm>
                  <a:off x="1236465" y="4694852"/>
                  <a:ext cx="68030" cy="74508"/>
                </a:xfrm>
                <a:custGeom>
                  <a:gdLst>
                    <a:gd name="connsiteX0" fmla="*/ 61439 w 68030"/>
                    <a:gd name="connsiteY0" fmla="*/ 4433 h 74508"/>
                    <a:gd name="connsiteX1" fmla="*/ 12897 w 68030"/>
                    <a:gd name="connsiteY1" fmla="*/ 28 h 74508"/>
                    <a:gd name="connsiteX2" fmla="*/ 5037 w 68030"/>
                    <a:gd name="connsiteY2" fmla="*/ 6592 h 74508"/>
                    <a:gd name="connsiteX3" fmla="*/ 28 w 68030"/>
                    <a:gd name="connsiteY3" fmla="*/ 62216 h 74508"/>
                    <a:gd name="connsiteX4" fmla="*/ 6592 w 68030"/>
                    <a:gd name="connsiteY4" fmla="*/ 70076 h 74508"/>
                    <a:gd name="connsiteX5" fmla="*/ 55133 w 68030"/>
                    <a:gd name="connsiteY5" fmla="*/ 74481 h 74508"/>
                    <a:gd name="connsiteX6" fmla="*/ 62993 w 68030"/>
                    <a:gd name="connsiteY6" fmla="*/ 67916 h 74508"/>
                    <a:gd name="connsiteX7" fmla="*/ 68003 w 68030"/>
                    <a:gd name="connsiteY7" fmla="*/ 12292 h 74508"/>
                    <a:gd name="connsiteX8" fmla="*/ 61439 w 68030"/>
                    <a:gd name="connsiteY8" fmla="*/ 4433 h 74508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8030" h="74508">
                      <a:moveTo>
                        <a:pt x="61439" y="4433"/>
                      </a:moveTo>
                      <a:lnTo>
                        <a:pt x="12897" y="28"/>
                      </a:lnTo>
                      <a:cubicBezTo>
                        <a:pt x="8924" y="-318"/>
                        <a:pt x="5383" y="2619"/>
                        <a:pt x="5037" y="6592"/>
                      </a:cubicBezTo>
                      <a:lnTo>
                        <a:pt x="28" y="62216"/>
                      </a:lnTo>
                      <a:cubicBezTo>
                        <a:pt x="-318" y="66189"/>
                        <a:pt x="2619" y="69730"/>
                        <a:pt x="6592" y="70076"/>
                      </a:cubicBezTo>
                      <a:lnTo>
                        <a:pt x="55133" y="74481"/>
                      </a:lnTo>
                      <a:cubicBezTo>
                        <a:pt x="59107" y="74826"/>
                        <a:pt x="62648" y="71890"/>
                        <a:pt x="62993" y="67916"/>
                      </a:cubicBezTo>
                      <a:lnTo>
                        <a:pt x="68003" y="12292"/>
                      </a:lnTo>
                      <a:cubicBezTo>
                        <a:pt x="68348" y="8320"/>
                        <a:pt x="65412" y="4864"/>
                        <a:pt x="61439" y="4433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01" name="" descr="576d24b9-4a3b-4578-aaae-23a3fa38f426"/>
                <p:cNvGrpSpPr/>
                <p:nvPr/>
              </p:nvGrpSpPr>
              <p:grpSpPr>
                <a:xfrm>
                  <a:off x="1177012" y="4444947"/>
                  <a:ext cx="198454" cy="190440"/>
                  <a:chOff x="1177012" y="4444947"/>
                  <a:chExt cx="198454" cy="190440"/>
                </a:xfrm>
                <a:solidFill>
                  <a:srgbClr val="F7CC7F"/>
                </a:solidFill>
              </p:grpSpPr>
              <p:sp>
                <p:nvSpPr>
                  <p:cNvPr id="207" name="" descr="95234a13-c3bc-44dc-a546-acb804ef453a"/>
                  <p:cNvSpPr/>
                  <p:nvPr/>
                </p:nvSpPr>
                <p:spPr>
                  <a:xfrm>
                    <a:off x="1257793" y="4509834"/>
                    <a:ext cx="81691" cy="93351"/>
                  </a:xfrm>
                  <a:custGeom>
                    <a:gdLst>
                      <a:gd name="connsiteX0" fmla="*/ 42789 w 81691"/>
                      <a:gd name="connsiteY0" fmla="*/ 90035 h 93351"/>
                      <a:gd name="connsiteX1" fmla="*/ 33115 w 81691"/>
                      <a:gd name="connsiteY1" fmla="*/ 92281 h 93351"/>
                      <a:gd name="connsiteX2" fmla="*/ 3317 w 81691"/>
                      <a:gd name="connsiteY2" fmla="*/ 73710 h 93351"/>
                      <a:gd name="connsiteX3" fmla="*/ 1071 w 81691"/>
                      <a:gd name="connsiteY3" fmla="*/ 64036 h 93351"/>
                      <a:gd name="connsiteX4" fmla="*/ 38902 w 81691"/>
                      <a:gd name="connsiteY4" fmla="*/ 3317 h 93351"/>
                      <a:gd name="connsiteX5" fmla="*/ 48576 w 81691"/>
                      <a:gd name="connsiteY5" fmla="*/ 1071 h 93351"/>
                      <a:gd name="connsiteX6" fmla="*/ 78375 w 81691"/>
                      <a:gd name="connsiteY6" fmla="*/ 19641 h 93351"/>
                      <a:gd name="connsiteX7" fmla="*/ 80620 w 81691"/>
                      <a:gd name="connsiteY7" fmla="*/ 29315 h 93351"/>
                      <a:gd name="connsiteX8" fmla="*/ 42789 w 81691"/>
                      <a:gd name="connsiteY8" fmla="*/ 90035 h 933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81691" h="93351">
                        <a:moveTo>
                          <a:pt x="42789" y="90035"/>
                        </a:moveTo>
                        <a:cubicBezTo>
                          <a:pt x="40716" y="93317"/>
                          <a:pt x="36397" y="94353"/>
                          <a:pt x="33115" y="92281"/>
                        </a:cubicBezTo>
                        <a:lnTo>
                          <a:pt x="3317" y="73710"/>
                        </a:lnTo>
                        <a:cubicBezTo>
                          <a:pt x="34" y="71637"/>
                          <a:pt x="-1002" y="67319"/>
                          <a:pt x="1071" y="64036"/>
                        </a:cubicBezTo>
                        <a:lnTo>
                          <a:pt x="38902" y="3317"/>
                        </a:lnTo>
                        <a:cubicBezTo>
                          <a:pt x="40975" y="34"/>
                          <a:pt x="45294" y="-1002"/>
                          <a:pt x="48576" y="1071"/>
                        </a:cubicBezTo>
                        <a:lnTo>
                          <a:pt x="78375" y="19641"/>
                        </a:lnTo>
                        <a:cubicBezTo>
                          <a:pt x="81657" y="21714"/>
                          <a:pt x="82693" y="26033"/>
                          <a:pt x="80620" y="29315"/>
                        </a:cubicBezTo>
                        <a:lnTo>
                          <a:pt x="42789" y="90035"/>
                        </a:ln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8" name="" descr="3aed2cd3-7839-4901-82be-8012be291fdf"/>
                  <p:cNvSpPr/>
                  <p:nvPr/>
                </p:nvSpPr>
                <p:spPr>
                  <a:xfrm>
                    <a:off x="1177012" y="4444947"/>
                    <a:ext cx="190479" cy="190440"/>
                  </a:xfrm>
                  <a:custGeom>
                    <a:gdLst>
                      <a:gd name="connsiteX0" fmla="*/ 144471 w 190479"/>
                      <a:gd name="connsiteY0" fmla="*/ 154404 h 190440"/>
                      <a:gd name="connsiteX1" fmla="*/ 54557 w 190479"/>
                      <a:gd name="connsiteY1" fmla="*/ 160537 h 190440"/>
                      <a:gd name="connsiteX2" fmla="*/ 29941 w 190479"/>
                      <a:gd name="connsiteY2" fmla="*/ 54471 h 190440"/>
                      <a:gd name="connsiteX3" fmla="*/ 136007 w 190479"/>
                      <a:gd name="connsiteY3" fmla="*/ 29855 h 190440"/>
                      <a:gd name="connsiteX4" fmla="*/ 170124 w 190479"/>
                      <a:gd name="connsiteY4" fmla="*/ 113291 h 190440"/>
                      <a:gd name="connsiteX5" fmla="*/ 186276 w 190479"/>
                      <a:gd name="connsiteY5" fmla="*/ 123310 h 190440"/>
                      <a:gd name="connsiteX6" fmla="*/ 145594 w 190479"/>
                      <a:gd name="connsiteY6" fmla="*/ 14394 h 190440"/>
                      <a:gd name="connsiteX7" fmla="*/ 14394 w 190479"/>
                      <a:gd name="connsiteY7" fmla="*/ 44884 h 190440"/>
                      <a:gd name="connsiteX8" fmla="*/ 44884 w 190479"/>
                      <a:gd name="connsiteY8" fmla="*/ 176084 h 190440"/>
                      <a:gd name="connsiteX9" fmla="*/ 160537 w 190479"/>
                      <a:gd name="connsiteY9" fmla="*/ 164510 h 190440"/>
                      <a:gd name="connsiteX10" fmla="*/ 144471 w 190479"/>
                      <a:gd name="connsiteY10" fmla="*/ 154404 h 19044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90479" h="190440">
                        <a:moveTo>
                          <a:pt x="144471" y="154404"/>
                        </a:moveTo>
                        <a:cubicBezTo>
                          <a:pt x="119682" y="175048"/>
                          <a:pt x="83492" y="178502"/>
                          <a:pt x="54557" y="160537"/>
                        </a:cubicBezTo>
                        <a:cubicBezTo>
                          <a:pt x="18453" y="138080"/>
                          <a:pt x="7398" y="90575"/>
                          <a:pt x="29941" y="54471"/>
                        </a:cubicBezTo>
                        <a:cubicBezTo>
                          <a:pt x="52398" y="18367"/>
                          <a:pt x="99903" y="7311"/>
                          <a:pt x="136007" y="29855"/>
                        </a:cubicBezTo>
                        <a:cubicBezTo>
                          <a:pt x="164942" y="47820"/>
                          <a:pt x="177725" y="81851"/>
                          <a:pt x="170124" y="113291"/>
                        </a:cubicBezTo>
                        <a:lnTo>
                          <a:pt x="186276" y="123310"/>
                        </a:lnTo>
                        <a:cubicBezTo>
                          <a:pt x="198714" y="82974"/>
                          <a:pt x="183080" y="37715"/>
                          <a:pt x="145594" y="14394"/>
                        </a:cubicBezTo>
                        <a:cubicBezTo>
                          <a:pt x="101026" y="-13418"/>
                          <a:pt x="42120" y="315"/>
                          <a:pt x="14394" y="44884"/>
                        </a:cubicBezTo>
                        <a:cubicBezTo>
                          <a:pt x="-13418" y="89452"/>
                          <a:pt x="315" y="148358"/>
                          <a:pt x="44884" y="176084"/>
                        </a:cubicBezTo>
                        <a:cubicBezTo>
                          <a:pt x="82369" y="199405"/>
                          <a:pt x="129874" y="193445"/>
                          <a:pt x="160537" y="164510"/>
                        </a:cubicBezTo>
                        <a:lnTo>
                          <a:pt x="144471" y="154404"/>
                        </a:ln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9" name="" descr="5ae18536-0985-49b3-bb0b-70e9a8fd202c"/>
                  <p:cNvSpPr/>
                  <p:nvPr/>
                </p:nvSpPr>
                <p:spPr>
                  <a:xfrm>
                    <a:off x="1311637" y="4554265"/>
                    <a:ext cx="63829" cy="59942"/>
                  </a:xfrm>
                  <a:custGeom>
                    <a:gdLst>
                      <a:gd name="connsiteX0" fmla="*/ 49923 w 63829"/>
                      <a:gd name="connsiteY0" fmla="*/ 47332 h 59942"/>
                      <a:gd name="connsiteX1" fmla="*/ 63829 w 63829"/>
                      <a:gd name="connsiteY1" fmla="*/ 26775 h 59942"/>
                      <a:gd name="connsiteX2" fmla="*/ 20902 w 63829"/>
                      <a:gd name="connsiteY2" fmla="*/ 0 h 59942"/>
                      <a:gd name="connsiteX3" fmla="*/ 0 w 63829"/>
                      <a:gd name="connsiteY3" fmla="*/ 33512 h 59942"/>
                      <a:gd name="connsiteX4" fmla="*/ 42409 w 63829"/>
                      <a:gd name="connsiteY4" fmla="*/ 59942 h 59942"/>
                      <a:gd name="connsiteX5" fmla="*/ 49923 w 63829"/>
                      <a:gd name="connsiteY5" fmla="*/ 47332 h 5994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3829" h="59942">
                        <a:moveTo>
                          <a:pt x="49923" y="47332"/>
                        </a:moveTo>
                        <a:cubicBezTo>
                          <a:pt x="54328" y="40249"/>
                          <a:pt x="58993" y="33426"/>
                          <a:pt x="63829" y="26775"/>
                        </a:cubicBezTo>
                        <a:lnTo>
                          <a:pt x="20902" y="0"/>
                        </a:lnTo>
                        <a:lnTo>
                          <a:pt x="0" y="33512"/>
                        </a:lnTo>
                        <a:lnTo>
                          <a:pt x="42409" y="59942"/>
                        </a:lnTo>
                        <a:cubicBezTo>
                          <a:pt x="44741" y="55796"/>
                          <a:pt x="47246" y="51564"/>
                          <a:pt x="49923" y="47332"/>
                        </a:cubicBez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02" name="" descr="7fb4492d-0c2e-40d6-8b25-0c805f165553"/>
                <p:cNvGrpSpPr/>
                <p:nvPr/>
              </p:nvGrpSpPr>
              <p:grpSpPr>
                <a:xfrm>
                  <a:off x="1540612" y="4602892"/>
                  <a:ext cx="273283" cy="186927"/>
                  <a:chOff x="1540612" y="4602892"/>
                  <a:chExt cx="273283" cy="186927"/>
                </a:xfrm>
                <a:solidFill>
                  <a:srgbClr val="FAE0B2"/>
                </a:solidFill>
              </p:grpSpPr>
              <p:sp>
                <p:nvSpPr>
                  <p:cNvPr id="203" name="" descr="669a1958-39d1-4aa2-bbcd-f038720d5257"/>
                  <p:cNvSpPr/>
                  <p:nvPr/>
                </p:nvSpPr>
                <p:spPr>
                  <a:xfrm>
                    <a:off x="1605181" y="4744700"/>
                    <a:ext cx="45140" cy="45119"/>
                  </a:xfrm>
                  <a:custGeom>
                    <a:gdLst>
                      <a:gd name="connsiteX0" fmla="*/ 34500 w 45140"/>
                      <a:gd name="connsiteY0" fmla="*/ 3385 h 45119"/>
                      <a:gd name="connsiteX1" fmla="*/ 41755 w 45140"/>
                      <a:gd name="connsiteY1" fmla="*/ 34479 h 45119"/>
                      <a:gd name="connsiteX2" fmla="*/ 10661 w 45140"/>
                      <a:gd name="connsiteY2" fmla="*/ 41734 h 45119"/>
                      <a:gd name="connsiteX3" fmla="*/ 3406 w 45140"/>
                      <a:gd name="connsiteY3" fmla="*/ 10640 h 45119"/>
                      <a:gd name="connsiteX4" fmla="*/ 34500 w 45140"/>
                      <a:gd name="connsiteY4" fmla="*/ 3385 h 4511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140" h="45119">
                        <a:moveTo>
                          <a:pt x="34500" y="3385"/>
                        </a:moveTo>
                        <a:cubicBezTo>
                          <a:pt x="45037" y="9949"/>
                          <a:pt x="48320" y="23856"/>
                          <a:pt x="41755" y="34479"/>
                        </a:cubicBezTo>
                        <a:cubicBezTo>
                          <a:pt x="35191" y="45016"/>
                          <a:pt x="21285" y="48299"/>
                          <a:pt x="10661" y="41734"/>
                        </a:cubicBezTo>
                        <a:cubicBezTo>
                          <a:pt x="37" y="35170"/>
                          <a:pt x="-3159" y="21264"/>
                          <a:pt x="3406" y="10640"/>
                        </a:cubicBezTo>
                        <a:cubicBezTo>
                          <a:pt x="9970" y="103"/>
                          <a:pt x="23876" y="-3179"/>
                          <a:pt x="34500" y="3385"/>
                        </a:cubicBezTo>
                        <a:close/>
                      </a:path>
                    </a:pathLst>
                  </a:custGeom>
                  <a:solidFill>
                    <a:srgbClr val="FAE0B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4" name="" descr="b4be82d2-30b4-4307-8d94-873d4d92ad87"/>
                  <p:cNvSpPr/>
                  <p:nvPr/>
                </p:nvSpPr>
                <p:spPr>
                  <a:xfrm>
                    <a:off x="1540612" y="4602892"/>
                    <a:ext cx="95301" cy="173382"/>
                  </a:xfrm>
                  <a:custGeom>
                    <a:gdLst>
                      <a:gd name="connsiteX0" fmla="*/ 0 w 95301"/>
                      <a:gd name="connsiteY0" fmla="*/ 0 h 173382"/>
                      <a:gd name="connsiteX1" fmla="*/ 94146 w 95301"/>
                      <a:gd name="connsiteY1" fmla="*/ 160567 h 173382"/>
                      <a:gd name="connsiteX2" fmla="*/ 91123 w 95301"/>
                      <a:gd name="connsiteY2" fmla="*/ 172227 h 173382"/>
                      <a:gd name="connsiteX3" fmla="*/ 79549 w 95301"/>
                      <a:gd name="connsiteY3" fmla="*/ 169205 h 173382"/>
                      <a:gd name="connsiteX4" fmla="*/ 0 w 95301"/>
                      <a:gd name="connsiteY4" fmla="*/ 0 h 17338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5301" h="173382">
                        <a:moveTo>
                          <a:pt x="0" y="0"/>
                        </a:moveTo>
                        <a:lnTo>
                          <a:pt x="94146" y="160567"/>
                        </a:lnTo>
                        <a:cubicBezTo>
                          <a:pt x="96478" y="164627"/>
                          <a:pt x="95183" y="169809"/>
                          <a:pt x="91123" y="172227"/>
                        </a:cubicBezTo>
                        <a:cubicBezTo>
                          <a:pt x="87064" y="174560"/>
                          <a:pt x="81881" y="173264"/>
                          <a:pt x="79549" y="169205"/>
                        </a:cubicBezTo>
                        <a:cubicBezTo>
                          <a:pt x="79031" y="168513"/>
                          <a:pt x="82659" y="176028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AE0B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5" name="" descr="c27d711d-4da0-4bb6-bbbd-bc5be077cc45"/>
                  <p:cNvSpPr/>
                  <p:nvPr/>
                </p:nvSpPr>
                <p:spPr>
                  <a:xfrm>
                    <a:off x="1620067" y="4747826"/>
                    <a:ext cx="193828" cy="28165"/>
                  </a:xfrm>
                  <a:custGeom>
                    <a:gdLst>
                      <a:gd name="connsiteX0" fmla="*/ 193828 w 193828"/>
                      <a:gd name="connsiteY0" fmla="*/ 0 h 28165"/>
                      <a:gd name="connsiteX1" fmla="*/ 9768 w 193828"/>
                      <a:gd name="connsiteY1" fmla="*/ 28071 h 28165"/>
                      <a:gd name="connsiteX2" fmla="*/ 94 w 193828"/>
                      <a:gd name="connsiteY2" fmla="*/ 20989 h 28165"/>
                      <a:gd name="connsiteX3" fmla="*/ 7177 w 193828"/>
                      <a:gd name="connsiteY3" fmla="*/ 11315 h 28165"/>
                      <a:gd name="connsiteX4" fmla="*/ 193828 w 193828"/>
                      <a:gd name="connsiteY4" fmla="*/ 0 h 28165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93828" h="28165">
                        <a:moveTo>
                          <a:pt x="193828" y="0"/>
                        </a:moveTo>
                        <a:lnTo>
                          <a:pt x="9768" y="28071"/>
                        </a:lnTo>
                        <a:cubicBezTo>
                          <a:pt x="5104" y="28762"/>
                          <a:pt x="785" y="25567"/>
                          <a:pt x="94" y="20989"/>
                        </a:cubicBezTo>
                        <a:cubicBezTo>
                          <a:pt x="-597" y="16325"/>
                          <a:pt x="2599" y="12006"/>
                          <a:pt x="7177" y="11315"/>
                        </a:cubicBezTo>
                        <a:cubicBezTo>
                          <a:pt x="7954" y="11142"/>
                          <a:pt x="-338" y="11660"/>
                          <a:pt x="193828" y="0"/>
                        </a:cubicBezTo>
                        <a:close/>
                      </a:path>
                    </a:pathLst>
                  </a:custGeom>
                  <a:solidFill>
                    <a:srgbClr val="FAE0B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" name="" descr="2a254776-3d5e-4ce7-860a-bf1c5ea1199a"/>
                  <p:cNvSpPr/>
                  <p:nvPr/>
                </p:nvSpPr>
                <p:spPr>
                  <a:xfrm>
                    <a:off x="1618510" y="4758056"/>
                    <a:ext cx="18417" cy="18455"/>
                  </a:xfrm>
                  <a:custGeom>
                    <a:gdLst>
                      <a:gd name="connsiteX0" fmla="*/ 14089 w 18417"/>
                      <a:gd name="connsiteY0" fmla="*/ 1430 h 18455"/>
                      <a:gd name="connsiteX1" fmla="*/ 17026 w 18417"/>
                      <a:gd name="connsiteY1" fmla="*/ 14127 h 18455"/>
                      <a:gd name="connsiteX2" fmla="*/ 4329 w 18417"/>
                      <a:gd name="connsiteY2" fmla="*/ 17064 h 18455"/>
                      <a:gd name="connsiteX3" fmla="*/ 1392 w 18417"/>
                      <a:gd name="connsiteY3" fmla="*/ 4367 h 18455"/>
                      <a:gd name="connsiteX4" fmla="*/ 14089 w 18417"/>
                      <a:gd name="connsiteY4" fmla="*/ 1430 h 18455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417" h="18455">
                        <a:moveTo>
                          <a:pt x="14089" y="1430"/>
                        </a:moveTo>
                        <a:cubicBezTo>
                          <a:pt x="18408" y="4108"/>
                          <a:pt x="19703" y="9809"/>
                          <a:pt x="17026" y="14127"/>
                        </a:cubicBezTo>
                        <a:cubicBezTo>
                          <a:pt x="14348" y="18446"/>
                          <a:pt x="8647" y="19741"/>
                          <a:pt x="4329" y="17064"/>
                        </a:cubicBezTo>
                        <a:cubicBezTo>
                          <a:pt x="10" y="14386"/>
                          <a:pt x="-1285" y="8686"/>
                          <a:pt x="1392" y="4367"/>
                        </a:cubicBezTo>
                        <a:cubicBezTo>
                          <a:pt x="4070" y="49"/>
                          <a:pt x="9770" y="-1334"/>
                          <a:pt x="14089" y="1430"/>
                        </a:cubicBezTo>
                        <a:close/>
                      </a:path>
                    </a:pathLst>
                  </a:custGeom>
                  <a:solidFill>
                    <a:srgbClr val="FAE0B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42" name="" descr="33245012-34bb-4e96-b05b-4444283bd17d"/>
              <p:cNvSpPr/>
              <p:nvPr/>
            </p:nvSpPr>
            <p:spPr>
              <a:xfrm>
                <a:off x="9125525" y="5508943"/>
                <a:ext cx="1100734" cy="1123709"/>
              </a:xfrm>
              <a:custGeom>
                <a:gdLst>
                  <a:gd name="connsiteX0" fmla="*/ 871415 w 1100734"/>
                  <a:gd name="connsiteY0" fmla="*/ 279934 h 1123709"/>
                  <a:gd name="connsiteX1" fmla="*/ 893354 w 1100734"/>
                  <a:gd name="connsiteY1" fmla="*/ 282612 h 1123709"/>
                  <a:gd name="connsiteX2" fmla="*/ 1033882 w 1100734"/>
                  <a:gd name="connsiteY2" fmla="*/ 275615 h 1123709"/>
                  <a:gd name="connsiteX3" fmla="*/ 1100734 w 1100734"/>
                  <a:gd name="connsiteY3" fmla="*/ 448793 h 1123709"/>
                  <a:gd name="connsiteX4" fmla="*/ 991991 w 1100734"/>
                  <a:gd name="connsiteY4" fmla="*/ 538102 h 1123709"/>
                  <a:gd name="connsiteX5" fmla="*/ 977568 w 1100734"/>
                  <a:gd name="connsiteY5" fmla="*/ 554859 h 1123709"/>
                  <a:gd name="connsiteX6" fmla="*/ 955024 w 1100734"/>
                  <a:gd name="connsiteY6" fmla="*/ 699015 h 1123709"/>
                  <a:gd name="connsiteX7" fmla="*/ 963661 w 1100734"/>
                  <a:gd name="connsiteY7" fmla="*/ 719313 h 1123709"/>
                  <a:gd name="connsiteX8" fmla="*/ 1039929 w 1100734"/>
                  <a:gd name="connsiteY8" fmla="*/ 837471 h 1123709"/>
                  <a:gd name="connsiteX9" fmla="*/ 923412 w 1100734"/>
                  <a:gd name="connsiteY9" fmla="*/ 981972 h 1123709"/>
                  <a:gd name="connsiteX10" fmla="*/ 791779 w 1100734"/>
                  <a:gd name="connsiteY10" fmla="*/ 932481 h 1123709"/>
                  <a:gd name="connsiteX11" fmla="*/ 770100 w 1100734"/>
                  <a:gd name="connsiteY11" fmla="*/ 928335 h 1123709"/>
                  <a:gd name="connsiteX12" fmla="*/ 633977 w 1100734"/>
                  <a:gd name="connsiteY12" fmla="*/ 980936 h 1123709"/>
                  <a:gd name="connsiteX13" fmla="*/ 620675 w 1100734"/>
                  <a:gd name="connsiteY13" fmla="*/ 998556 h 1123709"/>
                  <a:gd name="connsiteX14" fmla="*/ 556500 w 1100734"/>
                  <a:gd name="connsiteY14" fmla="*/ 1123710 h 1123709"/>
                  <a:gd name="connsiteX15" fmla="*/ 373131 w 1100734"/>
                  <a:gd name="connsiteY15" fmla="*/ 1095035 h 1123709"/>
                  <a:gd name="connsiteX16" fmla="*/ 350155 w 1100734"/>
                  <a:gd name="connsiteY16" fmla="*/ 956233 h 1123709"/>
                  <a:gd name="connsiteX17" fmla="*/ 342900 w 1100734"/>
                  <a:gd name="connsiteY17" fmla="*/ 935417 h 1123709"/>
                  <a:gd name="connsiteX18" fmla="*/ 229320 w 1100734"/>
                  <a:gd name="connsiteY18" fmla="*/ 843862 h 1123709"/>
                  <a:gd name="connsiteX19" fmla="*/ 207381 w 1100734"/>
                  <a:gd name="connsiteY19" fmla="*/ 841185 h 1123709"/>
                  <a:gd name="connsiteX20" fmla="*/ 66852 w 1100734"/>
                  <a:gd name="connsiteY20" fmla="*/ 848181 h 1123709"/>
                  <a:gd name="connsiteX21" fmla="*/ 0 w 1100734"/>
                  <a:gd name="connsiteY21" fmla="*/ 675004 h 1123709"/>
                  <a:gd name="connsiteX22" fmla="*/ 108744 w 1100734"/>
                  <a:gd name="connsiteY22" fmla="*/ 585694 h 1123709"/>
                  <a:gd name="connsiteX23" fmla="*/ 123168 w 1100734"/>
                  <a:gd name="connsiteY23" fmla="*/ 568938 h 1123709"/>
                  <a:gd name="connsiteX24" fmla="*/ 145711 w 1100734"/>
                  <a:gd name="connsiteY24" fmla="*/ 424781 h 1123709"/>
                  <a:gd name="connsiteX25" fmla="*/ 137074 w 1100734"/>
                  <a:gd name="connsiteY25" fmla="*/ 404398 h 1123709"/>
                  <a:gd name="connsiteX26" fmla="*/ 60806 w 1100734"/>
                  <a:gd name="connsiteY26" fmla="*/ 286240 h 1123709"/>
                  <a:gd name="connsiteX27" fmla="*/ 177324 w 1100734"/>
                  <a:gd name="connsiteY27" fmla="*/ 141738 h 1123709"/>
                  <a:gd name="connsiteX28" fmla="*/ 308956 w 1100734"/>
                  <a:gd name="connsiteY28" fmla="*/ 191230 h 1123709"/>
                  <a:gd name="connsiteX29" fmla="*/ 330635 w 1100734"/>
                  <a:gd name="connsiteY29" fmla="*/ 195375 h 1123709"/>
                  <a:gd name="connsiteX30" fmla="*/ 466758 w 1100734"/>
                  <a:gd name="connsiteY30" fmla="*/ 142774 h 1123709"/>
                  <a:gd name="connsiteX31" fmla="*/ 480060 w 1100734"/>
                  <a:gd name="connsiteY31" fmla="*/ 125154 h 1123709"/>
                  <a:gd name="connsiteX32" fmla="*/ 544235 w 1100734"/>
                  <a:gd name="connsiteY32" fmla="*/ 0 h 1123709"/>
                  <a:gd name="connsiteX33" fmla="*/ 727604 w 1100734"/>
                  <a:gd name="connsiteY33" fmla="*/ 28676 h 1123709"/>
                  <a:gd name="connsiteX34" fmla="*/ 750580 w 1100734"/>
                  <a:gd name="connsiteY34" fmla="*/ 167477 h 1123709"/>
                  <a:gd name="connsiteX35" fmla="*/ 757835 w 1100734"/>
                  <a:gd name="connsiteY35" fmla="*/ 188293 h 1123709"/>
                  <a:gd name="connsiteX36" fmla="*/ 871415 w 1100734"/>
                  <a:gd name="connsiteY36" fmla="*/ 279934 h 1123709"/>
                  <a:gd name="connsiteX37" fmla="*/ 484465 w 1100734"/>
                  <a:gd name="connsiteY37" fmla="*/ 391355 h 1123709"/>
                  <a:gd name="connsiteX38" fmla="*/ 379781 w 1100734"/>
                  <a:gd name="connsiteY38" fmla="*/ 627757 h 1123709"/>
                  <a:gd name="connsiteX39" fmla="*/ 616184 w 1100734"/>
                  <a:gd name="connsiteY39" fmla="*/ 732441 h 1123709"/>
                  <a:gd name="connsiteX40" fmla="*/ 720868 w 1100734"/>
                  <a:gd name="connsiteY40" fmla="*/ 496039 h 1123709"/>
                  <a:gd name="connsiteX41" fmla="*/ 484465 w 1100734"/>
                  <a:gd name="connsiteY41" fmla="*/ 391355 h 1123709"/>
                  <a:gd name="connsiteX42" fmla="*/ 442229 w 1100734"/>
                  <a:gd name="connsiteY42" fmla="*/ 282007 h 1123709"/>
                  <a:gd name="connsiteX43" fmla="*/ 270433 w 1100734"/>
                  <a:gd name="connsiteY43" fmla="*/ 669994 h 1123709"/>
                  <a:gd name="connsiteX44" fmla="*/ 658420 w 1100734"/>
                  <a:gd name="connsiteY44" fmla="*/ 841789 h 1123709"/>
                  <a:gd name="connsiteX45" fmla="*/ 830215 w 1100734"/>
                  <a:gd name="connsiteY45" fmla="*/ 453802 h 1123709"/>
                  <a:gd name="connsiteX46" fmla="*/ 442229 w 1100734"/>
                  <a:gd name="connsiteY46" fmla="*/ 282007 h 1123709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1100734" h="1123709">
                    <a:moveTo>
                      <a:pt x="871415" y="279934"/>
                    </a:moveTo>
                    <a:cubicBezTo>
                      <a:pt x="877634" y="284944"/>
                      <a:pt x="886099" y="285980"/>
                      <a:pt x="893354" y="282612"/>
                    </a:cubicBezTo>
                    <a:cubicBezTo>
                      <a:pt x="928767" y="266201"/>
                      <a:pt x="998642" y="269742"/>
                      <a:pt x="1033882" y="275615"/>
                    </a:cubicBezTo>
                    <a:lnTo>
                      <a:pt x="1100734" y="448793"/>
                    </a:lnTo>
                    <a:cubicBezTo>
                      <a:pt x="1078624" y="476864"/>
                      <a:pt x="1029305" y="526356"/>
                      <a:pt x="991991" y="538102"/>
                    </a:cubicBezTo>
                    <a:cubicBezTo>
                      <a:pt x="984390" y="540521"/>
                      <a:pt x="978776" y="546999"/>
                      <a:pt x="977568" y="554859"/>
                    </a:cubicBezTo>
                    <a:lnTo>
                      <a:pt x="955024" y="699015"/>
                    </a:lnTo>
                    <a:cubicBezTo>
                      <a:pt x="953815" y="706875"/>
                      <a:pt x="957183" y="714735"/>
                      <a:pt x="963661" y="719313"/>
                    </a:cubicBezTo>
                    <a:cubicBezTo>
                      <a:pt x="995533" y="741770"/>
                      <a:pt x="1027490" y="804045"/>
                      <a:pt x="1039929" y="837471"/>
                    </a:cubicBezTo>
                    <a:lnTo>
                      <a:pt x="923412" y="981972"/>
                    </a:lnTo>
                    <a:cubicBezTo>
                      <a:pt x="887999" y="976876"/>
                      <a:pt x="820455" y="958911"/>
                      <a:pt x="791779" y="932481"/>
                    </a:cubicBezTo>
                    <a:cubicBezTo>
                      <a:pt x="785906" y="927126"/>
                      <a:pt x="777528" y="925485"/>
                      <a:pt x="770100" y="928335"/>
                    </a:cubicBezTo>
                    <a:lnTo>
                      <a:pt x="633977" y="980936"/>
                    </a:lnTo>
                    <a:cubicBezTo>
                      <a:pt x="626548" y="983786"/>
                      <a:pt x="621366" y="990696"/>
                      <a:pt x="620675" y="998556"/>
                    </a:cubicBezTo>
                    <a:cubicBezTo>
                      <a:pt x="617134" y="1037424"/>
                      <a:pt x="579216" y="1096157"/>
                      <a:pt x="556500" y="1123710"/>
                    </a:cubicBezTo>
                    <a:lnTo>
                      <a:pt x="373131" y="1095035"/>
                    </a:lnTo>
                    <a:cubicBezTo>
                      <a:pt x="359829" y="1061867"/>
                      <a:pt x="341691" y="994324"/>
                      <a:pt x="350155" y="956233"/>
                    </a:cubicBezTo>
                    <a:cubicBezTo>
                      <a:pt x="351883" y="948460"/>
                      <a:pt x="349032" y="940341"/>
                      <a:pt x="342900" y="935417"/>
                    </a:cubicBezTo>
                    <a:lnTo>
                      <a:pt x="229320" y="843862"/>
                    </a:lnTo>
                    <a:cubicBezTo>
                      <a:pt x="223101" y="838853"/>
                      <a:pt x="214636" y="837816"/>
                      <a:pt x="207381" y="841185"/>
                    </a:cubicBezTo>
                    <a:cubicBezTo>
                      <a:pt x="171968" y="857595"/>
                      <a:pt x="102093" y="854054"/>
                      <a:pt x="66852" y="848181"/>
                    </a:cubicBezTo>
                    <a:lnTo>
                      <a:pt x="0" y="675004"/>
                    </a:lnTo>
                    <a:cubicBezTo>
                      <a:pt x="22111" y="646932"/>
                      <a:pt x="71430" y="597441"/>
                      <a:pt x="108744" y="585694"/>
                    </a:cubicBezTo>
                    <a:cubicBezTo>
                      <a:pt x="116344" y="583276"/>
                      <a:pt x="121958" y="576798"/>
                      <a:pt x="123168" y="568938"/>
                    </a:cubicBezTo>
                    <a:lnTo>
                      <a:pt x="145711" y="424781"/>
                    </a:lnTo>
                    <a:cubicBezTo>
                      <a:pt x="146920" y="416922"/>
                      <a:pt x="143552" y="409061"/>
                      <a:pt x="137074" y="404398"/>
                    </a:cubicBezTo>
                    <a:cubicBezTo>
                      <a:pt x="105116" y="381941"/>
                      <a:pt x="73244" y="319666"/>
                      <a:pt x="60806" y="286240"/>
                    </a:cubicBezTo>
                    <a:lnTo>
                      <a:pt x="177324" y="141738"/>
                    </a:lnTo>
                    <a:cubicBezTo>
                      <a:pt x="212736" y="146834"/>
                      <a:pt x="280280" y="164799"/>
                      <a:pt x="308956" y="191230"/>
                    </a:cubicBezTo>
                    <a:cubicBezTo>
                      <a:pt x="314829" y="196585"/>
                      <a:pt x="323207" y="198226"/>
                      <a:pt x="330635" y="195375"/>
                    </a:cubicBezTo>
                    <a:lnTo>
                      <a:pt x="466758" y="142774"/>
                    </a:lnTo>
                    <a:cubicBezTo>
                      <a:pt x="474187" y="139924"/>
                      <a:pt x="479369" y="133100"/>
                      <a:pt x="480060" y="125154"/>
                    </a:cubicBezTo>
                    <a:cubicBezTo>
                      <a:pt x="483601" y="86286"/>
                      <a:pt x="521519" y="27553"/>
                      <a:pt x="544235" y="0"/>
                    </a:cubicBezTo>
                    <a:lnTo>
                      <a:pt x="727604" y="28676"/>
                    </a:lnTo>
                    <a:cubicBezTo>
                      <a:pt x="740906" y="61843"/>
                      <a:pt x="759044" y="129386"/>
                      <a:pt x="750580" y="167477"/>
                    </a:cubicBezTo>
                    <a:cubicBezTo>
                      <a:pt x="748852" y="175250"/>
                      <a:pt x="751703" y="183369"/>
                      <a:pt x="757835" y="188293"/>
                    </a:cubicBezTo>
                    <a:lnTo>
                      <a:pt x="871415" y="279934"/>
                    </a:lnTo>
                    <a:close/>
                    <a:moveTo>
                      <a:pt x="484465" y="391355"/>
                    </a:moveTo>
                    <a:cubicBezTo>
                      <a:pt x="390319" y="427718"/>
                      <a:pt x="343418" y="533525"/>
                      <a:pt x="379781" y="627757"/>
                    </a:cubicBezTo>
                    <a:cubicBezTo>
                      <a:pt x="416144" y="721990"/>
                      <a:pt x="521951" y="768804"/>
                      <a:pt x="616184" y="732441"/>
                    </a:cubicBezTo>
                    <a:cubicBezTo>
                      <a:pt x="710330" y="696079"/>
                      <a:pt x="757230" y="590272"/>
                      <a:pt x="720868" y="496039"/>
                    </a:cubicBezTo>
                    <a:cubicBezTo>
                      <a:pt x="684504" y="401806"/>
                      <a:pt x="578611" y="354992"/>
                      <a:pt x="484465" y="391355"/>
                    </a:cubicBezTo>
                    <a:close/>
                    <a:moveTo>
                      <a:pt x="442229" y="282007"/>
                    </a:moveTo>
                    <a:cubicBezTo>
                      <a:pt x="287621" y="341691"/>
                      <a:pt x="210750" y="515386"/>
                      <a:pt x="270433" y="669994"/>
                    </a:cubicBezTo>
                    <a:cubicBezTo>
                      <a:pt x="330117" y="824601"/>
                      <a:pt x="503813" y="901473"/>
                      <a:pt x="658420" y="841789"/>
                    </a:cubicBezTo>
                    <a:cubicBezTo>
                      <a:pt x="812941" y="782106"/>
                      <a:pt x="889899" y="608410"/>
                      <a:pt x="830215" y="453802"/>
                    </a:cubicBezTo>
                    <a:cubicBezTo>
                      <a:pt x="770532" y="299196"/>
                      <a:pt x="596836" y="222324"/>
                      <a:pt x="442229" y="282007"/>
                    </a:cubicBezTo>
                    <a:close/>
                  </a:path>
                </a:pathLst>
              </a:custGeom>
              <a:solidFill>
                <a:srgbClr val="9BC1F9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" descr="56515cf9-e220-46f9-bd4c-6b032e4fb22b"/>
              <p:cNvSpPr/>
              <p:nvPr/>
            </p:nvSpPr>
            <p:spPr>
              <a:xfrm>
                <a:off x="6491498" y="-1235829"/>
                <a:ext cx="816153" cy="821497"/>
              </a:xfrm>
              <a:custGeom>
                <a:gdLst>
                  <a:gd name="connsiteX0" fmla="*/ 1001579 w 1134420"/>
                  <a:gd name="connsiteY0" fmla="*/ 546826 h 1141848"/>
                  <a:gd name="connsiteX1" fmla="*/ 1017471 w 1134420"/>
                  <a:gd name="connsiteY1" fmla="*/ 562805 h 1141848"/>
                  <a:gd name="connsiteX2" fmla="*/ 1134421 w 1134420"/>
                  <a:gd name="connsiteY2" fmla="*/ 645550 h 1141848"/>
                  <a:gd name="connsiteX3" fmla="*/ 1079142 w 1134420"/>
                  <a:gd name="connsiteY3" fmla="*/ 826242 h 1141848"/>
                  <a:gd name="connsiteX4" fmla="*/ 935935 w 1134420"/>
                  <a:gd name="connsiteY4" fmla="*/ 829438 h 1141848"/>
                  <a:gd name="connsiteX5" fmla="*/ 913911 w 1134420"/>
                  <a:gd name="connsiteY5" fmla="*/ 833757 h 1141848"/>
                  <a:gd name="connsiteX6" fmla="*/ 805254 w 1134420"/>
                  <a:gd name="connsiteY6" fmla="*/ 935072 h 1141848"/>
                  <a:gd name="connsiteX7" fmla="*/ 799380 w 1134420"/>
                  <a:gd name="connsiteY7" fmla="*/ 956752 h 1141848"/>
                  <a:gd name="connsiteX8" fmla="*/ 786251 w 1134420"/>
                  <a:gd name="connsiteY8" fmla="*/ 1099353 h 1141848"/>
                  <a:gd name="connsiteX9" fmla="*/ 602105 w 1134420"/>
                  <a:gd name="connsiteY9" fmla="*/ 1141849 h 1141848"/>
                  <a:gd name="connsiteX10" fmla="*/ 527738 w 1134420"/>
                  <a:gd name="connsiteY10" fmla="*/ 1019458 h 1141848"/>
                  <a:gd name="connsiteX11" fmla="*/ 512968 w 1134420"/>
                  <a:gd name="connsiteY11" fmla="*/ 1002529 h 1141848"/>
                  <a:gd name="connsiteX12" fmla="*/ 370885 w 1134420"/>
                  <a:gd name="connsiteY12" fmla="*/ 959083 h 1141848"/>
                  <a:gd name="connsiteX13" fmla="*/ 349119 w 1134420"/>
                  <a:gd name="connsiteY13" fmla="*/ 964871 h 1141848"/>
                  <a:gd name="connsiteX14" fmla="*/ 219041 w 1134420"/>
                  <a:gd name="connsiteY14" fmla="*/ 1024727 h 1141848"/>
                  <a:gd name="connsiteX15" fmla="*/ 90173 w 1134420"/>
                  <a:gd name="connsiteY15" fmla="*/ 886531 h 1141848"/>
                  <a:gd name="connsiteX16" fmla="*/ 159012 w 1134420"/>
                  <a:gd name="connsiteY16" fmla="*/ 760945 h 1141848"/>
                  <a:gd name="connsiteX17" fmla="*/ 166267 w 1134420"/>
                  <a:gd name="connsiteY17" fmla="*/ 739697 h 1141848"/>
                  <a:gd name="connsiteX18" fmla="*/ 132841 w 1134420"/>
                  <a:gd name="connsiteY18" fmla="*/ 595022 h 1141848"/>
                  <a:gd name="connsiteX19" fmla="*/ 116949 w 1134420"/>
                  <a:gd name="connsiteY19" fmla="*/ 579043 h 1141848"/>
                  <a:gd name="connsiteX20" fmla="*/ 0 w 1134420"/>
                  <a:gd name="connsiteY20" fmla="*/ 496298 h 1141848"/>
                  <a:gd name="connsiteX21" fmla="*/ 55278 w 1134420"/>
                  <a:gd name="connsiteY21" fmla="*/ 315606 h 1141848"/>
                  <a:gd name="connsiteX22" fmla="*/ 198485 w 1134420"/>
                  <a:gd name="connsiteY22" fmla="*/ 312410 h 1141848"/>
                  <a:gd name="connsiteX23" fmla="*/ 220509 w 1134420"/>
                  <a:gd name="connsiteY23" fmla="*/ 308092 h 1141848"/>
                  <a:gd name="connsiteX24" fmla="*/ 329166 w 1134420"/>
                  <a:gd name="connsiteY24" fmla="*/ 206777 h 1141848"/>
                  <a:gd name="connsiteX25" fmla="*/ 335040 w 1134420"/>
                  <a:gd name="connsiteY25" fmla="*/ 185097 h 1141848"/>
                  <a:gd name="connsiteX26" fmla="*/ 348255 w 1134420"/>
                  <a:gd name="connsiteY26" fmla="*/ 42495 h 1141848"/>
                  <a:gd name="connsiteX27" fmla="*/ 532402 w 1134420"/>
                  <a:gd name="connsiteY27" fmla="*/ 0 h 1141848"/>
                  <a:gd name="connsiteX28" fmla="*/ 606768 w 1134420"/>
                  <a:gd name="connsiteY28" fmla="*/ 122390 h 1141848"/>
                  <a:gd name="connsiteX29" fmla="*/ 621539 w 1134420"/>
                  <a:gd name="connsiteY29" fmla="*/ 139319 h 1141848"/>
                  <a:gd name="connsiteX30" fmla="*/ 763622 w 1134420"/>
                  <a:gd name="connsiteY30" fmla="*/ 182765 h 1141848"/>
                  <a:gd name="connsiteX31" fmla="*/ 785388 w 1134420"/>
                  <a:gd name="connsiteY31" fmla="*/ 176978 h 1141848"/>
                  <a:gd name="connsiteX32" fmla="*/ 915465 w 1134420"/>
                  <a:gd name="connsiteY32" fmla="*/ 117121 h 1141848"/>
                  <a:gd name="connsiteX33" fmla="*/ 1044333 w 1134420"/>
                  <a:gd name="connsiteY33" fmla="*/ 255318 h 1141848"/>
                  <a:gd name="connsiteX34" fmla="*/ 975494 w 1134420"/>
                  <a:gd name="connsiteY34" fmla="*/ 380904 h 1141848"/>
                  <a:gd name="connsiteX35" fmla="*/ 968239 w 1134420"/>
                  <a:gd name="connsiteY35" fmla="*/ 402152 h 1141848"/>
                  <a:gd name="connsiteX36" fmla="*/ 1001579 w 1134420"/>
                  <a:gd name="connsiteY36" fmla="*/ 546826 h 1141848"/>
                  <a:gd name="connsiteX37" fmla="*/ 621625 w 1134420"/>
                  <a:gd name="connsiteY37" fmla="*/ 392996 h 1141848"/>
                  <a:gd name="connsiteX38" fmla="*/ 389282 w 1134420"/>
                  <a:gd name="connsiteY38" fmla="*/ 516509 h 1141848"/>
                  <a:gd name="connsiteX39" fmla="*/ 512795 w 1134420"/>
                  <a:gd name="connsiteY39" fmla="*/ 748852 h 1141848"/>
                  <a:gd name="connsiteX40" fmla="*/ 745138 w 1134420"/>
                  <a:gd name="connsiteY40" fmla="*/ 625339 h 1141848"/>
                  <a:gd name="connsiteX41" fmla="*/ 621625 w 1134420"/>
                  <a:gd name="connsiteY41" fmla="*/ 392996 h 1141848"/>
                  <a:gd name="connsiteX42" fmla="*/ 656606 w 1134420"/>
                  <a:gd name="connsiteY42" fmla="*/ 278812 h 1141848"/>
                  <a:gd name="connsiteX43" fmla="*/ 275183 w 1134420"/>
                  <a:gd name="connsiteY43" fmla="*/ 481615 h 1141848"/>
                  <a:gd name="connsiteX44" fmla="*/ 477987 w 1134420"/>
                  <a:gd name="connsiteY44" fmla="*/ 863037 h 1141848"/>
                  <a:gd name="connsiteX45" fmla="*/ 859409 w 1134420"/>
                  <a:gd name="connsiteY45" fmla="*/ 660234 h 1141848"/>
                  <a:gd name="connsiteX46" fmla="*/ 656606 w 1134420"/>
                  <a:gd name="connsiteY46" fmla="*/ 278812 h 114184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1134420" h="1141848">
                    <a:moveTo>
                      <a:pt x="1001579" y="546826"/>
                    </a:moveTo>
                    <a:cubicBezTo>
                      <a:pt x="1003393" y="554686"/>
                      <a:pt x="1009525" y="560905"/>
                      <a:pt x="1017471" y="562805"/>
                    </a:cubicBezTo>
                    <a:cubicBezTo>
                      <a:pt x="1056166" y="571961"/>
                      <a:pt x="1109890" y="618602"/>
                      <a:pt x="1134421" y="645550"/>
                    </a:cubicBezTo>
                    <a:lnTo>
                      <a:pt x="1079142" y="826242"/>
                    </a:lnTo>
                    <a:cubicBezTo>
                      <a:pt x="1043816" y="834880"/>
                      <a:pt x="973162" y="843517"/>
                      <a:pt x="935935" y="829438"/>
                    </a:cubicBezTo>
                    <a:cubicBezTo>
                      <a:pt x="928335" y="826588"/>
                      <a:pt x="919783" y="828229"/>
                      <a:pt x="913911" y="833757"/>
                    </a:cubicBezTo>
                    <a:lnTo>
                      <a:pt x="805254" y="935072"/>
                    </a:lnTo>
                    <a:cubicBezTo>
                      <a:pt x="799294" y="940600"/>
                      <a:pt x="797048" y="949064"/>
                      <a:pt x="799380" y="956752"/>
                    </a:cubicBezTo>
                    <a:cubicBezTo>
                      <a:pt x="810781" y="994842"/>
                      <a:pt x="797307" y="1064718"/>
                      <a:pt x="786251" y="1099353"/>
                    </a:cubicBezTo>
                    <a:lnTo>
                      <a:pt x="602105" y="1141849"/>
                    </a:lnTo>
                    <a:cubicBezTo>
                      <a:pt x="576970" y="1115505"/>
                      <a:pt x="534130" y="1058671"/>
                      <a:pt x="527738" y="1019458"/>
                    </a:cubicBezTo>
                    <a:cubicBezTo>
                      <a:pt x="526442" y="1011426"/>
                      <a:pt x="520655" y="1004861"/>
                      <a:pt x="512968" y="1002529"/>
                    </a:cubicBezTo>
                    <a:lnTo>
                      <a:pt x="370885" y="959083"/>
                    </a:lnTo>
                    <a:cubicBezTo>
                      <a:pt x="363111" y="956752"/>
                      <a:pt x="354733" y="958997"/>
                      <a:pt x="349119" y="964871"/>
                    </a:cubicBezTo>
                    <a:cubicBezTo>
                      <a:pt x="321911" y="993805"/>
                      <a:pt x="254541" y="1017040"/>
                      <a:pt x="219041" y="1024727"/>
                    </a:cubicBezTo>
                    <a:lnTo>
                      <a:pt x="90173" y="886531"/>
                    </a:lnTo>
                    <a:cubicBezTo>
                      <a:pt x="100365" y="851636"/>
                      <a:pt x="128263" y="786079"/>
                      <a:pt x="159012" y="760945"/>
                    </a:cubicBezTo>
                    <a:cubicBezTo>
                      <a:pt x="165317" y="755848"/>
                      <a:pt x="168082" y="747556"/>
                      <a:pt x="166267" y="739697"/>
                    </a:cubicBezTo>
                    <a:lnTo>
                      <a:pt x="132841" y="595022"/>
                    </a:lnTo>
                    <a:cubicBezTo>
                      <a:pt x="131027" y="587162"/>
                      <a:pt x="124895" y="580944"/>
                      <a:pt x="116949" y="579043"/>
                    </a:cubicBezTo>
                    <a:cubicBezTo>
                      <a:pt x="78254" y="569888"/>
                      <a:pt x="24530" y="523247"/>
                      <a:pt x="0" y="496298"/>
                    </a:cubicBezTo>
                    <a:lnTo>
                      <a:pt x="55278" y="315606"/>
                    </a:lnTo>
                    <a:cubicBezTo>
                      <a:pt x="90605" y="306969"/>
                      <a:pt x="161258" y="298331"/>
                      <a:pt x="198485" y="312410"/>
                    </a:cubicBezTo>
                    <a:cubicBezTo>
                      <a:pt x="206085" y="315261"/>
                      <a:pt x="214637" y="313620"/>
                      <a:pt x="220509" y="308092"/>
                    </a:cubicBezTo>
                    <a:lnTo>
                      <a:pt x="329166" y="206777"/>
                    </a:lnTo>
                    <a:cubicBezTo>
                      <a:pt x="335126" y="201249"/>
                      <a:pt x="337372" y="192784"/>
                      <a:pt x="335040" y="185097"/>
                    </a:cubicBezTo>
                    <a:cubicBezTo>
                      <a:pt x="323639" y="147007"/>
                      <a:pt x="337113" y="77131"/>
                      <a:pt x="348255" y="42495"/>
                    </a:cubicBezTo>
                    <a:lnTo>
                      <a:pt x="532402" y="0"/>
                    </a:lnTo>
                    <a:cubicBezTo>
                      <a:pt x="557536" y="26344"/>
                      <a:pt x="600377" y="83177"/>
                      <a:pt x="606768" y="122390"/>
                    </a:cubicBezTo>
                    <a:cubicBezTo>
                      <a:pt x="608064" y="130423"/>
                      <a:pt x="613852" y="136987"/>
                      <a:pt x="621539" y="139319"/>
                    </a:cubicBezTo>
                    <a:lnTo>
                      <a:pt x="763622" y="182765"/>
                    </a:lnTo>
                    <a:cubicBezTo>
                      <a:pt x="771395" y="185097"/>
                      <a:pt x="779773" y="182851"/>
                      <a:pt x="785388" y="176978"/>
                    </a:cubicBezTo>
                    <a:cubicBezTo>
                      <a:pt x="812595" y="148043"/>
                      <a:pt x="879966" y="124809"/>
                      <a:pt x="915465" y="117121"/>
                    </a:cubicBezTo>
                    <a:lnTo>
                      <a:pt x="1044333" y="255318"/>
                    </a:lnTo>
                    <a:cubicBezTo>
                      <a:pt x="1034142" y="290213"/>
                      <a:pt x="1006243" y="355770"/>
                      <a:pt x="975494" y="380904"/>
                    </a:cubicBezTo>
                    <a:cubicBezTo>
                      <a:pt x="969189" y="386000"/>
                      <a:pt x="966425" y="394292"/>
                      <a:pt x="968239" y="402152"/>
                    </a:cubicBezTo>
                    <a:lnTo>
                      <a:pt x="1001579" y="546826"/>
                    </a:lnTo>
                    <a:close/>
                    <a:moveTo>
                      <a:pt x="621625" y="392996"/>
                    </a:moveTo>
                    <a:cubicBezTo>
                      <a:pt x="523333" y="362939"/>
                      <a:pt x="419340" y="418303"/>
                      <a:pt x="389282" y="516509"/>
                    </a:cubicBezTo>
                    <a:cubicBezTo>
                      <a:pt x="359225" y="614802"/>
                      <a:pt x="414589" y="718795"/>
                      <a:pt x="512795" y="748852"/>
                    </a:cubicBezTo>
                    <a:cubicBezTo>
                      <a:pt x="611087" y="778910"/>
                      <a:pt x="715080" y="723545"/>
                      <a:pt x="745138" y="625339"/>
                    </a:cubicBezTo>
                    <a:cubicBezTo>
                      <a:pt x="775282" y="527047"/>
                      <a:pt x="719918" y="422968"/>
                      <a:pt x="621625" y="392996"/>
                    </a:cubicBezTo>
                    <a:close/>
                    <a:moveTo>
                      <a:pt x="656606" y="278812"/>
                    </a:moveTo>
                    <a:cubicBezTo>
                      <a:pt x="495262" y="229493"/>
                      <a:pt x="324503" y="320270"/>
                      <a:pt x="275183" y="481615"/>
                    </a:cubicBezTo>
                    <a:cubicBezTo>
                      <a:pt x="225865" y="642959"/>
                      <a:pt x="316642" y="813718"/>
                      <a:pt x="477987" y="863037"/>
                    </a:cubicBezTo>
                    <a:cubicBezTo>
                      <a:pt x="639331" y="912356"/>
                      <a:pt x="810090" y="821578"/>
                      <a:pt x="859409" y="660234"/>
                    </a:cubicBezTo>
                    <a:cubicBezTo>
                      <a:pt x="908642" y="498889"/>
                      <a:pt x="817864" y="328130"/>
                      <a:pt x="656606" y="278812"/>
                    </a:cubicBezTo>
                    <a:close/>
                  </a:path>
                </a:pathLst>
              </a:custGeom>
              <a:solidFill>
                <a:srgbClr val="F7A491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" descr="08392f76-d2f9-4d69-9d1d-9c2bf02470c2"/>
              <p:cNvSpPr/>
              <p:nvPr/>
            </p:nvSpPr>
            <p:spPr>
              <a:xfrm>
                <a:off x="7941699" y="3574106"/>
                <a:ext cx="2128916" cy="2038139"/>
              </a:xfrm>
              <a:custGeom>
                <a:gdLst>
                  <a:gd name="connsiteX0" fmla="*/ 1171733 w 2128916"/>
                  <a:gd name="connsiteY0" fmla="*/ 210232 h 2038139"/>
                  <a:gd name="connsiteX1" fmla="*/ 1206628 w 2128916"/>
                  <a:gd name="connsiteY1" fmla="*/ 186565 h 2038139"/>
                  <a:gd name="connsiteX2" fmla="*/ 1399844 w 2128916"/>
                  <a:gd name="connsiteY2" fmla="*/ 0 h 2038139"/>
                  <a:gd name="connsiteX3" fmla="*/ 1713550 w 2128916"/>
                  <a:gd name="connsiteY3" fmla="*/ 164886 h 2038139"/>
                  <a:gd name="connsiteX4" fmla="*/ 1669500 w 2128916"/>
                  <a:gd name="connsiteY4" fmla="*/ 429878 h 2038139"/>
                  <a:gd name="connsiteX5" fmla="*/ 1669759 w 2128916"/>
                  <a:gd name="connsiteY5" fmla="*/ 472028 h 2038139"/>
                  <a:gd name="connsiteX6" fmla="*/ 1818579 w 2128916"/>
                  <a:gd name="connsiteY6" fmla="*/ 707566 h 2038139"/>
                  <a:gd name="connsiteX7" fmla="*/ 1856583 w 2128916"/>
                  <a:gd name="connsiteY7" fmla="*/ 725964 h 2038139"/>
                  <a:gd name="connsiteX8" fmla="*/ 2114838 w 2128916"/>
                  <a:gd name="connsiteY8" fmla="*/ 799985 h 2038139"/>
                  <a:gd name="connsiteX9" fmla="*/ 2128917 w 2128916"/>
                  <a:gd name="connsiteY9" fmla="*/ 1154113 h 2038139"/>
                  <a:gd name="connsiteX10" fmla="*/ 1877399 w 2128916"/>
                  <a:gd name="connsiteY10" fmla="*/ 1248433 h 2038139"/>
                  <a:gd name="connsiteX11" fmla="*/ 1841036 w 2128916"/>
                  <a:gd name="connsiteY11" fmla="*/ 1269767 h 2038139"/>
                  <a:gd name="connsiteX12" fmla="*/ 1711477 w 2128916"/>
                  <a:gd name="connsiteY12" fmla="*/ 1516361 h 2038139"/>
                  <a:gd name="connsiteX13" fmla="*/ 1714500 w 2128916"/>
                  <a:gd name="connsiteY13" fmla="*/ 1558424 h 2038139"/>
                  <a:gd name="connsiteX14" fmla="*/ 1779452 w 2128916"/>
                  <a:gd name="connsiteY14" fmla="*/ 1819097 h 2038139"/>
                  <a:gd name="connsiteX15" fmla="*/ 1479825 w 2128916"/>
                  <a:gd name="connsiteY15" fmla="*/ 2008340 h 2038139"/>
                  <a:gd name="connsiteX16" fmla="*/ 1272358 w 2128916"/>
                  <a:gd name="connsiteY16" fmla="*/ 1837668 h 2038139"/>
                  <a:gd name="connsiteX17" fmla="*/ 1235649 w 2128916"/>
                  <a:gd name="connsiteY17" fmla="*/ 1816852 h 2038139"/>
                  <a:gd name="connsiteX18" fmla="*/ 957270 w 2128916"/>
                  <a:gd name="connsiteY18" fmla="*/ 1827908 h 2038139"/>
                  <a:gd name="connsiteX19" fmla="*/ 922375 w 2128916"/>
                  <a:gd name="connsiteY19" fmla="*/ 1851574 h 2038139"/>
                  <a:gd name="connsiteX20" fmla="*/ 729159 w 2128916"/>
                  <a:gd name="connsiteY20" fmla="*/ 2038139 h 2038139"/>
                  <a:gd name="connsiteX21" fmla="*/ 415453 w 2128916"/>
                  <a:gd name="connsiteY21" fmla="*/ 1873253 h 2038139"/>
                  <a:gd name="connsiteX22" fmla="*/ 459503 w 2128916"/>
                  <a:gd name="connsiteY22" fmla="*/ 1608262 h 2038139"/>
                  <a:gd name="connsiteX23" fmla="*/ 459158 w 2128916"/>
                  <a:gd name="connsiteY23" fmla="*/ 1566112 h 2038139"/>
                  <a:gd name="connsiteX24" fmla="*/ 310337 w 2128916"/>
                  <a:gd name="connsiteY24" fmla="*/ 1330573 h 2038139"/>
                  <a:gd name="connsiteX25" fmla="*/ 272333 w 2128916"/>
                  <a:gd name="connsiteY25" fmla="*/ 1312175 h 2038139"/>
                  <a:gd name="connsiteX26" fmla="*/ 14079 w 2128916"/>
                  <a:gd name="connsiteY26" fmla="*/ 1238154 h 2038139"/>
                  <a:gd name="connsiteX27" fmla="*/ 0 w 2128916"/>
                  <a:gd name="connsiteY27" fmla="*/ 884026 h 2038139"/>
                  <a:gd name="connsiteX28" fmla="*/ 251518 w 2128916"/>
                  <a:gd name="connsiteY28" fmla="*/ 789707 h 2038139"/>
                  <a:gd name="connsiteX29" fmla="*/ 287881 w 2128916"/>
                  <a:gd name="connsiteY29" fmla="*/ 768373 h 2038139"/>
                  <a:gd name="connsiteX30" fmla="*/ 417440 w 2128916"/>
                  <a:gd name="connsiteY30" fmla="*/ 521778 h 2038139"/>
                  <a:gd name="connsiteX31" fmla="*/ 414417 w 2128916"/>
                  <a:gd name="connsiteY31" fmla="*/ 479715 h 2038139"/>
                  <a:gd name="connsiteX32" fmla="*/ 349465 w 2128916"/>
                  <a:gd name="connsiteY32" fmla="*/ 219042 h 2038139"/>
                  <a:gd name="connsiteX33" fmla="*/ 649092 w 2128916"/>
                  <a:gd name="connsiteY33" fmla="*/ 29799 h 2038139"/>
                  <a:gd name="connsiteX34" fmla="*/ 856559 w 2128916"/>
                  <a:gd name="connsiteY34" fmla="*/ 200471 h 2038139"/>
                  <a:gd name="connsiteX35" fmla="*/ 893267 w 2128916"/>
                  <a:gd name="connsiteY35" fmla="*/ 221287 h 2038139"/>
                  <a:gd name="connsiteX36" fmla="*/ 1171733 w 2128916"/>
                  <a:gd name="connsiteY36" fmla="*/ 210232 h 2038139"/>
                  <a:gd name="connsiteX37" fmla="*/ 755503 w 2128916"/>
                  <a:gd name="connsiteY37" fmla="*/ 856732 h 2038139"/>
                  <a:gd name="connsiteX38" fmla="*/ 902077 w 2128916"/>
                  <a:gd name="connsiteY38" fmla="*/ 1328068 h 2038139"/>
                  <a:gd name="connsiteX39" fmla="*/ 1373414 w 2128916"/>
                  <a:gd name="connsiteY39" fmla="*/ 1181494 h 2038139"/>
                  <a:gd name="connsiteX40" fmla="*/ 1226839 w 2128916"/>
                  <a:gd name="connsiteY40" fmla="*/ 710157 h 2038139"/>
                  <a:gd name="connsiteX41" fmla="*/ 755503 w 2128916"/>
                  <a:gd name="connsiteY41" fmla="*/ 856732 h 2038139"/>
                  <a:gd name="connsiteX42" fmla="*/ 557363 w 2128916"/>
                  <a:gd name="connsiteY42" fmla="*/ 752566 h 2038139"/>
                  <a:gd name="connsiteX43" fmla="*/ 797998 w 2128916"/>
                  <a:gd name="connsiteY43" fmla="*/ 1526207 h 2038139"/>
                  <a:gd name="connsiteX44" fmla="*/ 1571640 w 2128916"/>
                  <a:gd name="connsiteY44" fmla="*/ 1285573 h 2038139"/>
                  <a:gd name="connsiteX45" fmla="*/ 1331005 w 2128916"/>
                  <a:gd name="connsiteY45" fmla="*/ 511932 h 2038139"/>
                  <a:gd name="connsiteX46" fmla="*/ 557363 w 2128916"/>
                  <a:gd name="connsiteY46" fmla="*/ 752566 h 2038139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2128916" h="2038139">
                    <a:moveTo>
                      <a:pt x="1171733" y="210232"/>
                    </a:moveTo>
                    <a:cubicBezTo>
                      <a:pt x="1186935" y="209627"/>
                      <a:pt x="1200495" y="200471"/>
                      <a:pt x="1206628" y="186565"/>
                    </a:cubicBezTo>
                    <a:cubicBezTo>
                      <a:pt x="1236945" y="118503"/>
                      <a:pt x="1341715" y="35672"/>
                      <a:pt x="1399844" y="0"/>
                    </a:cubicBezTo>
                    <a:lnTo>
                      <a:pt x="1713550" y="164886"/>
                    </a:lnTo>
                    <a:cubicBezTo>
                      <a:pt x="1717091" y="233034"/>
                      <a:pt x="1708367" y="366307"/>
                      <a:pt x="1669500" y="429878"/>
                    </a:cubicBezTo>
                    <a:cubicBezTo>
                      <a:pt x="1661553" y="442834"/>
                      <a:pt x="1661726" y="459244"/>
                      <a:pt x="1669759" y="472028"/>
                    </a:cubicBezTo>
                    <a:lnTo>
                      <a:pt x="1818579" y="707566"/>
                    </a:lnTo>
                    <a:cubicBezTo>
                      <a:pt x="1826698" y="720436"/>
                      <a:pt x="1841468" y="727518"/>
                      <a:pt x="1856583" y="725964"/>
                    </a:cubicBezTo>
                    <a:cubicBezTo>
                      <a:pt x="1930691" y="718190"/>
                      <a:pt x="2054809" y="767509"/>
                      <a:pt x="2114838" y="799985"/>
                    </a:cubicBezTo>
                    <a:lnTo>
                      <a:pt x="2128917" y="1154113"/>
                    </a:lnTo>
                    <a:cubicBezTo>
                      <a:pt x="2071651" y="1191254"/>
                      <a:pt x="1951939" y="1250333"/>
                      <a:pt x="1877399" y="1248433"/>
                    </a:cubicBezTo>
                    <a:cubicBezTo>
                      <a:pt x="1862197" y="1248087"/>
                      <a:pt x="1848118" y="1256379"/>
                      <a:pt x="1841036" y="1269767"/>
                    </a:cubicBezTo>
                    <a:lnTo>
                      <a:pt x="1711477" y="1516361"/>
                    </a:lnTo>
                    <a:cubicBezTo>
                      <a:pt x="1704395" y="1529835"/>
                      <a:pt x="1705603" y="1546160"/>
                      <a:pt x="1714500" y="1558424"/>
                    </a:cubicBezTo>
                    <a:cubicBezTo>
                      <a:pt x="1758291" y="1618713"/>
                      <a:pt x="1777638" y="1750863"/>
                      <a:pt x="1779452" y="1819097"/>
                    </a:cubicBezTo>
                    <a:lnTo>
                      <a:pt x="1479825" y="2008340"/>
                    </a:lnTo>
                    <a:cubicBezTo>
                      <a:pt x="1419018" y="1977332"/>
                      <a:pt x="1308030" y="1903138"/>
                      <a:pt x="1272358" y="1837668"/>
                    </a:cubicBezTo>
                    <a:cubicBezTo>
                      <a:pt x="1265102" y="1824367"/>
                      <a:pt x="1250851" y="1816247"/>
                      <a:pt x="1235649" y="1816852"/>
                    </a:cubicBezTo>
                    <a:lnTo>
                      <a:pt x="957270" y="1827908"/>
                    </a:lnTo>
                    <a:cubicBezTo>
                      <a:pt x="942068" y="1828512"/>
                      <a:pt x="928508" y="1837754"/>
                      <a:pt x="922375" y="1851574"/>
                    </a:cubicBezTo>
                    <a:cubicBezTo>
                      <a:pt x="892058" y="1919635"/>
                      <a:pt x="787288" y="2002467"/>
                      <a:pt x="729159" y="2038139"/>
                    </a:cubicBezTo>
                    <a:lnTo>
                      <a:pt x="415453" y="1873253"/>
                    </a:lnTo>
                    <a:cubicBezTo>
                      <a:pt x="411912" y="1805105"/>
                      <a:pt x="420636" y="1671832"/>
                      <a:pt x="459503" y="1608262"/>
                    </a:cubicBezTo>
                    <a:cubicBezTo>
                      <a:pt x="467450" y="1595306"/>
                      <a:pt x="467277" y="1578895"/>
                      <a:pt x="459158" y="1566112"/>
                    </a:cubicBezTo>
                    <a:lnTo>
                      <a:pt x="310337" y="1330573"/>
                    </a:lnTo>
                    <a:cubicBezTo>
                      <a:pt x="302218" y="1317703"/>
                      <a:pt x="287448" y="1310621"/>
                      <a:pt x="272333" y="1312175"/>
                    </a:cubicBezTo>
                    <a:cubicBezTo>
                      <a:pt x="198226" y="1319949"/>
                      <a:pt x="74108" y="1270630"/>
                      <a:pt x="14079" y="1238154"/>
                    </a:cubicBezTo>
                    <a:lnTo>
                      <a:pt x="0" y="884026"/>
                    </a:lnTo>
                    <a:cubicBezTo>
                      <a:pt x="57265" y="846885"/>
                      <a:pt x="176978" y="787806"/>
                      <a:pt x="251518" y="789707"/>
                    </a:cubicBezTo>
                    <a:cubicBezTo>
                      <a:pt x="266719" y="790052"/>
                      <a:pt x="280798" y="781760"/>
                      <a:pt x="287881" y="768373"/>
                    </a:cubicBezTo>
                    <a:lnTo>
                      <a:pt x="417440" y="521778"/>
                    </a:lnTo>
                    <a:cubicBezTo>
                      <a:pt x="424522" y="508304"/>
                      <a:pt x="423313" y="491980"/>
                      <a:pt x="414417" y="479715"/>
                    </a:cubicBezTo>
                    <a:cubicBezTo>
                      <a:pt x="370625" y="419426"/>
                      <a:pt x="351364" y="287276"/>
                      <a:pt x="349465" y="219042"/>
                    </a:cubicBezTo>
                    <a:lnTo>
                      <a:pt x="649092" y="29799"/>
                    </a:lnTo>
                    <a:cubicBezTo>
                      <a:pt x="709898" y="60807"/>
                      <a:pt x="820887" y="135001"/>
                      <a:pt x="856559" y="200471"/>
                    </a:cubicBezTo>
                    <a:cubicBezTo>
                      <a:pt x="863814" y="213773"/>
                      <a:pt x="878066" y="221892"/>
                      <a:pt x="893267" y="221287"/>
                    </a:cubicBezTo>
                    <a:lnTo>
                      <a:pt x="1171733" y="210232"/>
                    </a:lnTo>
                    <a:close/>
                    <a:moveTo>
                      <a:pt x="755503" y="856732"/>
                    </a:moveTo>
                    <a:cubicBezTo>
                      <a:pt x="665848" y="1027405"/>
                      <a:pt x="731491" y="1238413"/>
                      <a:pt x="902077" y="1328068"/>
                    </a:cubicBezTo>
                    <a:cubicBezTo>
                      <a:pt x="1072750" y="1417723"/>
                      <a:pt x="1283759" y="1352080"/>
                      <a:pt x="1373414" y="1181494"/>
                    </a:cubicBezTo>
                    <a:cubicBezTo>
                      <a:pt x="1463069" y="1010821"/>
                      <a:pt x="1397425" y="799812"/>
                      <a:pt x="1226839" y="710157"/>
                    </a:cubicBezTo>
                    <a:cubicBezTo>
                      <a:pt x="1056166" y="620416"/>
                      <a:pt x="845158" y="686059"/>
                      <a:pt x="755503" y="856732"/>
                    </a:cubicBezTo>
                    <a:close/>
                    <a:moveTo>
                      <a:pt x="557363" y="752566"/>
                    </a:moveTo>
                    <a:cubicBezTo>
                      <a:pt x="410184" y="1032673"/>
                      <a:pt x="517891" y="1379028"/>
                      <a:pt x="797998" y="1526207"/>
                    </a:cubicBezTo>
                    <a:cubicBezTo>
                      <a:pt x="1078105" y="1673387"/>
                      <a:pt x="1424460" y="1565680"/>
                      <a:pt x="1571640" y="1285573"/>
                    </a:cubicBezTo>
                    <a:cubicBezTo>
                      <a:pt x="1718819" y="1005466"/>
                      <a:pt x="1611111" y="659111"/>
                      <a:pt x="1331005" y="511932"/>
                    </a:cubicBezTo>
                    <a:cubicBezTo>
                      <a:pt x="1050898" y="364752"/>
                      <a:pt x="704543" y="472459"/>
                      <a:pt x="557363" y="752566"/>
                    </a:cubicBezTo>
                    <a:close/>
                  </a:path>
                </a:pathLst>
              </a:custGeom>
              <a:solidFill>
                <a:srgbClr val="F7CC7F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5" name="" descr="535858a0-1ffe-4e6d-9099-b15620897028"/>
              <p:cNvGrpSpPr/>
              <p:nvPr/>
            </p:nvGrpSpPr>
            <p:grpSpPr>
              <a:xfrm>
                <a:off x="1553315" y="2854760"/>
                <a:ext cx="1601863" cy="3965926"/>
                <a:chOff x="1553315" y="2854760"/>
                <a:chExt cx="1601863" cy="3965926"/>
              </a:xfrm>
            </p:grpSpPr>
            <p:grpSp>
              <p:nvGrpSpPr>
                <p:cNvPr id="166" name="" descr="24d50480-4afb-42df-bc18-20df99dd5d29"/>
                <p:cNvGrpSpPr/>
                <p:nvPr/>
              </p:nvGrpSpPr>
              <p:grpSpPr>
                <a:xfrm>
                  <a:off x="1800758" y="4673631"/>
                  <a:ext cx="913285" cy="2141787"/>
                  <a:chOff x="1800758" y="4673631"/>
                  <a:chExt cx="913285" cy="2141787"/>
                </a:xfrm>
              </p:grpSpPr>
              <p:sp>
                <p:nvSpPr>
                  <p:cNvPr id="188" name="" descr="19850dd7-bdf0-4fad-a415-ed3b79f85ac9"/>
                  <p:cNvSpPr/>
                  <p:nvPr/>
                </p:nvSpPr>
                <p:spPr>
                  <a:xfrm>
                    <a:off x="1800763" y="6463794"/>
                    <a:ext cx="209457" cy="347436"/>
                  </a:xfrm>
                  <a:custGeom>
                    <a:gdLst>
                      <a:gd name="connsiteX0" fmla="*/ 102442 w 209457"/>
                      <a:gd name="connsiteY0" fmla="*/ 0 h 347436"/>
                      <a:gd name="connsiteX1" fmla="*/ 58478 w 209457"/>
                      <a:gd name="connsiteY1" fmla="*/ 154435 h 347436"/>
                      <a:gd name="connsiteX2" fmla="*/ 5704 w 209457"/>
                      <a:gd name="connsiteY2" fmla="*/ 314915 h 347436"/>
                      <a:gd name="connsiteX3" fmla="*/ 40512 w 209457"/>
                      <a:gd name="connsiteY3" fmla="*/ 343332 h 347436"/>
                      <a:gd name="connsiteX4" fmla="*/ 151242 w 209457"/>
                      <a:gd name="connsiteY4" fmla="*/ 289176 h 347436"/>
                      <a:gd name="connsiteX5" fmla="*/ 173008 w 209457"/>
                      <a:gd name="connsiteY5" fmla="*/ 189675 h 347436"/>
                      <a:gd name="connsiteX6" fmla="*/ 209458 w 209457"/>
                      <a:gd name="connsiteY6" fmla="*/ 29799 h 347436"/>
                      <a:gd name="connsiteX7" fmla="*/ 102442 w 209457"/>
                      <a:gd name="connsiteY7" fmla="*/ 0 h 347436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09457" h="347436">
                        <a:moveTo>
                          <a:pt x="102442" y="0"/>
                        </a:moveTo>
                        <a:cubicBezTo>
                          <a:pt x="102442" y="0"/>
                          <a:pt x="90090" y="130509"/>
                          <a:pt x="58478" y="154435"/>
                        </a:cubicBezTo>
                        <a:cubicBezTo>
                          <a:pt x="26779" y="178360"/>
                          <a:pt x="-15457" y="267065"/>
                          <a:pt x="5704" y="314915"/>
                        </a:cubicBezTo>
                        <a:cubicBezTo>
                          <a:pt x="12268" y="329858"/>
                          <a:pt x="25484" y="338581"/>
                          <a:pt x="40512" y="343332"/>
                        </a:cubicBezTo>
                        <a:cubicBezTo>
                          <a:pt x="84994" y="357584"/>
                          <a:pt x="132327" y="333572"/>
                          <a:pt x="151242" y="289176"/>
                        </a:cubicBezTo>
                        <a:cubicBezTo>
                          <a:pt x="161866" y="264387"/>
                          <a:pt x="171108" y="231307"/>
                          <a:pt x="173008" y="189675"/>
                        </a:cubicBezTo>
                        <a:cubicBezTo>
                          <a:pt x="177759" y="83695"/>
                          <a:pt x="209458" y="29799"/>
                          <a:pt x="209458" y="29799"/>
                        </a:cubicBezTo>
                        <a:lnTo>
                          <a:pt x="102442" y="0"/>
                        </a:ln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9" name="" descr="3ae3979d-3d49-4047-88c5-3bd1e6da7725"/>
                  <p:cNvSpPr/>
                  <p:nvPr/>
                </p:nvSpPr>
                <p:spPr>
                  <a:xfrm>
                    <a:off x="2371415" y="6517259"/>
                    <a:ext cx="321779" cy="297904"/>
                  </a:xfrm>
                  <a:custGeom>
                    <a:gdLst>
                      <a:gd name="connsiteX0" fmla="*/ 18414 w 321779"/>
                      <a:gd name="connsiteY0" fmla="*/ 0 h 297904"/>
                      <a:gd name="connsiteX1" fmla="*/ 20314 w 321779"/>
                      <a:gd name="connsiteY1" fmla="*/ 174473 h 297904"/>
                      <a:gd name="connsiteX2" fmla="*/ 2867 w 321779"/>
                      <a:gd name="connsiteY2" fmla="*/ 266115 h 297904"/>
                      <a:gd name="connsiteX3" fmla="*/ 26619 w 321779"/>
                      <a:gd name="connsiteY3" fmla="*/ 293063 h 297904"/>
                      <a:gd name="connsiteX4" fmla="*/ 313895 w 321779"/>
                      <a:gd name="connsiteY4" fmla="*/ 297900 h 297904"/>
                      <a:gd name="connsiteX5" fmla="*/ 306554 w 321779"/>
                      <a:gd name="connsiteY5" fmla="*/ 278034 h 297904"/>
                      <a:gd name="connsiteX6" fmla="*/ 203252 w 321779"/>
                      <a:gd name="connsiteY6" fmla="*/ 218523 h 297904"/>
                      <a:gd name="connsiteX7" fmla="*/ 177599 w 321779"/>
                      <a:gd name="connsiteY7" fmla="*/ 202371 h 297904"/>
                      <a:gd name="connsiteX8" fmla="*/ 136486 w 321779"/>
                      <a:gd name="connsiteY8" fmla="*/ 164540 h 297904"/>
                      <a:gd name="connsiteX9" fmla="*/ 114029 w 321779"/>
                      <a:gd name="connsiteY9" fmla="*/ 24702 h 297904"/>
                      <a:gd name="connsiteX10" fmla="*/ 18414 w 321779"/>
                      <a:gd name="connsiteY10" fmla="*/ 0 h 29790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21779" h="297904">
                        <a:moveTo>
                          <a:pt x="18414" y="0"/>
                        </a:moveTo>
                        <a:cubicBezTo>
                          <a:pt x="18414" y="0"/>
                          <a:pt x="28433" y="131632"/>
                          <a:pt x="20314" y="174473"/>
                        </a:cubicBezTo>
                        <a:cubicBezTo>
                          <a:pt x="15996" y="197362"/>
                          <a:pt x="-8189" y="244521"/>
                          <a:pt x="2867" y="266115"/>
                        </a:cubicBezTo>
                        <a:cubicBezTo>
                          <a:pt x="13923" y="287708"/>
                          <a:pt x="26619" y="293063"/>
                          <a:pt x="26619" y="293063"/>
                        </a:cubicBezTo>
                        <a:lnTo>
                          <a:pt x="313895" y="297900"/>
                        </a:lnTo>
                        <a:cubicBezTo>
                          <a:pt x="329529" y="298159"/>
                          <a:pt x="319164" y="287708"/>
                          <a:pt x="306554" y="278034"/>
                        </a:cubicBezTo>
                        <a:cubicBezTo>
                          <a:pt x="285911" y="262228"/>
                          <a:pt x="269241" y="251777"/>
                          <a:pt x="203252" y="218523"/>
                        </a:cubicBezTo>
                        <a:cubicBezTo>
                          <a:pt x="198933" y="216364"/>
                          <a:pt x="183300" y="205999"/>
                          <a:pt x="177599" y="202371"/>
                        </a:cubicBezTo>
                        <a:cubicBezTo>
                          <a:pt x="163261" y="193302"/>
                          <a:pt x="148923" y="178965"/>
                          <a:pt x="136486" y="164540"/>
                        </a:cubicBezTo>
                        <a:cubicBezTo>
                          <a:pt x="115842" y="140615"/>
                          <a:pt x="114029" y="24702"/>
                          <a:pt x="114029" y="24702"/>
                        </a:cubicBezTo>
                        <a:lnTo>
                          <a:pt x="18414" y="0"/>
                        </a:ln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0" name="" descr="8d934314-4807-4c11-9535-4368ecb7e144"/>
                  <p:cNvSpPr/>
                  <p:nvPr/>
                </p:nvSpPr>
                <p:spPr>
                  <a:xfrm>
                    <a:off x="2340027" y="4734179"/>
                    <a:ext cx="294887" cy="1833435"/>
                  </a:xfrm>
                  <a:custGeom>
                    <a:gdLst>
                      <a:gd name="connsiteX0" fmla="*/ 274372 w 294887"/>
                      <a:gd name="connsiteY0" fmla="*/ 32994 h 1833435"/>
                      <a:gd name="connsiteX1" fmla="*/ 286809 w 294887"/>
                      <a:gd name="connsiteY1" fmla="*/ 386864 h 1833435"/>
                      <a:gd name="connsiteX2" fmla="*/ 149045 w 294887"/>
                      <a:gd name="connsiteY2" fmla="*/ 1826008 h 1833435"/>
                      <a:gd name="connsiteX3" fmla="*/ 22336 w 294887"/>
                      <a:gd name="connsiteY3" fmla="*/ 1833436 h 1833435"/>
                      <a:gd name="connsiteX4" fmla="*/ 570 w 294887"/>
                      <a:gd name="connsiteY4" fmla="*/ 1215352 h 1833435"/>
                      <a:gd name="connsiteX5" fmla="*/ 42892 w 294887"/>
                      <a:gd name="connsiteY5" fmla="*/ 1013585 h 1833435"/>
                      <a:gd name="connsiteX6" fmla="*/ 30282 w 294887"/>
                      <a:gd name="connsiteY6" fmla="*/ 575502 h 1833435"/>
                      <a:gd name="connsiteX7" fmla="*/ 190158 w 294887"/>
                      <a:gd name="connsiteY7" fmla="*/ 0 h 1833435"/>
                      <a:gd name="connsiteX8" fmla="*/ 274372 w 294887"/>
                      <a:gd name="connsiteY8" fmla="*/ 32994 h 1833435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94887" h="1833435">
                        <a:moveTo>
                          <a:pt x="274372" y="32994"/>
                        </a:moveTo>
                        <a:cubicBezTo>
                          <a:pt x="274372" y="32994"/>
                          <a:pt x="310562" y="246767"/>
                          <a:pt x="286809" y="386864"/>
                        </a:cubicBezTo>
                        <a:cubicBezTo>
                          <a:pt x="263057" y="526961"/>
                          <a:pt x="149045" y="1826008"/>
                          <a:pt x="149045" y="1826008"/>
                        </a:cubicBezTo>
                        <a:lnTo>
                          <a:pt x="22336" y="1833436"/>
                        </a:lnTo>
                        <a:cubicBezTo>
                          <a:pt x="22336" y="1833436"/>
                          <a:pt x="-4181" y="1290842"/>
                          <a:pt x="570" y="1215352"/>
                        </a:cubicBezTo>
                        <a:cubicBezTo>
                          <a:pt x="5320" y="1139862"/>
                          <a:pt x="42892" y="1013585"/>
                          <a:pt x="42892" y="1013585"/>
                        </a:cubicBezTo>
                        <a:lnTo>
                          <a:pt x="30282" y="575502"/>
                        </a:lnTo>
                        <a:lnTo>
                          <a:pt x="190158" y="0"/>
                        </a:lnTo>
                        <a:lnTo>
                          <a:pt x="274372" y="32994"/>
                        </a:lnTo>
                        <a:close/>
                      </a:path>
                    </a:pathLst>
                  </a:custGeom>
                  <a:solidFill>
                    <a:srgbClr val="35538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1" name="" descr="09da4b56-ce02-44c9-85ca-6ba8411b6eee"/>
                  <p:cNvSpPr/>
                  <p:nvPr/>
                </p:nvSpPr>
                <p:spPr>
                  <a:xfrm>
                    <a:off x="1887398" y="4673631"/>
                    <a:ext cx="710934" cy="1838013"/>
                  </a:xfrm>
                  <a:custGeom>
                    <a:gdLst>
                      <a:gd name="connsiteX0" fmla="*/ 354647 w 710934"/>
                      <a:gd name="connsiteY0" fmla="*/ 48628 h 1838013"/>
                      <a:gd name="connsiteX1" fmla="*/ 231134 w 710934"/>
                      <a:gd name="connsiteY1" fmla="*/ 334263 h 1838013"/>
                      <a:gd name="connsiteX2" fmla="*/ 202890 w 710934"/>
                      <a:gd name="connsiteY2" fmla="*/ 1030687 h 1838013"/>
                      <a:gd name="connsiteX3" fmla="*/ 70135 w 710934"/>
                      <a:gd name="connsiteY3" fmla="*/ 1382742 h 1838013"/>
                      <a:gd name="connsiteX4" fmla="*/ 0 w 710934"/>
                      <a:gd name="connsiteY4" fmla="*/ 1811929 h 1838013"/>
                      <a:gd name="connsiteX5" fmla="*/ 126623 w 710934"/>
                      <a:gd name="connsiteY5" fmla="*/ 1838014 h 1838013"/>
                      <a:gd name="connsiteX6" fmla="*/ 420895 w 710934"/>
                      <a:gd name="connsiteY6" fmla="*/ 1062300 h 1838013"/>
                      <a:gd name="connsiteX7" fmla="*/ 651769 w 710934"/>
                      <a:gd name="connsiteY7" fmla="*/ 361125 h 1838013"/>
                      <a:gd name="connsiteX8" fmla="*/ 710935 w 710934"/>
                      <a:gd name="connsiteY8" fmla="*/ 0 h 1838013"/>
                      <a:gd name="connsiteX9" fmla="*/ 354647 w 710934"/>
                      <a:gd name="connsiteY9" fmla="*/ 48628 h 183801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710934" h="1838012">
                        <a:moveTo>
                          <a:pt x="354647" y="48628"/>
                        </a:moveTo>
                        <a:cubicBezTo>
                          <a:pt x="354647" y="48628"/>
                          <a:pt x="254886" y="204963"/>
                          <a:pt x="231134" y="334263"/>
                        </a:cubicBezTo>
                        <a:cubicBezTo>
                          <a:pt x="207381" y="463650"/>
                          <a:pt x="248581" y="861137"/>
                          <a:pt x="202890" y="1030687"/>
                        </a:cubicBezTo>
                        <a:cubicBezTo>
                          <a:pt x="178187" y="1122501"/>
                          <a:pt x="84386" y="1264153"/>
                          <a:pt x="70135" y="1382742"/>
                        </a:cubicBezTo>
                        <a:cubicBezTo>
                          <a:pt x="55883" y="1501332"/>
                          <a:pt x="0" y="1811929"/>
                          <a:pt x="0" y="1811929"/>
                        </a:cubicBezTo>
                        <a:lnTo>
                          <a:pt x="126623" y="1838014"/>
                        </a:lnTo>
                        <a:lnTo>
                          <a:pt x="420895" y="1062300"/>
                        </a:lnTo>
                        <a:lnTo>
                          <a:pt x="651769" y="361125"/>
                        </a:lnTo>
                        <a:lnTo>
                          <a:pt x="710935" y="0"/>
                        </a:lnTo>
                        <a:lnTo>
                          <a:pt x="354647" y="48628"/>
                        </a:lnTo>
                        <a:close/>
                      </a:path>
                    </a:pathLst>
                  </a:custGeom>
                  <a:solidFill>
                    <a:srgbClr val="466EB6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2" name="" descr="add62203-52f1-4845-abb0-4facb694c2a0"/>
                  <p:cNvSpPr/>
                  <p:nvPr/>
                </p:nvSpPr>
                <p:spPr>
                  <a:xfrm>
                    <a:off x="1800758" y="6669361"/>
                    <a:ext cx="159884" cy="143343"/>
                  </a:xfrm>
                  <a:custGeom>
                    <a:gdLst>
                      <a:gd name="connsiteX0" fmla="*/ 159884 w 159884"/>
                      <a:gd name="connsiteY0" fmla="*/ 60375 h 143343"/>
                      <a:gd name="connsiteX1" fmla="*/ 21083 w 159884"/>
                      <a:gd name="connsiteY1" fmla="*/ 0 h 143343"/>
                      <a:gd name="connsiteX2" fmla="*/ 5709 w 159884"/>
                      <a:gd name="connsiteY2" fmla="*/ 109435 h 143343"/>
                      <a:gd name="connsiteX3" fmla="*/ 74202 w 159884"/>
                      <a:gd name="connsiteY3" fmla="*/ 143293 h 143343"/>
                      <a:gd name="connsiteX4" fmla="*/ 141400 w 159884"/>
                      <a:gd name="connsiteY4" fmla="*/ 104252 h 143343"/>
                      <a:gd name="connsiteX5" fmla="*/ 159884 w 159884"/>
                      <a:gd name="connsiteY5" fmla="*/ 60375 h 14334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59884" h="143343">
                        <a:moveTo>
                          <a:pt x="159884" y="60375"/>
                        </a:moveTo>
                        <a:cubicBezTo>
                          <a:pt x="90872" y="73503"/>
                          <a:pt x="44922" y="31440"/>
                          <a:pt x="21083" y="0"/>
                        </a:cubicBezTo>
                        <a:cubicBezTo>
                          <a:pt x="3549" y="35672"/>
                          <a:pt x="-7247" y="80154"/>
                          <a:pt x="5709" y="109435"/>
                        </a:cubicBezTo>
                        <a:cubicBezTo>
                          <a:pt x="17110" y="135260"/>
                          <a:pt x="48031" y="142256"/>
                          <a:pt x="74202" y="143293"/>
                        </a:cubicBezTo>
                        <a:cubicBezTo>
                          <a:pt x="101842" y="144329"/>
                          <a:pt x="127667" y="129300"/>
                          <a:pt x="141400" y="104252"/>
                        </a:cubicBezTo>
                        <a:cubicBezTo>
                          <a:pt x="147706" y="92505"/>
                          <a:pt x="154356" y="77908"/>
                          <a:pt x="159884" y="60375"/>
                        </a:cubicBezTo>
                        <a:close/>
                      </a:path>
                    </a:pathLst>
                  </a:custGeom>
                  <a:solidFill>
                    <a:srgbClr val="3C8F7C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3" name="" descr="a4876d77-0649-4426-97b1-ec4650643dfb"/>
                  <p:cNvSpPr/>
                  <p:nvPr/>
                </p:nvSpPr>
                <p:spPr>
                  <a:xfrm>
                    <a:off x="2370864" y="6712893"/>
                    <a:ext cx="343179" cy="102525"/>
                  </a:xfrm>
                  <a:custGeom>
                    <a:gdLst>
                      <a:gd name="connsiteX0" fmla="*/ 178236 w 343179"/>
                      <a:gd name="connsiteY0" fmla="*/ 6650 h 102525"/>
                      <a:gd name="connsiteX1" fmla="*/ 14732 w 343179"/>
                      <a:gd name="connsiteY1" fmla="*/ 0 h 102525"/>
                      <a:gd name="connsiteX2" fmla="*/ 1604 w 343179"/>
                      <a:gd name="connsiteY2" fmla="*/ 71171 h 102525"/>
                      <a:gd name="connsiteX3" fmla="*/ 27256 w 343179"/>
                      <a:gd name="connsiteY3" fmla="*/ 99069 h 102525"/>
                      <a:gd name="connsiteX4" fmla="*/ 334398 w 343179"/>
                      <a:gd name="connsiteY4" fmla="*/ 102524 h 102525"/>
                      <a:gd name="connsiteX5" fmla="*/ 341135 w 343179"/>
                      <a:gd name="connsiteY5" fmla="*/ 87755 h 102525"/>
                      <a:gd name="connsiteX6" fmla="*/ 178236 w 343179"/>
                      <a:gd name="connsiteY6" fmla="*/ 6650 h 102525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43179" h="102524">
                        <a:moveTo>
                          <a:pt x="178236" y="6650"/>
                        </a:moveTo>
                        <a:cubicBezTo>
                          <a:pt x="102228" y="26948"/>
                          <a:pt x="46086" y="13128"/>
                          <a:pt x="14732" y="0"/>
                        </a:cubicBezTo>
                        <a:cubicBezTo>
                          <a:pt x="6613" y="23925"/>
                          <a:pt x="-4097" y="53897"/>
                          <a:pt x="1604" y="71171"/>
                        </a:cubicBezTo>
                        <a:cubicBezTo>
                          <a:pt x="8600" y="92333"/>
                          <a:pt x="18533" y="98897"/>
                          <a:pt x="27256" y="99069"/>
                        </a:cubicBezTo>
                        <a:cubicBezTo>
                          <a:pt x="96614" y="100970"/>
                          <a:pt x="281452" y="101833"/>
                          <a:pt x="334398" y="102524"/>
                        </a:cubicBezTo>
                        <a:cubicBezTo>
                          <a:pt x="341826" y="102611"/>
                          <a:pt x="345886" y="93628"/>
                          <a:pt x="341135" y="87755"/>
                        </a:cubicBezTo>
                        <a:cubicBezTo>
                          <a:pt x="327920" y="71430"/>
                          <a:pt x="183850" y="10278"/>
                          <a:pt x="178236" y="6650"/>
                        </a:cubicBezTo>
                        <a:close/>
                      </a:path>
                    </a:pathLst>
                  </a:custGeom>
                  <a:solidFill>
                    <a:srgbClr val="3C8F7C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67" name="" descr="002680dd-243d-4ad1-a3f7-398e22b69455"/>
                <p:cNvSpPr/>
                <p:nvPr/>
              </p:nvSpPr>
              <p:spPr>
                <a:xfrm>
                  <a:off x="1721994" y="3395576"/>
                  <a:ext cx="911744" cy="1067750"/>
                </a:xfrm>
                <a:custGeom>
                  <a:gdLst>
                    <a:gd name="connsiteX0" fmla="*/ 904410 w 911744"/>
                    <a:gd name="connsiteY0" fmla="*/ 203232 h 1067750"/>
                    <a:gd name="connsiteX1" fmla="*/ 611174 w 911744"/>
                    <a:gd name="connsiteY1" fmla="*/ 22713 h 1067750"/>
                    <a:gd name="connsiteX2" fmla="*/ 516423 w 911744"/>
                    <a:gd name="connsiteY2" fmla="*/ 98635 h 1067750"/>
                    <a:gd name="connsiteX3" fmla="*/ 380299 w 911744"/>
                    <a:gd name="connsiteY3" fmla="*/ 341601 h 1067750"/>
                    <a:gd name="connsiteX4" fmla="*/ 114617 w 911744"/>
                    <a:gd name="connsiteY4" fmla="*/ 441016 h 1067750"/>
                    <a:gd name="connsiteX5" fmla="*/ 0 w 911744"/>
                    <a:gd name="connsiteY5" fmla="*/ 680010 h 1067750"/>
                    <a:gd name="connsiteX6" fmla="*/ 116171 w 911744"/>
                    <a:gd name="connsiteY6" fmla="*/ 992680 h 1067750"/>
                    <a:gd name="connsiteX7" fmla="*/ 445770 w 911744"/>
                    <a:gd name="connsiteY7" fmla="*/ 1053227 h 1067750"/>
                    <a:gd name="connsiteX8" fmla="*/ 722595 w 911744"/>
                    <a:gd name="connsiteY8" fmla="*/ 852669 h 1067750"/>
                    <a:gd name="connsiteX9" fmla="*/ 874870 w 911744"/>
                    <a:gd name="connsiteY9" fmla="*/ 546218 h 1067750"/>
                    <a:gd name="connsiteX10" fmla="*/ 904410 w 911744"/>
                    <a:gd name="connsiteY10" fmla="*/ 203232 h 106775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11744" h="1067750">
                      <a:moveTo>
                        <a:pt x="904410" y="203232"/>
                      </a:moveTo>
                      <a:cubicBezTo>
                        <a:pt x="881953" y="56917"/>
                        <a:pt x="749630" y="-48285"/>
                        <a:pt x="611174" y="22713"/>
                      </a:cubicBezTo>
                      <a:cubicBezTo>
                        <a:pt x="580080" y="38692"/>
                        <a:pt x="537930" y="71082"/>
                        <a:pt x="516423" y="98635"/>
                      </a:cubicBezTo>
                      <a:cubicBezTo>
                        <a:pt x="457258" y="174556"/>
                        <a:pt x="442920" y="268616"/>
                        <a:pt x="380299" y="341601"/>
                      </a:cubicBezTo>
                      <a:cubicBezTo>
                        <a:pt x="326230" y="404567"/>
                        <a:pt x="181988" y="392648"/>
                        <a:pt x="114617" y="441016"/>
                      </a:cubicBezTo>
                      <a:cubicBezTo>
                        <a:pt x="47246" y="489385"/>
                        <a:pt x="0" y="576190"/>
                        <a:pt x="0" y="680010"/>
                      </a:cubicBezTo>
                      <a:cubicBezTo>
                        <a:pt x="0" y="796095"/>
                        <a:pt x="26171" y="919263"/>
                        <a:pt x="116171" y="992680"/>
                      </a:cubicBezTo>
                      <a:cubicBezTo>
                        <a:pt x="206085" y="1066096"/>
                        <a:pt x="333917" y="1084321"/>
                        <a:pt x="445770" y="1053227"/>
                      </a:cubicBezTo>
                      <a:cubicBezTo>
                        <a:pt x="557623" y="1022133"/>
                        <a:pt x="653583" y="945952"/>
                        <a:pt x="722595" y="852669"/>
                      </a:cubicBezTo>
                      <a:cubicBezTo>
                        <a:pt x="791693" y="759386"/>
                        <a:pt x="840494" y="657121"/>
                        <a:pt x="874870" y="546218"/>
                      </a:cubicBezTo>
                      <a:cubicBezTo>
                        <a:pt x="913306" y="422533"/>
                        <a:pt x="918920" y="297810"/>
                        <a:pt x="904410" y="203232"/>
                      </a:cubicBezTo>
                      <a:close/>
                    </a:path>
                  </a:pathLst>
                </a:custGeom>
                <a:solidFill>
                  <a:srgbClr val="184655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68" name="" descr="b604cc17-5ea2-4a62-bf09-737e6f819871"/>
                <p:cNvSpPr/>
                <p:nvPr/>
              </p:nvSpPr>
              <p:spPr>
                <a:xfrm>
                  <a:off x="1553315" y="2854760"/>
                  <a:ext cx="566599" cy="1001007"/>
                </a:xfrm>
                <a:custGeom>
                  <a:gdLst>
                    <a:gd name="connsiteX0" fmla="*/ 566599 w 566599"/>
                    <a:gd name="connsiteY0" fmla="*/ 942447 h 1001007"/>
                    <a:gd name="connsiteX1" fmla="*/ 355331 w 566599"/>
                    <a:gd name="connsiteY1" fmla="*/ 574671 h 1001007"/>
                    <a:gd name="connsiteX2" fmla="*/ 202452 w 566599"/>
                    <a:gd name="connsiteY2" fmla="*/ 243863 h 1001007"/>
                    <a:gd name="connsiteX3" fmla="*/ 259199 w 566599"/>
                    <a:gd name="connsiteY3" fmla="*/ 108344 h 1001007"/>
                    <a:gd name="connsiteX4" fmla="*/ 203920 w 566599"/>
                    <a:gd name="connsiteY4" fmla="*/ 164141 h 1001007"/>
                    <a:gd name="connsiteX5" fmla="*/ 120484 w 566599"/>
                    <a:gd name="connsiteY5" fmla="*/ 292 h 1001007"/>
                    <a:gd name="connsiteX6" fmla="*/ 139140 w 566599"/>
                    <a:gd name="connsiteY6" fmla="*/ 107394 h 1001007"/>
                    <a:gd name="connsiteX7" fmla="*/ 75829 w 566599"/>
                    <a:gd name="connsiteY7" fmla="*/ 15235 h 1001007"/>
                    <a:gd name="connsiteX8" fmla="*/ 109515 w 566599"/>
                    <a:gd name="connsiteY8" fmla="*/ 115254 h 1001007"/>
                    <a:gd name="connsiteX9" fmla="*/ 29965 w 566599"/>
                    <a:gd name="connsiteY9" fmla="*/ 57039 h 1001007"/>
                    <a:gd name="connsiteX10" fmla="*/ 75225 w 566599"/>
                    <a:gd name="connsiteY10" fmla="*/ 136329 h 1001007"/>
                    <a:gd name="connsiteX11" fmla="*/ 426 w 566599"/>
                    <a:gd name="connsiteY11" fmla="*/ 113095 h 1001007"/>
                    <a:gd name="connsiteX12" fmla="*/ 70129 w 566599"/>
                    <a:gd name="connsiteY12" fmla="*/ 173124 h 1001007"/>
                    <a:gd name="connsiteX13" fmla="*/ 129553 w 566599"/>
                    <a:gd name="connsiteY13" fmla="*/ 277981 h 1001007"/>
                    <a:gd name="connsiteX14" fmla="*/ 223440 w 566599"/>
                    <a:gd name="connsiteY14" fmla="*/ 657935 h 1001007"/>
                    <a:gd name="connsiteX15" fmla="*/ 425466 w 566599"/>
                    <a:gd name="connsiteY15" fmla="*/ 1001007 h 1001007"/>
                    <a:gd name="connsiteX16" fmla="*/ 566599 w 566599"/>
                    <a:gd name="connsiteY16" fmla="*/ 942447 h 1001007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566599" h="1001007">
                      <a:moveTo>
                        <a:pt x="566599" y="942447"/>
                      </a:moveTo>
                      <a:cubicBezTo>
                        <a:pt x="566599" y="942447"/>
                        <a:pt x="396704" y="639105"/>
                        <a:pt x="355331" y="574671"/>
                      </a:cubicBezTo>
                      <a:cubicBezTo>
                        <a:pt x="313959" y="510237"/>
                        <a:pt x="206252" y="253969"/>
                        <a:pt x="202452" y="243863"/>
                      </a:cubicBezTo>
                      <a:cubicBezTo>
                        <a:pt x="198565" y="233758"/>
                        <a:pt x="276646" y="112490"/>
                        <a:pt x="259199" y="108344"/>
                      </a:cubicBezTo>
                      <a:cubicBezTo>
                        <a:pt x="241751" y="104198"/>
                        <a:pt x="222490" y="172260"/>
                        <a:pt x="203920" y="164141"/>
                      </a:cubicBezTo>
                      <a:cubicBezTo>
                        <a:pt x="185350" y="156022"/>
                        <a:pt x="131108" y="-7827"/>
                        <a:pt x="120484" y="292"/>
                      </a:cubicBezTo>
                      <a:cubicBezTo>
                        <a:pt x="100704" y="15494"/>
                        <a:pt x="149764" y="101953"/>
                        <a:pt x="139140" y="107394"/>
                      </a:cubicBezTo>
                      <a:cubicBezTo>
                        <a:pt x="128603" y="112836"/>
                        <a:pt x="96559" y="12298"/>
                        <a:pt x="75829" y="15235"/>
                      </a:cubicBezTo>
                      <a:cubicBezTo>
                        <a:pt x="55100" y="18171"/>
                        <a:pt x="115301" y="107394"/>
                        <a:pt x="109515" y="115254"/>
                      </a:cubicBezTo>
                      <a:cubicBezTo>
                        <a:pt x="103728" y="123114"/>
                        <a:pt x="41194" y="39074"/>
                        <a:pt x="29965" y="57039"/>
                      </a:cubicBezTo>
                      <a:cubicBezTo>
                        <a:pt x="23833" y="66799"/>
                        <a:pt x="87403" y="130369"/>
                        <a:pt x="75225" y="136329"/>
                      </a:cubicBezTo>
                      <a:cubicBezTo>
                        <a:pt x="63046" y="142289"/>
                        <a:pt x="6472" y="101176"/>
                        <a:pt x="426" y="113095"/>
                      </a:cubicBezTo>
                      <a:cubicBezTo>
                        <a:pt x="-5534" y="124928"/>
                        <a:pt x="52768" y="141166"/>
                        <a:pt x="70129" y="173124"/>
                      </a:cubicBezTo>
                      <a:cubicBezTo>
                        <a:pt x="87576" y="205082"/>
                        <a:pt x="117288" y="218901"/>
                        <a:pt x="129553" y="277981"/>
                      </a:cubicBezTo>
                      <a:cubicBezTo>
                        <a:pt x="141904" y="337146"/>
                        <a:pt x="160302" y="551178"/>
                        <a:pt x="223440" y="657935"/>
                      </a:cubicBezTo>
                      <a:cubicBezTo>
                        <a:pt x="286579" y="764691"/>
                        <a:pt x="425466" y="1001007"/>
                        <a:pt x="425466" y="1001007"/>
                      </a:cubicBezTo>
                      <a:lnTo>
                        <a:pt x="566599" y="942447"/>
                      </a:lnTo>
                      <a:close/>
                    </a:path>
                  </a:pathLst>
                </a:custGeom>
                <a:solidFill>
                  <a:srgbClr val="F79C8D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69" name="" descr="25c7837d-9b07-4bab-9b9f-e99741f30cbf"/>
                <p:cNvGrpSpPr/>
                <p:nvPr/>
              </p:nvGrpSpPr>
              <p:grpSpPr>
                <a:xfrm>
                  <a:off x="2412372" y="3953973"/>
                  <a:ext cx="477986" cy="637517"/>
                  <a:chOff x="2412372" y="3953973"/>
                  <a:chExt cx="477986" cy="637517"/>
                </a:xfrm>
              </p:grpSpPr>
              <p:sp>
                <p:nvSpPr>
                  <p:cNvPr id="185" name="" descr="c43cc634-95ce-4918-a7db-d67d3c6a07df"/>
                  <p:cNvSpPr/>
                  <p:nvPr/>
                </p:nvSpPr>
                <p:spPr>
                  <a:xfrm>
                    <a:off x="2462037" y="4157381"/>
                    <a:ext cx="382199" cy="434110"/>
                  </a:xfrm>
                  <a:custGeom>
                    <a:gdLst>
                      <a:gd name="connsiteX0" fmla="*/ 136210 w 382199"/>
                      <a:gd name="connsiteY0" fmla="*/ 0 h 434110"/>
                      <a:gd name="connsiteX1" fmla="*/ 0 w 382199"/>
                      <a:gd name="connsiteY1" fmla="*/ 78254 h 434110"/>
                      <a:gd name="connsiteX2" fmla="*/ 273370 w 382199"/>
                      <a:gd name="connsiteY2" fmla="*/ 434110 h 434110"/>
                      <a:gd name="connsiteX3" fmla="*/ 382200 w 382199"/>
                      <a:gd name="connsiteY3" fmla="*/ 337891 h 434110"/>
                      <a:gd name="connsiteX4" fmla="*/ 136210 w 382199"/>
                      <a:gd name="connsiteY4" fmla="*/ 0 h 43411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82199" h="434110">
                        <a:moveTo>
                          <a:pt x="136210" y="0"/>
                        </a:moveTo>
                        <a:lnTo>
                          <a:pt x="0" y="78254"/>
                        </a:lnTo>
                        <a:cubicBezTo>
                          <a:pt x="0" y="78254"/>
                          <a:pt x="258514" y="418563"/>
                          <a:pt x="273370" y="434110"/>
                        </a:cubicBezTo>
                        <a:lnTo>
                          <a:pt x="382200" y="337891"/>
                        </a:lnTo>
                        <a:lnTo>
                          <a:pt x="136210" y="0"/>
                        </a:lnTo>
                        <a:close/>
                      </a:path>
                    </a:pathLst>
                  </a:custGeom>
                  <a:solidFill>
                    <a:srgbClr val="F48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6" name="" descr="00a8abc7-1415-4ff1-b9dc-77e58a1451bf"/>
                  <p:cNvSpPr/>
                  <p:nvPr/>
                </p:nvSpPr>
                <p:spPr>
                  <a:xfrm>
                    <a:off x="2412372" y="3953973"/>
                    <a:ext cx="310251" cy="443524"/>
                  </a:xfrm>
                  <a:custGeom>
                    <a:gdLst>
                      <a:gd name="connsiteX0" fmla="*/ 72812 w 310251"/>
                      <a:gd name="connsiteY0" fmla="*/ 0 h 443524"/>
                      <a:gd name="connsiteX1" fmla="*/ 310251 w 310251"/>
                      <a:gd name="connsiteY1" fmla="*/ 346528 h 443524"/>
                      <a:gd name="connsiteX2" fmla="*/ 129127 w 310251"/>
                      <a:gd name="connsiteY2" fmla="*/ 443524 h 443524"/>
                      <a:gd name="connsiteX3" fmla="*/ 0 w 310251"/>
                      <a:gd name="connsiteY3" fmla="*/ 243053 h 443524"/>
                      <a:gd name="connsiteX4" fmla="*/ 72812 w 310251"/>
                      <a:gd name="connsiteY4" fmla="*/ 0 h 44352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10251" h="443524">
                        <a:moveTo>
                          <a:pt x="72812" y="0"/>
                        </a:moveTo>
                        <a:cubicBezTo>
                          <a:pt x="72812" y="0"/>
                          <a:pt x="178533" y="20125"/>
                          <a:pt x="310251" y="346528"/>
                        </a:cubicBezTo>
                        <a:lnTo>
                          <a:pt x="129127" y="443524"/>
                        </a:lnTo>
                        <a:lnTo>
                          <a:pt x="0" y="243053"/>
                        </a:lnTo>
                        <a:lnTo>
                          <a:pt x="72812" y="0"/>
                        </a:lnTo>
                        <a:close/>
                      </a:path>
                    </a:pathLst>
                  </a:custGeom>
                  <a:solidFill>
                    <a:srgbClr val="F47458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7" name="" descr="f28b7e9d-3975-4560-a7e2-6bdbde1889c1"/>
                  <p:cNvSpPr/>
                  <p:nvPr/>
                </p:nvSpPr>
                <p:spPr>
                  <a:xfrm>
                    <a:off x="2716121" y="3974919"/>
                    <a:ext cx="174237" cy="616572"/>
                  </a:xfrm>
                  <a:custGeom>
                    <a:gdLst>
                      <a:gd name="connsiteX0" fmla="*/ 108508 w 174237"/>
                      <a:gd name="connsiteY0" fmla="*/ 561 h 616572"/>
                      <a:gd name="connsiteX1" fmla="*/ 45197 w 174237"/>
                      <a:gd name="connsiteY1" fmla="*/ 27682 h 616572"/>
                      <a:gd name="connsiteX2" fmla="*/ 6502 w 174237"/>
                      <a:gd name="connsiteY2" fmla="*/ 504028 h 616572"/>
                      <a:gd name="connsiteX3" fmla="*/ 19285 w 174237"/>
                      <a:gd name="connsiteY3" fmla="*/ 616572 h 616572"/>
                      <a:gd name="connsiteX4" fmla="*/ 141934 w 174237"/>
                      <a:gd name="connsiteY4" fmla="*/ 460842 h 616572"/>
                      <a:gd name="connsiteX5" fmla="*/ 174238 w 174237"/>
                      <a:gd name="connsiteY5" fmla="*/ 25696 h 616572"/>
                      <a:gd name="connsiteX6" fmla="*/ 108508 w 174237"/>
                      <a:gd name="connsiteY6" fmla="*/ 561 h 61657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4237" h="616572">
                        <a:moveTo>
                          <a:pt x="108508" y="561"/>
                        </a:moveTo>
                        <a:cubicBezTo>
                          <a:pt x="108508" y="561"/>
                          <a:pt x="84583" y="-6262"/>
                          <a:pt x="45197" y="27682"/>
                        </a:cubicBezTo>
                        <a:cubicBezTo>
                          <a:pt x="-3517" y="69573"/>
                          <a:pt x="-6281" y="391484"/>
                          <a:pt x="6502" y="504028"/>
                        </a:cubicBezTo>
                        <a:cubicBezTo>
                          <a:pt x="19285" y="616572"/>
                          <a:pt x="19285" y="616572"/>
                          <a:pt x="19285" y="616572"/>
                        </a:cubicBezTo>
                        <a:cubicBezTo>
                          <a:pt x="19285" y="616572"/>
                          <a:pt x="118527" y="581677"/>
                          <a:pt x="141934" y="460842"/>
                        </a:cubicBezTo>
                        <a:cubicBezTo>
                          <a:pt x="165341" y="340006"/>
                          <a:pt x="174238" y="25696"/>
                          <a:pt x="174238" y="25696"/>
                        </a:cubicBezTo>
                        <a:lnTo>
                          <a:pt x="108508" y="561"/>
                        </a:lnTo>
                        <a:close/>
                      </a:path>
                    </a:pathLst>
                  </a:custGeom>
                  <a:solidFill>
                    <a:srgbClr val="F48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70" name="" descr="c2f6f7f0-6c5e-4668-b8ae-0d0e4ce3b982"/>
                <p:cNvSpPr/>
                <p:nvPr/>
              </p:nvSpPr>
              <p:spPr>
                <a:xfrm>
                  <a:off x="2119891" y="3920193"/>
                  <a:ext cx="513854" cy="975802"/>
                </a:xfrm>
                <a:custGeom>
                  <a:gdLst>
                    <a:gd name="connsiteX0" fmla="*/ 196003 w 513854"/>
                    <a:gd name="connsiteY0" fmla="*/ 441 h 975802"/>
                    <a:gd name="connsiteX1" fmla="*/ 10128 w 513854"/>
                    <a:gd name="connsiteY1" fmla="*/ 49241 h 975802"/>
                    <a:gd name="connsiteX2" fmla="*/ 136578 w 513854"/>
                    <a:gd name="connsiteY2" fmla="*/ 632776 h 975802"/>
                    <a:gd name="connsiteX3" fmla="*/ 57979 w 513854"/>
                    <a:gd name="connsiteY3" fmla="*/ 851126 h 975802"/>
                    <a:gd name="connsiteX4" fmla="*/ 513855 w 513854"/>
                    <a:gd name="connsiteY4" fmla="*/ 963411 h 975802"/>
                    <a:gd name="connsiteX5" fmla="*/ 489929 w 513854"/>
                    <a:gd name="connsiteY5" fmla="*/ 326843 h 975802"/>
                    <a:gd name="connsiteX6" fmla="*/ 381359 w 513854"/>
                    <a:gd name="connsiteY6" fmla="*/ 42072 h 975802"/>
                    <a:gd name="connsiteX7" fmla="*/ 196003 w 513854"/>
                    <a:gd name="connsiteY7" fmla="*/ 441 h 975802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13854" h="975802">
                      <a:moveTo>
                        <a:pt x="196003" y="441"/>
                      </a:moveTo>
                      <a:cubicBezTo>
                        <a:pt x="196003" y="441"/>
                        <a:pt x="62816" y="-8024"/>
                        <a:pt x="10128" y="49241"/>
                      </a:cubicBezTo>
                      <a:cubicBezTo>
                        <a:pt x="-42559" y="106506"/>
                        <a:pt x="126991" y="559791"/>
                        <a:pt x="136578" y="632776"/>
                      </a:cubicBezTo>
                      <a:cubicBezTo>
                        <a:pt x="146166" y="705675"/>
                        <a:pt x="57979" y="851126"/>
                        <a:pt x="57979" y="851126"/>
                      </a:cubicBezTo>
                      <a:cubicBezTo>
                        <a:pt x="57979" y="851126"/>
                        <a:pt x="424459" y="1022490"/>
                        <a:pt x="513855" y="963411"/>
                      </a:cubicBezTo>
                      <a:cubicBezTo>
                        <a:pt x="513855" y="963411"/>
                        <a:pt x="499517" y="378926"/>
                        <a:pt x="489929" y="326843"/>
                      </a:cubicBezTo>
                      <a:cubicBezTo>
                        <a:pt x="480342" y="274761"/>
                        <a:pt x="400533" y="62888"/>
                        <a:pt x="381359" y="42072"/>
                      </a:cubicBezTo>
                      <a:cubicBezTo>
                        <a:pt x="362270" y="21256"/>
                        <a:pt x="196003" y="441"/>
                        <a:pt x="196003" y="441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1" name="" descr="25870466-af60-4f60-9430-c50aaf2e53df"/>
                <p:cNvSpPr/>
                <p:nvPr/>
              </p:nvSpPr>
              <p:spPr>
                <a:xfrm>
                  <a:off x="2311413" y="3740028"/>
                  <a:ext cx="167984" cy="315554"/>
                </a:xfrm>
                <a:custGeom>
                  <a:gdLst>
                    <a:gd name="connsiteX0" fmla="*/ 48790 w 167984"/>
                    <a:gd name="connsiteY0" fmla="*/ 3023 h 315554"/>
                    <a:gd name="connsiteX1" fmla="*/ 46890 w 167984"/>
                    <a:gd name="connsiteY1" fmla="*/ 13560 h 315554"/>
                    <a:gd name="connsiteX2" fmla="*/ 2667 w 167984"/>
                    <a:gd name="connsiteY2" fmla="*/ 180606 h 315554"/>
                    <a:gd name="connsiteX3" fmla="*/ 146046 w 167984"/>
                    <a:gd name="connsiteY3" fmla="*/ 314397 h 315554"/>
                    <a:gd name="connsiteX4" fmla="*/ 128167 w 167984"/>
                    <a:gd name="connsiteY4" fmla="*/ 200730 h 315554"/>
                    <a:gd name="connsiteX5" fmla="*/ 143195 w 167984"/>
                    <a:gd name="connsiteY5" fmla="*/ 125154 h 315554"/>
                    <a:gd name="connsiteX6" fmla="*/ 152524 w 167984"/>
                    <a:gd name="connsiteY6" fmla="*/ 78081 h 315554"/>
                    <a:gd name="connsiteX7" fmla="*/ 167984 w 167984"/>
                    <a:gd name="connsiteY7" fmla="*/ 0 h 315554"/>
                    <a:gd name="connsiteX8" fmla="*/ 48790 w 167984"/>
                    <a:gd name="connsiteY8" fmla="*/ 3023 h 31555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7984" h="315554">
                      <a:moveTo>
                        <a:pt x="48790" y="3023"/>
                      </a:moveTo>
                      <a:cubicBezTo>
                        <a:pt x="48790" y="3023"/>
                        <a:pt x="48099" y="6910"/>
                        <a:pt x="46890" y="13560"/>
                      </a:cubicBezTo>
                      <a:cubicBezTo>
                        <a:pt x="40930" y="45518"/>
                        <a:pt x="18128" y="151498"/>
                        <a:pt x="2667" y="180606"/>
                      </a:cubicBezTo>
                      <a:cubicBezTo>
                        <a:pt x="-15990" y="215846"/>
                        <a:pt x="66583" y="328130"/>
                        <a:pt x="146046" y="314397"/>
                      </a:cubicBezTo>
                      <a:cubicBezTo>
                        <a:pt x="169712" y="310337"/>
                        <a:pt x="126007" y="211181"/>
                        <a:pt x="128167" y="200730"/>
                      </a:cubicBezTo>
                      <a:cubicBezTo>
                        <a:pt x="132140" y="180606"/>
                        <a:pt x="137668" y="153225"/>
                        <a:pt x="143195" y="125154"/>
                      </a:cubicBezTo>
                      <a:cubicBezTo>
                        <a:pt x="146305" y="109262"/>
                        <a:pt x="149501" y="93196"/>
                        <a:pt x="152524" y="78081"/>
                      </a:cubicBezTo>
                      <a:cubicBezTo>
                        <a:pt x="160988" y="35154"/>
                        <a:pt x="167984" y="0"/>
                        <a:pt x="167984" y="0"/>
                      </a:cubicBezTo>
                      <a:lnTo>
                        <a:pt x="48790" y="3023"/>
                      </a:ln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2" name="" descr="60b0f663-dfdc-4f7c-9623-c98d2ea6bcc7"/>
                <p:cNvSpPr/>
                <p:nvPr/>
              </p:nvSpPr>
              <p:spPr>
                <a:xfrm>
                  <a:off x="2354675" y="3740201"/>
                  <a:ext cx="124636" cy="124894"/>
                </a:xfrm>
                <a:custGeom>
                  <a:gdLst>
                    <a:gd name="connsiteX0" fmla="*/ 3628 w 124636"/>
                    <a:gd name="connsiteY0" fmla="*/ 13474 h 124894"/>
                    <a:gd name="connsiteX1" fmla="*/ 5528 w 124636"/>
                    <a:gd name="connsiteY1" fmla="*/ 2937 h 124894"/>
                    <a:gd name="connsiteX2" fmla="*/ 124636 w 124636"/>
                    <a:gd name="connsiteY2" fmla="*/ 0 h 124894"/>
                    <a:gd name="connsiteX3" fmla="*/ 109175 w 124636"/>
                    <a:gd name="connsiteY3" fmla="*/ 78081 h 124894"/>
                    <a:gd name="connsiteX4" fmla="*/ 99933 w 124636"/>
                    <a:gd name="connsiteY4" fmla="*/ 124895 h 124894"/>
                    <a:gd name="connsiteX5" fmla="*/ 43100 w 124636"/>
                    <a:gd name="connsiteY5" fmla="*/ 96479 h 124894"/>
                    <a:gd name="connsiteX6" fmla="*/ 0 w 124636"/>
                    <a:gd name="connsiteY6" fmla="*/ 32562 h 124894"/>
                    <a:gd name="connsiteX7" fmla="*/ 3628 w 124636"/>
                    <a:gd name="connsiteY7" fmla="*/ 13474 h 12489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4636" h="124894">
                      <a:moveTo>
                        <a:pt x="3628" y="13474"/>
                      </a:moveTo>
                      <a:cubicBezTo>
                        <a:pt x="4837" y="6824"/>
                        <a:pt x="5528" y="2937"/>
                        <a:pt x="5528" y="2937"/>
                      </a:cubicBezTo>
                      <a:lnTo>
                        <a:pt x="124636" y="0"/>
                      </a:lnTo>
                      <a:cubicBezTo>
                        <a:pt x="124636" y="0"/>
                        <a:pt x="117726" y="35154"/>
                        <a:pt x="109175" y="78081"/>
                      </a:cubicBezTo>
                      <a:cubicBezTo>
                        <a:pt x="106239" y="93110"/>
                        <a:pt x="103043" y="109089"/>
                        <a:pt x="99933" y="124895"/>
                      </a:cubicBezTo>
                      <a:cubicBezTo>
                        <a:pt x="81536" y="122217"/>
                        <a:pt x="62361" y="113235"/>
                        <a:pt x="43100" y="96479"/>
                      </a:cubicBezTo>
                      <a:cubicBezTo>
                        <a:pt x="22111" y="78167"/>
                        <a:pt x="8378" y="56056"/>
                        <a:pt x="0" y="32562"/>
                      </a:cubicBezTo>
                      <a:cubicBezTo>
                        <a:pt x="1468" y="24875"/>
                        <a:pt x="2678" y="18397"/>
                        <a:pt x="3628" y="13474"/>
                      </a:cubicBezTo>
                      <a:close/>
                    </a:path>
                  </a:pathLst>
                </a:custGeom>
                <a:solidFill>
                  <a:srgbClr val="F47458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3" name="" descr="741bb949-2019-47ff-a664-ea5f8fc874da"/>
                <p:cNvSpPr/>
                <p:nvPr/>
              </p:nvSpPr>
              <p:spPr>
                <a:xfrm>
                  <a:off x="2309857" y="3472644"/>
                  <a:ext cx="246262" cy="330844"/>
                </a:xfrm>
                <a:custGeom>
                  <a:gdLst>
                    <a:gd name="connsiteX0" fmla="*/ 130500 w 246262"/>
                    <a:gd name="connsiteY0" fmla="*/ 319 h 330844"/>
                    <a:gd name="connsiteX1" fmla="*/ 39204 w 246262"/>
                    <a:gd name="connsiteY1" fmla="*/ 39273 h 330844"/>
                    <a:gd name="connsiteX2" fmla="*/ 53542 w 246262"/>
                    <a:gd name="connsiteY2" fmla="*/ 301501 h 330844"/>
                    <a:gd name="connsiteX3" fmla="*/ 240107 w 246262"/>
                    <a:gd name="connsiteY3" fmla="*/ 199840 h 330844"/>
                    <a:gd name="connsiteX4" fmla="*/ 130500 w 246262"/>
                    <a:gd name="connsiteY4" fmla="*/ 319 h 33084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6262" h="330844">
                      <a:moveTo>
                        <a:pt x="130500" y="319"/>
                      </a:moveTo>
                      <a:cubicBezTo>
                        <a:pt x="130500" y="319"/>
                        <a:pt x="74358" y="-6159"/>
                        <a:pt x="39204" y="39273"/>
                      </a:cubicBezTo>
                      <a:cubicBezTo>
                        <a:pt x="4050" y="84705"/>
                        <a:pt x="-33867" y="225147"/>
                        <a:pt x="53542" y="301501"/>
                      </a:cubicBezTo>
                      <a:cubicBezTo>
                        <a:pt x="140951" y="377854"/>
                        <a:pt x="227324" y="291395"/>
                        <a:pt x="240107" y="199840"/>
                      </a:cubicBezTo>
                      <a:cubicBezTo>
                        <a:pt x="252804" y="108112"/>
                        <a:pt x="257814" y="-2963"/>
                        <a:pt x="130500" y="319"/>
                      </a:cubicBez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4" name="" descr="f6c5c842-d6fb-44e7-9ed3-ae592b1e4a57"/>
                <p:cNvSpPr/>
                <p:nvPr/>
              </p:nvSpPr>
              <p:spPr>
                <a:xfrm>
                  <a:off x="2527902" y="3620939"/>
                  <a:ext cx="55288" cy="76918"/>
                </a:xfrm>
                <a:custGeom>
                  <a:gdLst>
                    <a:gd name="connsiteX0" fmla="*/ 47888 w 55288"/>
                    <a:gd name="connsiteY0" fmla="*/ 50077 h 76918"/>
                    <a:gd name="connsiteX1" fmla="*/ 8761 w 55288"/>
                    <a:gd name="connsiteY1" fmla="*/ 75125 h 76918"/>
                    <a:gd name="connsiteX2" fmla="*/ 7465 w 55288"/>
                    <a:gd name="connsiteY2" fmla="*/ 26842 h 76918"/>
                    <a:gd name="connsiteX3" fmla="*/ 46592 w 55288"/>
                    <a:gd name="connsiteY3" fmla="*/ 1794 h 76918"/>
                    <a:gd name="connsiteX4" fmla="*/ 47888 w 55288"/>
                    <a:gd name="connsiteY4" fmla="*/ 50077 h 76918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287" h="76918">
                      <a:moveTo>
                        <a:pt x="47888" y="50077"/>
                      </a:moveTo>
                      <a:cubicBezTo>
                        <a:pt x="37437" y="70288"/>
                        <a:pt x="19903" y="81516"/>
                        <a:pt x="8761" y="75125"/>
                      </a:cubicBezTo>
                      <a:cubicBezTo>
                        <a:pt x="-2381" y="68733"/>
                        <a:pt x="-2986" y="47140"/>
                        <a:pt x="7465" y="26842"/>
                      </a:cubicBezTo>
                      <a:cubicBezTo>
                        <a:pt x="17916" y="6631"/>
                        <a:pt x="35364" y="-4597"/>
                        <a:pt x="46592" y="1794"/>
                      </a:cubicBezTo>
                      <a:cubicBezTo>
                        <a:pt x="57648" y="8272"/>
                        <a:pt x="58253" y="29865"/>
                        <a:pt x="47888" y="50077"/>
                      </a:cubicBez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5" name="" descr="0b42baf2-3745-4748-8836-9d99e7077b94"/>
                <p:cNvSpPr/>
                <p:nvPr/>
              </p:nvSpPr>
              <p:spPr>
                <a:xfrm>
                  <a:off x="2257333" y="3456512"/>
                  <a:ext cx="189329" cy="218304"/>
                </a:xfrm>
                <a:custGeom>
                  <a:gdLst>
                    <a:gd name="connsiteX0" fmla="*/ 189329 w 189329"/>
                    <a:gd name="connsiteY0" fmla="*/ 1422 h 218304"/>
                    <a:gd name="connsiteX1" fmla="*/ 60720 w 189329"/>
                    <a:gd name="connsiteY1" fmla="*/ 141174 h 218304"/>
                    <a:gd name="connsiteX2" fmla="*/ 0 w 189329"/>
                    <a:gd name="connsiteY2" fmla="*/ 218304 h 218304"/>
                    <a:gd name="connsiteX3" fmla="*/ 72294 w 189329"/>
                    <a:gd name="connsiteY3" fmla="*/ 23275 h 218304"/>
                    <a:gd name="connsiteX4" fmla="*/ 189329 w 189329"/>
                    <a:gd name="connsiteY4" fmla="*/ 1422 h 21830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9329" h="218304">
                      <a:moveTo>
                        <a:pt x="189329" y="1422"/>
                      </a:moveTo>
                      <a:cubicBezTo>
                        <a:pt x="189329" y="1422"/>
                        <a:pt x="114358" y="134955"/>
                        <a:pt x="60720" y="141174"/>
                      </a:cubicBezTo>
                      <a:cubicBezTo>
                        <a:pt x="7083" y="147306"/>
                        <a:pt x="0" y="218304"/>
                        <a:pt x="0" y="218304"/>
                      </a:cubicBezTo>
                      <a:cubicBezTo>
                        <a:pt x="0" y="218304"/>
                        <a:pt x="19175" y="54801"/>
                        <a:pt x="72294" y="23275"/>
                      </a:cubicBezTo>
                      <a:cubicBezTo>
                        <a:pt x="125413" y="-8338"/>
                        <a:pt x="189329" y="1422"/>
                        <a:pt x="189329" y="1422"/>
                      </a:cubicBezTo>
                      <a:close/>
                    </a:path>
                  </a:pathLst>
                </a:custGeom>
                <a:solidFill>
                  <a:srgbClr val="184655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6" name="" descr="6ca12ab7-7a46-4ad6-872d-80218486a392"/>
                <p:cNvSpPr/>
                <p:nvPr/>
              </p:nvSpPr>
              <p:spPr>
                <a:xfrm>
                  <a:off x="2275922" y="3593514"/>
                  <a:ext cx="57228" cy="86599"/>
                </a:xfrm>
                <a:custGeom>
                  <a:gdLst>
                    <a:gd name="connsiteX0" fmla="*/ 56124 w 57228"/>
                    <a:gd name="connsiteY0" fmla="*/ 37685 h 86599"/>
                    <a:gd name="connsiteX1" fmla="*/ 36517 w 57228"/>
                    <a:gd name="connsiteY1" fmla="*/ 86226 h 86599"/>
                    <a:gd name="connsiteX2" fmla="*/ 1104 w 57228"/>
                    <a:gd name="connsiteY2" fmla="*/ 48913 h 86599"/>
                    <a:gd name="connsiteX3" fmla="*/ 20711 w 57228"/>
                    <a:gd name="connsiteY3" fmla="*/ 371 h 86599"/>
                    <a:gd name="connsiteX4" fmla="*/ 56124 w 57228"/>
                    <a:gd name="connsiteY4" fmla="*/ 37685 h 86599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228" h="86599">
                      <a:moveTo>
                        <a:pt x="56124" y="37685"/>
                      </a:moveTo>
                      <a:cubicBezTo>
                        <a:pt x="60442" y="61437"/>
                        <a:pt x="51719" y="83117"/>
                        <a:pt x="36517" y="86226"/>
                      </a:cubicBezTo>
                      <a:cubicBezTo>
                        <a:pt x="21316" y="89336"/>
                        <a:pt x="5509" y="72665"/>
                        <a:pt x="1104" y="48913"/>
                      </a:cubicBezTo>
                      <a:cubicBezTo>
                        <a:pt x="-3214" y="25160"/>
                        <a:pt x="5509" y="3481"/>
                        <a:pt x="20711" y="371"/>
                      </a:cubicBezTo>
                      <a:cubicBezTo>
                        <a:pt x="35913" y="-2738"/>
                        <a:pt x="51805" y="14019"/>
                        <a:pt x="56124" y="37685"/>
                      </a:cubicBez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7" name="" descr="b9f2aebd-53a2-4710-81c3-48ea8fb17f08"/>
                <p:cNvSpPr/>
                <p:nvPr/>
              </p:nvSpPr>
              <p:spPr>
                <a:xfrm>
                  <a:off x="1939567" y="3698914"/>
                  <a:ext cx="356680" cy="485813"/>
                </a:xfrm>
                <a:custGeom>
                  <a:gdLst>
                    <a:gd name="connsiteX0" fmla="*/ 133360 w 356680"/>
                    <a:gd name="connsiteY0" fmla="*/ 0 h 485813"/>
                    <a:gd name="connsiteX1" fmla="*/ 349292 w 356680"/>
                    <a:gd name="connsiteY1" fmla="*/ 283044 h 485813"/>
                    <a:gd name="connsiteX2" fmla="*/ 245817 w 356680"/>
                    <a:gd name="connsiteY2" fmla="*/ 485761 h 485813"/>
                    <a:gd name="connsiteX3" fmla="*/ 0 w 356680"/>
                    <a:gd name="connsiteY3" fmla="*/ 127745 h 485813"/>
                    <a:gd name="connsiteX4" fmla="*/ 133360 w 356680"/>
                    <a:gd name="connsiteY4" fmla="*/ 0 h 485813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680" h="485812">
                      <a:moveTo>
                        <a:pt x="133360" y="0"/>
                      </a:moveTo>
                      <a:cubicBezTo>
                        <a:pt x="133360" y="0"/>
                        <a:pt x="321307" y="201681"/>
                        <a:pt x="349292" y="283044"/>
                      </a:cubicBezTo>
                      <a:cubicBezTo>
                        <a:pt x="377276" y="364320"/>
                        <a:pt x="322084" y="480665"/>
                        <a:pt x="245817" y="485761"/>
                      </a:cubicBezTo>
                      <a:cubicBezTo>
                        <a:pt x="169636" y="490856"/>
                        <a:pt x="0" y="127745"/>
                        <a:pt x="0" y="127745"/>
                      </a:cubicBezTo>
                      <a:lnTo>
                        <a:pt x="133360" y="0"/>
                      </a:ln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78" name="" descr="046b589e-821a-47c1-aa65-74a071645df7"/>
                <p:cNvGrpSpPr/>
                <p:nvPr/>
              </p:nvGrpSpPr>
              <p:grpSpPr>
                <a:xfrm>
                  <a:off x="2713900" y="4002601"/>
                  <a:ext cx="441278" cy="2818085"/>
                  <a:chOff x="2713900" y="4002601"/>
                  <a:chExt cx="441278" cy="2818085"/>
                </a:xfrm>
              </p:grpSpPr>
              <p:sp>
                <p:nvSpPr>
                  <p:cNvPr id="179" name="" descr="8af12980-3844-454d-b04d-081efbb2e206"/>
                  <p:cNvSpPr/>
                  <p:nvPr/>
                </p:nvSpPr>
                <p:spPr>
                  <a:xfrm>
                    <a:off x="2737652" y="4002601"/>
                    <a:ext cx="393773" cy="2091603"/>
                  </a:xfrm>
                  <a:custGeom>
                    <a:gdLst>
                      <a:gd name="connsiteX0" fmla="*/ 261882 w 393773"/>
                      <a:gd name="connsiteY0" fmla="*/ 0 h 2091603"/>
                      <a:gd name="connsiteX1" fmla="*/ 131891 w 393773"/>
                      <a:gd name="connsiteY1" fmla="*/ 0 h 2091603"/>
                      <a:gd name="connsiteX2" fmla="*/ 0 w 393773"/>
                      <a:gd name="connsiteY2" fmla="*/ 137937 h 2091603"/>
                      <a:gd name="connsiteX3" fmla="*/ 0 w 393773"/>
                      <a:gd name="connsiteY3" fmla="*/ 2091604 h 2091603"/>
                      <a:gd name="connsiteX4" fmla="*/ 393774 w 393773"/>
                      <a:gd name="connsiteY4" fmla="*/ 2091604 h 2091603"/>
                      <a:gd name="connsiteX5" fmla="*/ 393774 w 393773"/>
                      <a:gd name="connsiteY5" fmla="*/ 137937 h 2091603"/>
                      <a:gd name="connsiteX6" fmla="*/ 261882 w 393773"/>
                      <a:gd name="connsiteY6" fmla="*/ 0 h 209160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93773" h="2091603">
                        <a:moveTo>
                          <a:pt x="261882" y="0"/>
                        </a:moveTo>
                        <a:lnTo>
                          <a:pt x="131891" y="0"/>
                        </a:lnTo>
                        <a:cubicBezTo>
                          <a:pt x="59079" y="0"/>
                          <a:pt x="0" y="61756"/>
                          <a:pt x="0" y="137937"/>
                        </a:cubicBezTo>
                        <a:lnTo>
                          <a:pt x="0" y="2091604"/>
                        </a:lnTo>
                        <a:lnTo>
                          <a:pt x="393774" y="2091604"/>
                        </a:lnTo>
                        <a:lnTo>
                          <a:pt x="393774" y="137937"/>
                        </a:lnTo>
                        <a:cubicBezTo>
                          <a:pt x="393774" y="61756"/>
                          <a:pt x="334695" y="0"/>
                          <a:pt x="261882" y="0"/>
                        </a:cubicBezTo>
                        <a:close/>
                      </a:path>
                    </a:pathLst>
                  </a:custGeom>
                  <a:solidFill>
                    <a:srgbClr val="466EB6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" name="" descr="afe66ee9-40d2-4e20-92bf-c0dead05181f"/>
                  <p:cNvSpPr/>
                  <p:nvPr/>
                </p:nvSpPr>
                <p:spPr>
                  <a:xfrm>
                    <a:off x="2858142" y="4002601"/>
                    <a:ext cx="152793" cy="2091517"/>
                  </a:xfrm>
                  <a:custGeom>
                    <a:gdLst>
                      <a:gd name="connsiteX0" fmla="*/ 0 w 152793"/>
                      <a:gd name="connsiteY0" fmla="*/ 0 h 2091517"/>
                      <a:gd name="connsiteX1" fmla="*/ 152794 w 152793"/>
                      <a:gd name="connsiteY1" fmla="*/ 0 h 2091517"/>
                      <a:gd name="connsiteX2" fmla="*/ 152794 w 152793"/>
                      <a:gd name="connsiteY2" fmla="*/ 2091517 h 2091517"/>
                      <a:gd name="connsiteX3" fmla="*/ 0 w 152793"/>
                      <a:gd name="connsiteY3" fmla="*/ 2091517 h 2091517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793" h="2091517">
                        <a:moveTo>
                          <a:pt x="0" y="0"/>
                        </a:moveTo>
                        <a:lnTo>
                          <a:pt x="152794" y="0"/>
                        </a:lnTo>
                        <a:lnTo>
                          <a:pt x="152794" y="2091517"/>
                        </a:lnTo>
                        <a:lnTo>
                          <a:pt x="0" y="2091517"/>
                        </a:lnTo>
                        <a:close/>
                      </a:path>
                    </a:pathLst>
                  </a:custGeom>
                  <a:solidFill>
                    <a:srgbClr val="86B1F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1" name="" descr="6c10bca0-f75e-478a-b02b-116ddcaabf76"/>
                  <p:cNvSpPr/>
                  <p:nvPr/>
                </p:nvSpPr>
                <p:spPr>
                  <a:xfrm>
                    <a:off x="2832749" y="6567528"/>
                    <a:ext cx="196843" cy="253158"/>
                  </a:xfrm>
                  <a:custGeom>
                    <a:gdLst>
                      <a:gd name="connsiteX0" fmla="*/ 96997 w 196843"/>
                      <a:gd name="connsiteY0" fmla="*/ 253159 h 253158"/>
                      <a:gd name="connsiteX1" fmla="*/ 96997 w 196843"/>
                      <a:gd name="connsiteY1" fmla="*/ 253159 h 253158"/>
                      <a:gd name="connsiteX2" fmla="*/ 152362 w 196843"/>
                      <a:gd name="connsiteY2" fmla="*/ 206863 h 253158"/>
                      <a:gd name="connsiteX3" fmla="*/ 196844 w 196843"/>
                      <a:gd name="connsiteY3" fmla="*/ 0 h 253158"/>
                      <a:gd name="connsiteX4" fmla="*/ 0 w 196843"/>
                      <a:gd name="connsiteY4" fmla="*/ 0 h 253158"/>
                      <a:gd name="connsiteX5" fmla="*/ 41459 w 196843"/>
                      <a:gd name="connsiteY5" fmla="*/ 206085 h 253158"/>
                      <a:gd name="connsiteX6" fmla="*/ 96997 w 196843"/>
                      <a:gd name="connsiteY6" fmla="*/ 253159 h 25315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6843" h="253157">
                        <a:moveTo>
                          <a:pt x="96997" y="253159"/>
                        </a:moveTo>
                        <a:lnTo>
                          <a:pt x="96997" y="253159"/>
                        </a:lnTo>
                        <a:cubicBezTo>
                          <a:pt x="123513" y="253159"/>
                          <a:pt x="146575" y="233898"/>
                          <a:pt x="152362" y="206863"/>
                        </a:cubicBezTo>
                        <a:lnTo>
                          <a:pt x="196844" y="0"/>
                        </a:lnTo>
                        <a:lnTo>
                          <a:pt x="0" y="0"/>
                        </a:lnTo>
                        <a:lnTo>
                          <a:pt x="41459" y="206085"/>
                        </a:lnTo>
                        <a:cubicBezTo>
                          <a:pt x="46987" y="233552"/>
                          <a:pt x="70221" y="253159"/>
                          <a:pt x="96997" y="253159"/>
                        </a:cubicBezTo>
                        <a:close/>
                      </a:path>
                    </a:pathLst>
                  </a:custGeom>
                  <a:solidFill>
                    <a:srgbClr val="B7574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2" name="" descr="fe5dee4a-aa96-45ba-b2b3-da2af30164e1"/>
                  <p:cNvSpPr/>
                  <p:nvPr/>
                </p:nvSpPr>
                <p:spPr>
                  <a:xfrm>
                    <a:off x="2737652" y="6094118"/>
                    <a:ext cx="393773" cy="473409"/>
                  </a:xfrm>
                  <a:custGeom>
                    <a:gdLst>
                      <a:gd name="connsiteX0" fmla="*/ 95183 w 393773"/>
                      <a:gd name="connsiteY0" fmla="*/ 473323 h 473409"/>
                      <a:gd name="connsiteX1" fmla="*/ 291940 w 393773"/>
                      <a:gd name="connsiteY1" fmla="*/ 473409 h 473409"/>
                      <a:gd name="connsiteX2" fmla="*/ 393774 w 393773"/>
                      <a:gd name="connsiteY2" fmla="*/ 0 h 473409"/>
                      <a:gd name="connsiteX3" fmla="*/ 0 w 393773"/>
                      <a:gd name="connsiteY3" fmla="*/ 0 h 47340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93773" h="473409">
                        <a:moveTo>
                          <a:pt x="95183" y="473323"/>
                        </a:moveTo>
                        <a:lnTo>
                          <a:pt x="291940" y="473409"/>
                        </a:lnTo>
                        <a:lnTo>
                          <a:pt x="39377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AE0B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3" name="" descr="a7f26753-3fca-4001-8010-67be00ca54fa"/>
                  <p:cNvSpPr/>
                  <p:nvPr/>
                </p:nvSpPr>
                <p:spPr>
                  <a:xfrm>
                    <a:off x="2737738" y="4002601"/>
                    <a:ext cx="393773" cy="366738"/>
                  </a:xfrm>
                  <a:custGeom>
                    <a:gdLst>
                      <a:gd name="connsiteX0" fmla="*/ 316815 w 393773"/>
                      <a:gd name="connsiteY0" fmla="*/ 0 h 366738"/>
                      <a:gd name="connsiteX1" fmla="*/ 76872 w 393773"/>
                      <a:gd name="connsiteY1" fmla="*/ 0 h 366738"/>
                      <a:gd name="connsiteX2" fmla="*/ 0 w 393773"/>
                      <a:gd name="connsiteY2" fmla="*/ 80413 h 366738"/>
                      <a:gd name="connsiteX3" fmla="*/ 0 w 393773"/>
                      <a:gd name="connsiteY3" fmla="*/ 366739 h 366738"/>
                      <a:gd name="connsiteX4" fmla="*/ 393774 w 393773"/>
                      <a:gd name="connsiteY4" fmla="*/ 366739 h 366738"/>
                      <a:gd name="connsiteX5" fmla="*/ 393774 w 393773"/>
                      <a:gd name="connsiteY5" fmla="*/ 80413 h 366738"/>
                      <a:gd name="connsiteX6" fmla="*/ 316815 w 393773"/>
                      <a:gd name="connsiteY6" fmla="*/ 0 h 3667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93773" h="366738">
                        <a:moveTo>
                          <a:pt x="316815" y="0"/>
                        </a:moveTo>
                        <a:lnTo>
                          <a:pt x="76872" y="0"/>
                        </a:lnTo>
                        <a:cubicBezTo>
                          <a:pt x="34376" y="0"/>
                          <a:pt x="0" y="36017"/>
                          <a:pt x="0" y="80413"/>
                        </a:cubicBezTo>
                        <a:lnTo>
                          <a:pt x="0" y="366739"/>
                        </a:lnTo>
                        <a:lnTo>
                          <a:pt x="393774" y="366739"/>
                        </a:lnTo>
                        <a:lnTo>
                          <a:pt x="393774" y="80413"/>
                        </a:lnTo>
                        <a:cubicBezTo>
                          <a:pt x="393687" y="36017"/>
                          <a:pt x="359224" y="0"/>
                          <a:pt x="316815" y="0"/>
                        </a:cubicBezTo>
                        <a:close/>
                      </a:path>
                    </a:pathLst>
                  </a:custGeom>
                  <a:solidFill>
                    <a:srgbClr val="F47458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" name="" descr="d0aebfe7-9444-4d95-aab3-10255261f0d1"/>
                  <p:cNvSpPr/>
                  <p:nvPr/>
                </p:nvSpPr>
                <p:spPr>
                  <a:xfrm>
                    <a:off x="2713900" y="4369340"/>
                    <a:ext cx="441278" cy="86372"/>
                  </a:xfrm>
                  <a:custGeom>
                    <a:gdLst>
                      <a:gd name="connsiteX0" fmla="*/ 3541 w 441278"/>
                      <a:gd name="connsiteY0" fmla="*/ 86373 h 86372"/>
                      <a:gd name="connsiteX1" fmla="*/ 437737 w 441278"/>
                      <a:gd name="connsiteY1" fmla="*/ 86373 h 86372"/>
                      <a:gd name="connsiteX2" fmla="*/ 441279 w 441278"/>
                      <a:gd name="connsiteY2" fmla="*/ 82832 h 86372"/>
                      <a:gd name="connsiteX3" fmla="*/ 441279 w 441278"/>
                      <a:gd name="connsiteY3" fmla="*/ 3541 h 86372"/>
                      <a:gd name="connsiteX4" fmla="*/ 437737 w 441278"/>
                      <a:gd name="connsiteY4" fmla="*/ 0 h 86372"/>
                      <a:gd name="connsiteX5" fmla="*/ 3541 w 441278"/>
                      <a:gd name="connsiteY5" fmla="*/ 0 h 86372"/>
                      <a:gd name="connsiteX6" fmla="*/ 0 w 441278"/>
                      <a:gd name="connsiteY6" fmla="*/ 3541 h 86372"/>
                      <a:gd name="connsiteX7" fmla="*/ 0 w 441278"/>
                      <a:gd name="connsiteY7" fmla="*/ 82832 h 86372"/>
                      <a:gd name="connsiteX8" fmla="*/ 3541 w 441278"/>
                      <a:gd name="connsiteY8" fmla="*/ 86373 h 8637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41278" h="86372">
                        <a:moveTo>
                          <a:pt x="3541" y="86373"/>
                        </a:moveTo>
                        <a:lnTo>
                          <a:pt x="437737" y="86373"/>
                        </a:lnTo>
                        <a:cubicBezTo>
                          <a:pt x="439724" y="86373"/>
                          <a:pt x="441279" y="84818"/>
                          <a:pt x="441279" y="82832"/>
                        </a:cubicBezTo>
                        <a:lnTo>
                          <a:pt x="441279" y="3541"/>
                        </a:lnTo>
                        <a:cubicBezTo>
                          <a:pt x="441279" y="1555"/>
                          <a:pt x="439724" y="0"/>
                          <a:pt x="437737" y="0"/>
                        </a:cubicBezTo>
                        <a:lnTo>
                          <a:pt x="3541" y="0"/>
                        </a:lnTo>
                        <a:cubicBezTo>
                          <a:pt x="1555" y="0"/>
                          <a:pt x="0" y="1555"/>
                          <a:pt x="0" y="3541"/>
                        </a:cubicBezTo>
                        <a:lnTo>
                          <a:pt x="0" y="82832"/>
                        </a:lnTo>
                        <a:cubicBezTo>
                          <a:pt x="0" y="84732"/>
                          <a:pt x="1555" y="86373"/>
                          <a:pt x="3541" y="86373"/>
                        </a:cubicBezTo>
                        <a:close/>
                      </a:path>
                    </a:pathLst>
                  </a:custGeom>
                  <a:solidFill>
                    <a:srgbClr val="86B1F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46" name="" descr="00809962-482b-464f-834c-1ffe0ebb8744"/>
              <p:cNvSpPr/>
              <p:nvPr/>
            </p:nvSpPr>
            <p:spPr>
              <a:xfrm>
                <a:off x="5224843" y="759475"/>
                <a:ext cx="286152" cy="156421"/>
              </a:xfrm>
              <a:custGeom>
                <a:gdLst>
                  <a:gd name="connsiteX0" fmla="*/ 277429 w 286152"/>
                  <a:gd name="connsiteY0" fmla="*/ 102006 h 156421"/>
                  <a:gd name="connsiteX1" fmla="*/ 214809 w 286152"/>
                  <a:gd name="connsiteY1" fmla="*/ 117208 h 156421"/>
                  <a:gd name="connsiteX2" fmla="*/ 172746 w 286152"/>
                  <a:gd name="connsiteY2" fmla="*/ 40250 h 156421"/>
                  <a:gd name="connsiteX3" fmla="*/ 77649 w 286152"/>
                  <a:gd name="connsiteY3" fmla="*/ 53551 h 156421"/>
                  <a:gd name="connsiteX4" fmla="*/ 34290 w 286152"/>
                  <a:gd name="connsiteY4" fmla="*/ 0 h 156421"/>
                  <a:gd name="connsiteX5" fmla="*/ 0 w 286152"/>
                  <a:gd name="connsiteY5" fmla="*/ 17361 h 156421"/>
                  <a:gd name="connsiteX6" fmla="*/ 58042 w 286152"/>
                  <a:gd name="connsiteY6" fmla="*/ 88964 h 156421"/>
                  <a:gd name="connsiteX7" fmla="*/ 148129 w 286152"/>
                  <a:gd name="connsiteY7" fmla="*/ 76354 h 156421"/>
                  <a:gd name="connsiteX8" fmla="*/ 191920 w 286152"/>
                  <a:gd name="connsiteY8" fmla="*/ 156421 h 156421"/>
                  <a:gd name="connsiteX9" fmla="*/ 286153 w 286152"/>
                  <a:gd name="connsiteY9" fmla="*/ 133619 h 15642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6152" h="156421">
                    <a:moveTo>
                      <a:pt x="277429" y="102006"/>
                    </a:moveTo>
                    <a:lnTo>
                      <a:pt x="214809" y="117208"/>
                    </a:lnTo>
                    <a:lnTo>
                      <a:pt x="172746" y="40250"/>
                    </a:lnTo>
                    <a:lnTo>
                      <a:pt x="77649" y="53551"/>
                    </a:lnTo>
                    <a:lnTo>
                      <a:pt x="34290" y="0"/>
                    </a:lnTo>
                    <a:lnTo>
                      <a:pt x="0" y="17361"/>
                    </a:lnTo>
                    <a:lnTo>
                      <a:pt x="58042" y="88964"/>
                    </a:lnTo>
                    <a:lnTo>
                      <a:pt x="148129" y="76354"/>
                    </a:lnTo>
                    <a:lnTo>
                      <a:pt x="191920" y="156421"/>
                    </a:lnTo>
                    <a:lnTo>
                      <a:pt x="286153" y="133619"/>
                    </a:lnTo>
                    <a:close/>
                  </a:path>
                </a:pathLst>
              </a:custGeom>
              <a:solidFill>
                <a:srgbClr val="50BFA5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" descr="3b6ef4d3-2d10-47bd-930a-cb1f67833723"/>
              <p:cNvSpPr/>
              <p:nvPr/>
            </p:nvSpPr>
            <p:spPr>
              <a:xfrm>
                <a:off x="9445018" y="2233600"/>
                <a:ext cx="302995" cy="200730"/>
              </a:xfrm>
              <a:custGeom>
                <a:gdLst>
                  <a:gd name="connsiteX0" fmla="*/ 162640 w 302995"/>
                  <a:gd name="connsiteY0" fmla="*/ 84904 h 200730"/>
                  <a:gd name="connsiteX1" fmla="*/ 57438 w 302995"/>
                  <a:gd name="connsiteY1" fmla="*/ 103561 h 200730"/>
                  <a:gd name="connsiteX2" fmla="*/ 0 w 302995"/>
                  <a:gd name="connsiteY2" fmla="*/ 13906 h 200730"/>
                  <a:gd name="connsiteX3" fmla="*/ 21680 w 302995"/>
                  <a:gd name="connsiteY3" fmla="*/ 0 h 200730"/>
                  <a:gd name="connsiteX4" fmla="*/ 69876 w 302995"/>
                  <a:gd name="connsiteY4" fmla="*/ 75144 h 200730"/>
                  <a:gd name="connsiteX5" fmla="*/ 178187 w 302995"/>
                  <a:gd name="connsiteY5" fmla="*/ 55969 h 200730"/>
                  <a:gd name="connsiteX6" fmla="*/ 227160 w 302995"/>
                  <a:gd name="connsiteY6" fmla="*/ 169377 h 200730"/>
                  <a:gd name="connsiteX7" fmla="*/ 297468 w 302995"/>
                  <a:gd name="connsiteY7" fmla="*/ 147784 h 200730"/>
                  <a:gd name="connsiteX8" fmla="*/ 302996 w 302995"/>
                  <a:gd name="connsiteY8" fmla="*/ 173005 h 200730"/>
                  <a:gd name="connsiteX9" fmla="*/ 212650 w 302995"/>
                  <a:gd name="connsiteY9" fmla="*/ 200730 h 20073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2995" h="200730">
                    <a:moveTo>
                      <a:pt x="162640" y="84904"/>
                    </a:moveTo>
                    <a:lnTo>
                      <a:pt x="57438" y="103561"/>
                    </a:lnTo>
                    <a:lnTo>
                      <a:pt x="0" y="13906"/>
                    </a:lnTo>
                    <a:lnTo>
                      <a:pt x="21680" y="0"/>
                    </a:lnTo>
                    <a:lnTo>
                      <a:pt x="69876" y="75144"/>
                    </a:lnTo>
                    <a:lnTo>
                      <a:pt x="178187" y="55969"/>
                    </a:lnTo>
                    <a:lnTo>
                      <a:pt x="227160" y="169377"/>
                    </a:lnTo>
                    <a:lnTo>
                      <a:pt x="297468" y="147784"/>
                    </a:lnTo>
                    <a:lnTo>
                      <a:pt x="302996" y="173005"/>
                    </a:lnTo>
                    <a:lnTo>
                      <a:pt x="212650" y="200730"/>
                    </a:lnTo>
                    <a:close/>
                  </a:path>
                </a:pathLst>
              </a:custGeom>
              <a:solidFill>
                <a:srgbClr val="50BFA5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" descr="81f617cf-30d7-45ba-a1bb-1643499e8a01"/>
              <p:cNvSpPr/>
              <p:nvPr/>
            </p:nvSpPr>
            <p:spPr>
              <a:xfrm>
                <a:off x="1453807" y="5299230"/>
                <a:ext cx="198052" cy="305068"/>
              </a:xfrm>
              <a:custGeom>
                <a:gdLst>
                  <a:gd name="connsiteX0" fmla="*/ 115135 w 198052"/>
                  <a:gd name="connsiteY0" fmla="*/ 163504 h 305068"/>
                  <a:gd name="connsiteX1" fmla="*/ 95096 w 198052"/>
                  <a:gd name="connsiteY1" fmla="*/ 58647 h 305068"/>
                  <a:gd name="connsiteX2" fmla="*/ 183888 w 198052"/>
                  <a:gd name="connsiteY2" fmla="*/ 0 h 305068"/>
                  <a:gd name="connsiteX3" fmla="*/ 198053 w 198052"/>
                  <a:gd name="connsiteY3" fmla="*/ 21420 h 305068"/>
                  <a:gd name="connsiteX4" fmla="*/ 123599 w 198052"/>
                  <a:gd name="connsiteY4" fmla="*/ 70653 h 305068"/>
                  <a:gd name="connsiteX5" fmla="*/ 144243 w 198052"/>
                  <a:gd name="connsiteY5" fmla="*/ 178705 h 305068"/>
                  <a:gd name="connsiteX6" fmla="*/ 31612 w 198052"/>
                  <a:gd name="connsiteY6" fmla="*/ 229233 h 305068"/>
                  <a:gd name="connsiteX7" fmla="*/ 54156 w 198052"/>
                  <a:gd name="connsiteY7" fmla="*/ 299195 h 305068"/>
                  <a:gd name="connsiteX8" fmla="*/ 28935 w 198052"/>
                  <a:gd name="connsiteY8" fmla="*/ 305068 h 305068"/>
                  <a:gd name="connsiteX9" fmla="*/ 0 w 198052"/>
                  <a:gd name="connsiteY9" fmla="*/ 215154 h 30506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8052" h="305068">
                    <a:moveTo>
                      <a:pt x="115135" y="163504"/>
                    </a:moveTo>
                    <a:lnTo>
                      <a:pt x="95096" y="58647"/>
                    </a:lnTo>
                    <a:lnTo>
                      <a:pt x="183888" y="0"/>
                    </a:lnTo>
                    <a:lnTo>
                      <a:pt x="198053" y="21420"/>
                    </a:lnTo>
                    <a:lnTo>
                      <a:pt x="123599" y="70653"/>
                    </a:lnTo>
                    <a:lnTo>
                      <a:pt x="144243" y="178705"/>
                    </a:lnTo>
                    <a:lnTo>
                      <a:pt x="31612" y="229233"/>
                    </a:lnTo>
                    <a:lnTo>
                      <a:pt x="54156" y="299195"/>
                    </a:lnTo>
                    <a:lnTo>
                      <a:pt x="28935" y="305068"/>
                    </a:lnTo>
                    <a:lnTo>
                      <a:pt x="0" y="215154"/>
                    </a:lnTo>
                    <a:close/>
                  </a:path>
                </a:pathLst>
              </a:custGeom>
              <a:solidFill>
                <a:srgbClr val="50BFA5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" descr="7f22d480-b6b8-418d-b2c2-bd41890ed0e8"/>
              <p:cNvSpPr/>
              <p:nvPr/>
            </p:nvSpPr>
            <p:spPr>
              <a:xfrm>
                <a:off x="6152359" y="556349"/>
                <a:ext cx="331568" cy="322227"/>
              </a:xfrm>
              <a:custGeom>
                <a:gdLst>
                  <a:gd name="connsiteX0" fmla="*/ 146875 w 331568"/>
                  <a:gd name="connsiteY0" fmla="*/ 313857 h 322227"/>
                  <a:gd name="connsiteX1" fmla="*/ 108180 w 331568"/>
                  <a:gd name="connsiteY1" fmla="*/ 222474 h 322227"/>
                  <a:gd name="connsiteX2" fmla="*/ 10924 w 331568"/>
                  <a:gd name="connsiteY2" fmla="*/ 202522 h 322227"/>
                  <a:gd name="connsiteX3" fmla="*/ 4705 w 331568"/>
                  <a:gd name="connsiteY3" fmla="*/ 178856 h 322227"/>
                  <a:gd name="connsiteX4" fmla="*/ 79677 w 331568"/>
                  <a:gd name="connsiteY4" fmla="*/ 113817 h 322227"/>
                  <a:gd name="connsiteX5" fmla="*/ 68621 w 331568"/>
                  <a:gd name="connsiteY5" fmla="*/ 15179 h 322227"/>
                  <a:gd name="connsiteX6" fmla="*/ 89178 w 331568"/>
                  <a:gd name="connsiteY6" fmla="*/ 1964 h 322227"/>
                  <a:gd name="connsiteX7" fmla="*/ 174169 w 331568"/>
                  <a:gd name="connsiteY7" fmla="*/ 53183 h 322227"/>
                  <a:gd name="connsiteX8" fmla="*/ 264601 w 331568"/>
                  <a:gd name="connsiteY8" fmla="*/ 12156 h 322227"/>
                  <a:gd name="connsiteX9" fmla="*/ 283516 w 331568"/>
                  <a:gd name="connsiteY9" fmla="*/ 27703 h 322227"/>
                  <a:gd name="connsiteX10" fmla="*/ 261060 w 331568"/>
                  <a:gd name="connsiteY10" fmla="*/ 124355 h 322227"/>
                  <a:gd name="connsiteX11" fmla="*/ 327999 w 331568"/>
                  <a:gd name="connsiteY11" fmla="*/ 197685 h 322227"/>
                  <a:gd name="connsiteX12" fmla="*/ 319102 w 331568"/>
                  <a:gd name="connsiteY12" fmla="*/ 220488 h 322227"/>
                  <a:gd name="connsiteX13" fmla="*/ 220205 w 331568"/>
                  <a:gd name="connsiteY13" fmla="*/ 229038 h 322227"/>
                  <a:gd name="connsiteX14" fmla="*/ 171146 w 331568"/>
                  <a:gd name="connsiteY14" fmla="*/ 315325 h 322227"/>
                  <a:gd name="connsiteX15" fmla="*/ 146875 w 331568"/>
                  <a:gd name="connsiteY15" fmla="*/ 313857 h 32222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1568" h="322227">
                    <a:moveTo>
                      <a:pt x="146875" y="313857"/>
                    </a:moveTo>
                    <a:lnTo>
                      <a:pt x="108180" y="222474"/>
                    </a:lnTo>
                    <a:lnTo>
                      <a:pt x="10924" y="202522"/>
                    </a:lnTo>
                    <a:cubicBezTo>
                      <a:pt x="-132" y="200276"/>
                      <a:pt x="-3846" y="186284"/>
                      <a:pt x="4705" y="178856"/>
                    </a:cubicBezTo>
                    <a:lnTo>
                      <a:pt x="79677" y="113817"/>
                    </a:lnTo>
                    <a:lnTo>
                      <a:pt x="68621" y="15179"/>
                    </a:lnTo>
                    <a:cubicBezTo>
                      <a:pt x="67326" y="3951"/>
                      <a:pt x="79504" y="-3823"/>
                      <a:pt x="89178" y="1964"/>
                    </a:cubicBezTo>
                    <a:lnTo>
                      <a:pt x="174169" y="53183"/>
                    </a:lnTo>
                    <a:lnTo>
                      <a:pt x="264601" y="12156"/>
                    </a:lnTo>
                    <a:cubicBezTo>
                      <a:pt x="274879" y="7492"/>
                      <a:pt x="286108" y="16648"/>
                      <a:pt x="283516" y="27703"/>
                    </a:cubicBezTo>
                    <a:lnTo>
                      <a:pt x="261060" y="124355"/>
                    </a:lnTo>
                    <a:lnTo>
                      <a:pt x="327999" y="197685"/>
                    </a:lnTo>
                    <a:cubicBezTo>
                      <a:pt x="335599" y="206063"/>
                      <a:pt x="330331" y="219537"/>
                      <a:pt x="319102" y="220488"/>
                    </a:cubicBezTo>
                    <a:lnTo>
                      <a:pt x="220205" y="229038"/>
                    </a:lnTo>
                    <a:lnTo>
                      <a:pt x="171146" y="315325"/>
                    </a:lnTo>
                    <a:cubicBezTo>
                      <a:pt x="165704" y="325171"/>
                      <a:pt x="151280" y="324308"/>
                      <a:pt x="146875" y="313857"/>
                    </a:cubicBezTo>
                    <a:close/>
                  </a:path>
                </a:pathLst>
              </a:custGeom>
              <a:solidFill>
                <a:srgbClr val="F7CC7F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" descr="5001b4ec-6e2c-465a-9769-b2dba907304c"/>
              <p:cNvSpPr/>
              <p:nvPr/>
            </p:nvSpPr>
            <p:spPr>
              <a:xfrm>
                <a:off x="9059795" y="415885"/>
                <a:ext cx="256181" cy="159789"/>
              </a:xfrm>
              <a:custGeom>
                <a:gdLst>
                  <a:gd name="connsiteX0" fmla="*/ 0 w 256181"/>
                  <a:gd name="connsiteY0" fmla="*/ 142688 h 159789"/>
                  <a:gd name="connsiteX1" fmla="*/ 79031 w 256181"/>
                  <a:gd name="connsiteY1" fmla="*/ 140442 h 159789"/>
                  <a:gd name="connsiteX2" fmla="*/ 114185 w 256181"/>
                  <a:gd name="connsiteY2" fmla="*/ 48628 h 159789"/>
                  <a:gd name="connsiteX3" fmla="*/ 224223 w 256181"/>
                  <a:gd name="connsiteY3" fmla="*/ 63398 h 159789"/>
                  <a:gd name="connsiteX4" fmla="*/ 239943 w 256181"/>
                  <a:gd name="connsiteY4" fmla="*/ 0 h 159789"/>
                  <a:gd name="connsiteX5" fmla="*/ 256181 w 256181"/>
                  <a:gd name="connsiteY5" fmla="*/ 5441 h 159789"/>
                  <a:gd name="connsiteX6" fmla="*/ 237093 w 256181"/>
                  <a:gd name="connsiteY6" fmla="*/ 82400 h 159789"/>
                  <a:gd name="connsiteX7" fmla="*/ 125327 w 256181"/>
                  <a:gd name="connsiteY7" fmla="*/ 67371 h 159789"/>
                  <a:gd name="connsiteX8" fmla="*/ 90864 w 256181"/>
                  <a:gd name="connsiteY8" fmla="*/ 157198 h 159789"/>
                  <a:gd name="connsiteX9" fmla="*/ 518 w 256181"/>
                  <a:gd name="connsiteY9" fmla="*/ 159790 h 159789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6181" h="159789">
                    <a:moveTo>
                      <a:pt x="0" y="142688"/>
                    </a:moveTo>
                    <a:lnTo>
                      <a:pt x="79031" y="140442"/>
                    </a:lnTo>
                    <a:lnTo>
                      <a:pt x="114185" y="48628"/>
                    </a:lnTo>
                    <a:lnTo>
                      <a:pt x="224223" y="63398"/>
                    </a:lnTo>
                    <a:lnTo>
                      <a:pt x="239943" y="0"/>
                    </a:lnTo>
                    <a:lnTo>
                      <a:pt x="256181" y="5441"/>
                    </a:lnTo>
                    <a:lnTo>
                      <a:pt x="237093" y="82400"/>
                    </a:lnTo>
                    <a:lnTo>
                      <a:pt x="125327" y="67371"/>
                    </a:lnTo>
                    <a:lnTo>
                      <a:pt x="90864" y="157198"/>
                    </a:lnTo>
                    <a:lnTo>
                      <a:pt x="518" y="159790"/>
                    </a:lnTo>
                    <a:close/>
                  </a:path>
                </a:pathLst>
              </a:custGeom>
              <a:solidFill>
                <a:srgbClr val="F48C7F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" descr="ee843134-6bf8-45c1-a535-02c794be1318"/>
              <p:cNvSpPr/>
              <p:nvPr/>
            </p:nvSpPr>
            <p:spPr>
              <a:xfrm>
                <a:off x="2568793" y="2619082"/>
                <a:ext cx="113493" cy="88100"/>
              </a:xfrm>
              <a:custGeom>
                <a:gdLst>
                  <a:gd name="connsiteX0" fmla="*/ 113494 w 113493"/>
                  <a:gd name="connsiteY0" fmla="*/ 5873 h 88100"/>
                  <a:gd name="connsiteX1" fmla="*/ 95356 w 113493"/>
                  <a:gd name="connsiteY1" fmla="*/ 88100 h 88100"/>
                  <a:gd name="connsiteX2" fmla="*/ 0 w 113493"/>
                  <a:gd name="connsiteY2" fmla="*/ 57870 h 88100"/>
                  <a:gd name="connsiteX3" fmla="*/ 8205 w 113493"/>
                  <a:gd name="connsiteY3" fmla="*/ 32131 h 88100"/>
                  <a:gd name="connsiteX4" fmla="*/ 75403 w 113493"/>
                  <a:gd name="connsiteY4" fmla="*/ 53465 h 88100"/>
                  <a:gd name="connsiteX5" fmla="*/ 87150 w 113493"/>
                  <a:gd name="connsiteY5" fmla="*/ 0 h 8810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3492" h="88100">
                    <a:moveTo>
                      <a:pt x="113494" y="5873"/>
                    </a:moveTo>
                    <a:lnTo>
                      <a:pt x="95356" y="88100"/>
                    </a:lnTo>
                    <a:lnTo>
                      <a:pt x="0" y="57870"/>
                    </a:lnTo>
                    <a:lnTo>
                      <a:pt x="8205" y="32131"/>
                    </a:lnTo>
                    <a:lnTo>
                      <a:pt x="75403" y="53465"/>
                    </a:lnTo>
                    <a:lnTo>
                      <a:pt x="87150" y="0"/>
                    </a:lnTo>
                    <a:close/>
                  </a:path>
                </a:pathLst>
              </a:custGeom>
              <a:solidFill>
                <a:srgbClr val="50BFA5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" descr="3562c2b1-654b-43f5-9495-0e67525f3f68"/>
              <p:cNvSpPr/>
              <p:nvPr/>
            </p:nvSpPr>
            <p:spPr>
              <a:xfrm>
                <a:off x="7597849" y="329512"/>
                <a:ext cx="461489" cy="326748"/>
              </a:xfrm>
              <a:custGeom>
                <a:gdLst>
                  <a:gd name="connsiteX0" fmla="*/ 405434 w 461489"/>
                  <a:gd name="connsiteY0" fmla="*/ 257909 h 326748"/>
                  <a:gd name="connsiteX1" fmla="*/ 322775 w 461489"/>
                  <a:gd name="connsiteY1" fmla="*/ 279243 h 326748"/>
                  <a:gd name="connsiteX2" fmla="*/ 282353 w 461489"/>
                  <a:gd name="connsiteY2" fmla="*/ 174819 h 326748"/>
                  <a:gd name="connsiteX3" fmla="*/ 198744 w 461489"/>
                  <a:gd name="connsiteY3" fmla="*/ 209886 h 326748"/>
                  <a:gd name="connsiteX4" fmla="*/ 162640 w 461489"/>
                  <a:gd name="connsiteY4" fmla="*/ 105029 h 326748"/>
                  <a:gd name="connsiteX5" fmla="*/ 85855 w 461489"/>
                  <a:gd name="connsiteY5" fmla="*/ 108052 h 326748"/>
                  <a:gd name="connsiteX6" fmla="*/ 53205 w 461489"/>
                  <a:gd name="connsiteY6" fmla="*/ 29367 h 326748"/>
                  <a:gd name="connsiteX7" fmla="*/ 4923 w 461489"/>
                  <a:gd name="connsiteY7" fmla="*/ 43618 h 326748"/>
                  <a:gd name="connsiteX8" fmla="*/ 0 w 461489"/>
                  <a:gd name="connsiteY8" fmla="*/ 19088 h 326748"/>
                  <a:gd name="connsiteX9" fmla="*/ 64261 w 461489"/>
                  <a:gd name="connsiteY9" fmla="*/ 0 h 326748"/>
                  <a:gd name="connsiteX10" fmla="*/ 98379 w 461489"/>
                  <a:gd name="connsiteY10" fmla="*/ 82313 h 326748"/>
                  <a:gd name="connsiteX11" fmla="*/ 176201 w 461489"/>
                  <a:gd name="connsiteY11" fmla="*/ 79204 h 326748"/>
                  <a:gd name="connsiteX12" fmla="*/ 210318 w 461489"/>
                  <a:gd name="connsiteY12" fmla="*/ 178360 h 326748"/>
                  <a:gd name="connsiteX13" fmla="*/ 293149 w 461489"/>
                  <a:gd name="connsiteY13" fmla="*/ 143552 h 326748"/>
                  <a:gd name="connsiteX14" fmla="*/ 334522 w 461489"/>
                  <a:gd name="connsiteY14" fmla="*/ 250395 h 326748"/>
                  <a:gd name="connsiteX15" fmla="*/ 414676 w 461489"/>
                  <a:gd name="connsiteY15" fmla="*/ 229665 h 326748"/>
                  <a:gd name="connsiteX16" fmla="*/ 461490 w 461489"/>
                  <a:gd name="connsiteY16" fmla="*/ 312410 h 326748"/>
                  <a:gd name="connsiteX17" fmla="*/ 444388 w 461489"/>
                  <a:gd name="connsiteY17" fmla="*/ 326748 h 32674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61489" h="326748">
                    <a:moveTo>
                      <a:pt x="405434" y="257909"/>
                    </a:moveTo>
                    <a:lnTo>
                      <a:pt x="322775" y="279243"/>
                    </a:lnTo>
                    <a:lnTo>
                      <a:pt x="282353" y="174819"/>
                    </a:lnTo>
                    <a:lnTo>
                      <a:pt x="198744" y="209886"/>
                    </a:lnTo>
                    <a:lnTo>
                      <a:pt x="162640" y="105029"/>
                    </a:lnTo>
                    <a:lnTo>
                      <a:pt x="85855" y="108052"/>
                    </a:lnTo>
                    <a:lnTo>
                      <a:pt x="53205" y="29367"/>
                    </a:lnTo>
                    <a:lnTo>
                      <a:pt x="4923" y="43618"/>
                    </a:lnTo>
                    <a:lnTo>
                      <a:pt x="0" y="19088"/>
                    </a:lnTo>
                    <a:lnTo>
                      <a:pt x="64261" y="0"/>
                    </a:lnTo>
                    <a:lnTo>
                      <a:pt x="98379" y="82313"/>
                    </a:lnTo>
                    <a:lnTo>
                      <a:pt x="176201" y="79204"/>
                    </a:lnTo>
                    <a:lnTo>
                      <a:pt x="210318" y="178360"/>
                    </a:lnTo>
                    <a:lnTo>
                      <a:pt x="293149" y="143552"/>
                    </a:lnTo>
                    <a:lnTo>
                      <a:pt x="334522" y="250395"/>
                    </a:lnTo>
                    <a:lnTo>
                      <a:pt x="414676" y="229665"/>
                    </a:lnTo>
                    <a:lnTo>
                      <a:pt x="461490" y="312410"/>
                    </a:lnTo>
                    <a:lnTo>
                      <a:pt x="444388" y="326748"/>
                    </a:lnTo>
                    <a:close/>
                  </a:path>
                </a:pathLst>
              </a:custGeom>
              <a:solidFill>
                <a:srgbClr val="F7CC7F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" descr="b221bef6-862b-4aac-a8c7-76b9db8b5a0a"/>
              <p:cNvSpPr/>
              <p:nvPr/>
            </p:nvSpPr>
            <p:spPr>
              <a:xfrm>
                <a:off x="1298422" y="3544912"/>
                <a:ext cx="216191" cy="306796"/>
              </a:xfrm>
              <a:custGeom>
                <a:gdLst>
                  <a:gd name="connsiteX0" fmla="*/ 3541 w 216191"/>
                  <a:gd name="connsiteY0" fmla="*/ 0 h 306796"/>
                  <a:gd name="connsiteX1" fmla="*/ 49405 w 216191"/>
                  <a:gd name="connsiteY1" fmla="*/ 11401 h 306796"/>
                  <a:gd name="connsiteX2" fmla="*/ 48714 w 216191"/>
                  <a:gd name="connsiteY2" fmla="*/ 65384 h 306796"/>
                  <a:gd name="connsiteX3" fmla="*/ 98897 w 216191"/>
                  <a:gd name="connsiteY3" fmla="*/ 89482 h 306796"/>
                  <a:gd name="connsiteX4" fmla="*/ 93542 w 216191"/>
                  <a:gd name="connsiteY4" fmla="*/ 152275 h 306796"/>
                  <a:gd name="connsiteX5" fmla="*/ 155471 w 216191"/>
                  <a:gd name="connsiteY5" fmla="*/ 161603 h 306796"/>
                  <a:gd name="connsiteX6" fmla="*/ 152707 w 216191"/>
                  <a:gd name="connsiteY6" fmla="*/ 230788 h 306796"/>
                  <a:gd name="connsiteX7" fmla="*/ 209022 w 216191"/>
                  <a:gd name="connsiteY7" fmla="*/ 246508 h 306796"/>
                  <a:gd name="connsiteX8" fmla="*/ 216191 w 216191"/>
                  <a:gd name="connsiteY8" fmla="*/ 304982 h 306796"/>
                  <a:gd name="connsiteX9" fmla="*/ 201508 w 216191"/>
                  <a:gd name="connsiteY9" fmla="*/ 306796 h 306796"/>
                  <a:gd name="connsiteX10" fmla="*/ 195548 w 216191"/>
                  <a:gd name="connsiteY10" fmla="*/ 258082 h 306796"/>
                  <a:gd name="connsiteX11" fmla="*/ 137419 w 216191"/>
                  <a:gd name="connsiteY11" fmla="*/ 241844 h 306796"/>
                  <a:gd name="connsiteX12" fmla="*/ 140097 w 216191"/>
                  <a:gd name="connsiteY12" fmla="*/ 174300 h 306796"/>
                  <a:gd name="connsiteX13" fmla="*/ 77649 w 216191"/>
                  <a:gd name="connsiteY13" fmla="*/ 164886 h 306796"/>
                  <a:gd name="connsiteX14" fmla="*/ 83263 w 216191"/>
                  <a:gd name="connsiteY14" fmla="*/ 98378 h 306796"/>
                  <a:gd name="connsiteX15" fmla="*/ 33772 w 216191"/>
                  <a:gd name="connsiteY15" fmla="*/ 74626 h 306796"/>
                  <a:gd name="connsiteX16" fmla="*/ 34463 w 216191"/>
                  <a:gd name="connsiteY16" fmla="*/ 22889 h 306796"/>
                  <a:gd name="connsiteX17" fmla="*/ 0 w 216191"/>
                  <a:gd name="connsiteY17" fmla="*/ 14338 h 306796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6191" h="306796">
                    <a:moveTo>
                      <a:pt x="3541" y="0"/>
                    </a:moveTo>
                    <a:lnTo>
                      <a:pt x="49405" y="11401"/>
                    </a:lnTo>
                    <a:lnTo>
                      <a:pt x="48714" y="65384"/>
                    </a:lnTo>
                    <a:lnTo>
                      <a:pt x="98897" y="89482"/>
                    </a:lnTo>
                    <a:lnTo>
                      <a:pt x="93542" y="152275"/>
                    </a:lnTo>
                    <a:lnTo>
                      <a:pt x="155471" y="161603"/>
                    </a:lnTo>
                    <a:lnTo>
                      <a:pt x="152707" y="230788"/>
                    </a:lnTo>
                    <a:lnTo>
                      <a:pt x="209022" y="246508"/>
                    </a:lnTo>
                    <a:lnTo>
                      <a:pt x="216191" y="304982"/>
                    </a:lnTo>
                    <a:lnTo>
                      <a:pt x="201508" y="306796"/>
                    </a:lnTo>
                    <a:lnTo>
                      <a:pt x="195548" y="258082"/>
                    </a:lnTo>
                    <a:lnTo>
                      <a:pt x="137419" y="241844"/>
                    </a:lnTo>
                    <a:lnTo>
                      <a:pt x="140097" y="174300"/>
                    </a:lnTo>
                    <a:lnTo>
                      <a:pt x="77649" y="164886"/>
                    </a:lnTo>
                    <a:lnTo>
                      <a:pt x="83263" y="98378"/>
                    </a:lnTo>
                    <a:lnTo>
                      <a:pt x="33772" y="74626"/>
                    </a:lnTo>
                    <a:lnTo>
                      <a:pt x="34463" y="22889"/>
                    </a:lnTo>
                    <a:lnTo>
                      <a:pt x="0" y="14338"/>
                    </a:lnTo>
                    <a:close/>
                  </a:path>
                </a:pathLst>
              </a:custGeom>
              <a:solidFill>
                <a:srgbClr val="F47458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54" name="" descr="2cc28cb7-45cd-427f-b361-05e54ee51ad4"/>
              <p:cNvGrpSpPr/>
              <p:nvPr/>
            </p:nvGrpSpPr>
            <p:grpSpPr>
              <a:xfrm>
                <a:off x="3324469" y="492929"/>
                <a:ext cx="6561049" cy="6365329"/>
                <a:chOff x="3324469" y="492929"/>
                <a:chExt cx="6561049" cy="6365329"/>
              </a:xfrm>
            </p:grpSpPr>
            <p:sp>
              <p:nvSpPr>
                <p:cNvPr id="117" name="" descr="3c692cf7-7a3b-425c-b7a6-53f67142309e"/>
                <p:cNvSpPr/>
                <p:nvPr/>
              </p:nvSpPr>
              <p:spPr>
                <a:xfrm>
                  <a:off x="3324469" y="2420684"/>
                  <a:ext cx="5814271" cy="4437575"/>
                </a:xfrm>
                <a:custGeom>
                  <a:gdLst>
                    <a:gd name="connsiteX0" fmla="*/ 5384394 w 5814271"/>
                    <a:gd name="connsiteY0" fmla="*/ 4437576 h 4437575"/>
                    <a:gd name="connsiteX1" fmla="*/ 429878 w 5814271"/>
                    <a:gd name="connsiteY1" fmla="*/ 4437576 h 4437575"/>
                    <a:gd name="connsiteX2" fmla="*/ 0 w 5814271"/>
                    <a:gd name="connsiteY2" fmla="*/ 4007698 h 4437575"/>
                    <a:gd name="connsiteX3" fmla="*/ 0 w 5814271"/>
                    <a:gd name="connsiteY3" fmla="*/ 429877 h 4437575"/>
                    <a:gd name="connsiteX4" fmla="*/ 429878 w 5814271"/>
                    <a:gd name="connsiteY4" fmla="*/ 0 h 4437575"/>
                    <a:gd name="connsiteX5" fmla="*/ 5384394 w 5814271"/>
                    <a:gd name="connsiteY5" fmla="*/ 0 h 4437575"/>
                    <a:gd name="connsiteX6" fmla="*/ 5814271 w 5814271"/>
                    <a:gd name="connsiteY6" fmla="*/ 429877 h 4437575"/>
                    <a:gd name="connsiteX7" fmla="*/ 5814271 w 5814271"/>
                    <a:gd name="connsiteY7" fmla="*/ 4007611 h 4437575"/>
                    <a:gd name="connsiteX8" fmla="*/ 5384394 w 5814271"/>
                    <a:gd name="connsiteY8" fmla="*/ 4437576 h 4437575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814271" h="4437575">
                      <a:moveTo>
                        <a:pt x="5384394" y="4437576"/>
                      </a:moveTo>
                      <a:lnTo>
                        <a:pt x="429878" y="4437576"/>
                      </a:lnTo>
                      <a:cubicBezTo>
                        <a:pt x="192439" y="4437576"/>
                        <a:pt x="0" y="4245137"/>
                        <a:pt x="0" y="4007698"/>
                      </a:cubicBezTo>
                      <a:lnTo>
                        <a:pt x="0" y="429877"/>
                      </a:lnTo>
                      <a:cubicBezTo>
                        <a:pt x="0" y="192439"/>
                        <a:pt x="192439" y="0"/>
                        <a:pt x="429878" y="0"/>
                      </a:cubicBezTo>
                      <a:lnTo>
                        <a:pt x="5384394" y="0"/>
                      </a:lnTo>
                      <a:cubicBezTo>
                        <a:pt x="5621833" y="0"/>
                        <a:pt x="5814271" y="192439"/>
                        <a:pt x="5814271" y="429877"/>
                      </a:cubicBezTo>
                      <a:lnTo>
                        <a:pt x="5814271" y="4007611"/>
                      </a:lnTo>
                      <a:cubicBezTo>
                        <a:pt x="5814357" y="4245137"/>
                        <a:pt x="5621833" y="4437576"/>
                        <a:pt x="5384394" y="4437576"/>
                      </a:cubicBezTo>
                      <a:close/>
                    </a:path>
                  </a:pathLst>
                </a:custGeom>
                <a:solidFill>
                  <a:srgbClr val="466EB6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8" name="" descr="6e2959f7-4aeb-4c87-8bf1-c94ad5bdb802"/>
                <p:cNvSpPr/>
                <p:nvPr/>
              </p:nvSpPr>
              <p:spPr>
                <a:xfrm>
                  <a:off x="3451869" y="2524935"/>
                  <a:ext cx="5593156" cy="4199618"/>
                </a:xfrm>
                <a:custGeom>
                  <a:gdLst>
                    <a:gd name="connsiteX0" fmla="*/ 5366515 w 5593156"/>
                    <a:gd name="connsiteY0" fmla="*/ 4199618 h 4199618"/>
                    <a:gd name="connsiteX1" fmla="*/ 226556 w 5593156"/>
                    <a:gd name="connsiteY1" fmla="*/ 4199618 h 4199618"/>
                    <a:gd name="connsiteX2" fmla="*/ 0 w 5593156"/>
                    <a:gd name="connsiteY2" fmla="*/ 3973063 h 4199618"/>
                    <a:gd name="connsiteX3" fmla="*/ 0 w 5593156"/>
                    <a:gd name="connsiteY3" fmla="*/ 226556 h 4199618"/>
                    <a:gd name="connsiteX4" fmla="*/ 226556 w 5593156"/>
                    <a:gd name="connsiteY4" fmla="*/ 0 h 4199618"/>
                    <a:gd name="connsiteX5" fmla="*/ 5366601 w 5593156"/>
                    <a:gd name="connsiteY5" fmla="*/ 0 h 4199618"/>
                    <a:gd name="connsiteX6" fmla="*/ 5593157 w 5593156"/>
                    <a:gd name="connsiteY6" fmla="*/ 226556 h 4199618"/>
                    <a:gd name="connsiteX7" fmla="*/ 5593157 w 5593156"/>
                    <a:gd name="connsiteY7" fmla="*/ 3973063 h 4199618"/>
                    <a:gd name="connsiteX8" fmla="*/ 5366515 w 5593156"/>
                    <a:gd name="connsiteY8" fmla="*/ 4199618 h 4199618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593156" h="4199618">
                      <a:moveTo>
                        <a:pt x="5366515" y="4199618"/>
                      </a:moveTo>
                      <a:lnTo>
                        <a:pt x="226556" y="4199618"/>
                      </a:lnTo>
                      <a:cubicBezTo>
                        <a:pt x="101402" y="4199618"/>
                        <a:pt x="0" y="4098130"/>
                        <a:pt x="0" y="3973063"/>
                      </a:cubicBezTo>
                      <a:lnTo>
                        <a:pt x="0" y="226556"/>
                      </a:lnTo>
                      <a:cubicBezTo>
                        <a:pt x="0" y="101402"/>
                        <a:pt x="101402" y="0"/>
                        <a:pt x="226556" y="0"/>
                      </a:cubicBezTo>
                      <a:lnTo>
                        <a:pt x="5366601" y="0"/>
                      </a:lnTo>
                      <a:cubicBezTo>
                        <a:pt x="5491755" y="0"/>
                        <a:pt x="5593157" y="101488"/>
                        <a:pt x="5593157" y="226556"/>
                      </a:cubicBezTo>
                      <a:lnTo>
                        <a:pt x="5593157" y="3973063"/>
                      </a:lnTo>
                      <a:cubicBezTo>
                        <a:pt x="5593157" y="4098217"/>
                        <a:pt x="5491669" y="4199618"/>
                        <a:pt x="5366515" y="4199618"/>
                      </a:cubicBezTo>
                      <a:close/>
                    </a:path>
                  </a:pathLst>
                </a:custGeom>
                <a:solidFill>
                  <a:srgbClr val="184655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9" name="" descr="cf440abb-7fee-438a-b9bb-c02ccc1ce475"/>
                <p:cNvSpPr/>
                <p:nvPr/>
              </p:nvSpPr>
              <p:spPr>
                <a:xfrm>
                  <a:off x="3324469" y="6590935"/>
                  <a:ext cx="6561049" cy="267323"/>
                </a:xfrm>
                <a:custGeom>
                  <a:gdLst>
                    <a:gd name="connsiteX0" fmla="*/ 0 w 6561049"/>
                    <a:gd name="connsiteY0" fmla="*/ 0 h 267323"/>
                    <a:gd name="connsiteX1" fmla="*/ 0 w 6561049"/>
                    <a:gd name="connsiteY1" fmla="*/ 150634 h 267323"/>
                    <a:gd name="connsiteX2" fmla="*/ 309474 w 6561049"/>
                    <a:gd name="connsiteY2" fmla="*/ 267324 h 267323"/>
                    <a:gd name="connsiteX3" fmla="*/ 6251576 w 6561049"/>
                    <a:gd name="connsiteY3" fmla="*/ 267324 h 267323"/>
                    <a:gd name="connsiteX4" fmla="*/ 6561050 w 6561049"/>
                    <a:gd name="connsiteY4" fmla="*/ 150634 h 267323"/>
                    <a:gd name="connsiteX5" fmla="*/ 6561050 w 6561049"/>
                    <a:gd name="connsiteY5" fmla="*/ 0 h 267323"/>
                    <a:gd name="connsiteX6" fmla="*/ 0 w 6561049"/>
                    <a:gd name="connsiteY6" fmla="*/ 0 h 267323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561048" h="267323">
                      <a:moveTo>
                        <a:pt x="0" y="0"/>
                      </a:moveTo>
                      <a:lnTo>
                        <a:pt x="0" y="150634"/>
                      </a:lnTo>
                      <a:cubicBezTo>
                        <a:pt x="0" y="215068"/>
                        <a:pt x="138542" y="267324"/>
                        <a:pt x="309474" y="267324"/>
                      </a:cubicBezTo>
                      <a:lnTo>
                        <a:pt x="6251576" y="267324"/>
                      </a:lnTo>
                      <a:cubicBezTo>
                        <a:pt x="6422508" y="267324"/>
                        <a:pt x="6561050" y="215068"/>
                        <a:pt x="6561050" y="150634"/>
                      </a:cubicBezTo>
                      <a:lnTo>
                        <a:pt x="65610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5538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0" name="" descr="3cf05078-9d7d-4307-a121-98d5f92075a6"/>
                <p:cNvSpPr/>
                <p:nvPr/>
              </p:nvSpPr>
              <p:spPr>
                <a:xfrm>
                  <a:off x="3837350" y="2670128"/>
                  <a:ext cx="4836444" cy="3603559"/>
                </a:xfrm>
                <a:custGeom>
                  <a:gdLst>
                    <a:gd name="connsiteX0" fmla="*/ 0 w 4836444"/>
                    <a:gd name="connsiteY0" fmla="*/ 0 h 3603559"/>
                    <a:gd name="connsiteX1" fmla="*/ 4836445 w 4836444"/>
                    <a:gd name="connsiteY1" fmla="*/ 0 h 3603559"/>
                    <a:gd name="connsiteX2" fmla="*/ 4836445 w 4836444"/>
                    <a:gd name="connsiteY2" fmla="*/ 3603560 h 3603559"/>
                    <a:gd name="connsiteX3" fmla="*/ 0 w 4836444"/>
                    <a:gd name="connsiteY3" fmla="*/ 3603560 h 3603559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36444" h="3603559">
                      <a:moveTo>
                        <a:pt x="0" y="0"/>
                      </a:moveTo>
                      <a:lnTo>
                        <a:pt x="4836445" y="0"/>
                      </a:lnTo>
                      <a:lnTo>
                        <a:pt x="4836445" y="3603560"/>
                      </a:lnTo>
                      <a:lnTo>
                        <a:pt x="0" y="3603560"/>
                      </a:lnTo>
                      <a:close/>
                    </a:path>
                  </a:pathLst>
                </a:custGeom>
                <a:solidFill>
                  <a:srgbClr val="96D9C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1" name="" descr="c197888e-d458-4520-aec6-e8bf9a5c5552"/>
                <p:cNvSpPr/>
                <p:nvPr/>
              </p:nvSpPr>
              <p:spPr>
                <a:xfrm>
                  <a:off x="4002668" y="2955763"/>
                  <a:ext cx="4418572" cy="3147424"/>
                </a:xfrm>
                <a:custGeom>
                  <a:gdLst>
                    <a:gd name="connsiteX0" fmla="*/ 0 w 4418572"/>
                    <a:gd name="connsiteY0" fmla="*/ 0 h 3147424"/>
                    <a:gd name="connsiteX1" fmla="*/ 4418573 w 4418572"/>
                    <a:gd name="connsiteY1" fmla="*/ 0 h 3147424"/>
                    <a:gd name="connsiteX2" fmla="*/ 4418573 w 4418572"/>
                    <a:gd name="connsiteY2" fmla="*/ 3147425 h 3147424"/>
                    <a:gd name="connsiteX3" fmla="*/ 0 w 4418572"/>
                    <a:gd name="connsiteY3" fmla="*/ 3147425 h 314742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18572" h="3147424">
                      <a:moveTo>
                        <a:pt x="0" y="0"/>
                      </a:moveTo>
                      <a:lnTo>
                        <a:pt x="4418573" y="0"/>
                      </a:lnTo>
                      <a:lnTo>
                        <a:pt x="4418573" y="3147425"/>
                      </a:lnTo>
                      <a:lnTo>
                        <a:pt x="0" y="3147425"/>
                      </a:lnTo>
                      <a:close/>
                    </a:path>
                  </a:pathLst>
                </a:custGeom>
                <a:solidFill>
                  <a:srgbClr val="F47458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2" name="" descr="a033426d-a678-4875-895f-664d2901af11"/>
                <p:cNvSpPr/>
                <p:nvPr/>
              </p:nvSpPr>
              <p:spPr>
                <a:xfrm>
                  <a:off x="3990921" y="2718238"/>
                  <a:ext cx="4146844" cy="3384949"/>
                </a:xfrm>
                <a:custGeom>
                  <a:gdLst>
                    <a:gd name="connsiteX0" fmla="*/ 0 w 4146844"/>
                    <a:gd name="connsiteY0" fmla="*/ 0 h 3384949"/>
                    <a:gd name="connsiteX1" fmla="*/ 4146844 w 4146844"/>
                    <a:gd name="connsiteY1" fmla="*/ 0 h 3384949"/>
                    <a:gd name="connsiteX2" fmla="*/ 4146844 w 4146844"/>
                    <a:gd name="connsiteY2" fmla="*/ 3384950 h 3384949"/>
                    <a:gd name="connsiteX3" fmla="*/ 0 w 4146844"/>
                    <a:gd name="connsiteY3" fmla="*/ 3384950 h 3384949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46844" h="3384949">
                      <a:moveTo>
                        <a:pt x="0" y="0"/>
                      </a:moveTo>
                      <a:lnTo>
                        <a:pt x="4146844" y="0"/>
                      </a:lnTo>
                      <a:lnTo>
                        <a:pt x="4146844" y="3384950"/>
                      </a:lnTo>
                      <a:lnTo>
                        <a:pt x="0" y="3384950"/>
                      </a:lnTo>
                      <a:close/>
                    </a:path>
                  </a:pathLst>
                </a:custGeom>
                <a:solidFill>
                  <a:srgbClr val="86B1F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3" name="" descr="22975fc6-d6b1-473c-9d37-593dbafcb2cb"/>
                <p:cNvSpPr/>
                <p:nvPr/>
              </p:nvSpPr>
              <p:spPr>
                <a:xfrm>
                  <a:off x="4072371" y="2870858"/>
                  <a:ext cx="3933244" cy="275529"/>
                </a:xfrm>
                <a:custGeom>
                  <a:gdLst>
                    <a:gd name="connsiteX0" fmla="*/ 0 w 3933244"/>
                    <a:gd name="connsiteY0" fmla="*/ 0 h 275529"/>
                    <a:gd name="connsiteX1" fmla="*/ 3933244 w 3933244"/>
                    <a:gd name="connsiteY1" fmla="*/ 0 h 275529"/>
                    <a:gd name="connsiteX2" fmla="*/ 3933244 w 3933244"/>
                    <a:gd name="connsiteY2" fmla="*/ 275529 h 275529"/>
                    <a:gd name="connsiteX3" fmla="*/ 0 w 3933244"/>
                    <a:gd name="connsiteY3" fmla="*/ 275529 h 275529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3243" h="275529">
                      <a:moveTo>
                        <a:pt x="0" y="0"/>
                      </a:moveTo>
                      <a:lnTo>
                        <a:pt x="3933244" y="0"/>
                      </a:lnTo>
                      <a:lnTo>
                        <a:pt x="3933244" y="275529"/>
                      </a:lnTo>
                      <a:lnTo>
                        <a:pt x="0" y="275529"/>
                      </a:lnTo>
                      <a:close/>
                    </a:path>
                  </a:pathLst>
                </a:custGeom>
                <a:solidFill>
                  <a:srgbClr val="9BC1F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4" name="" descr="454655d4-a096-4887-a28d-64b1e852f67d"/>
                <p:cNvSpPr/>
                <p:nvPr/>
              </p:nvSpPr>
              <p:spPr>
                <a:xfrm>
                  <a:off x="4002668" y="492929"/>
                  <a:ext cx="3439450" cy="5303721"/>
                </a:xfrm>
                <a:custGeom>
                  <a:gdLst>
                    <a:gd name="connsiteX0" fmla="*/ 0 w 3439450"/>
                    <a:gd name="connsiteY0" fmla="*/ 0 h 5303721"/>
                    <a:gd name="connsiteX1" fmla="*/ 3439451 w 3439450"/>
                    <a:gd name="connsiteY1" fmla="*/ 0 h 5303721"/>
                    <a:gd name="connsiteX2" fmla="*/ 3439451 w 3439450"/>
                    <a:gd name="connsiteY2" fmla="*/ 5303722 h 5303721"/>
                    <a:gd name="connsiteX3" fmla="*/ 0 w 3439450"/>
                    <a:gd name="connsiteY3" fmla="*/ 5303722 h 530372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39450" h="5303721">
                      <a:moveTo>
                        <a:pt x="0" y="0"/>
                      </a:moveTo>
                      <a:lnTo>
                        <a:pt x="3439451" y="0"/>
                      </a:lnTo>
                      <a:lnTo>
                        <a:pt x="3439451" y="5303722"/>
                      </a:lnTo>
                      <a:lnTo>
                        <a:pt x="0" y="5303722"/>
                      </a:ln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5" name="" descr="3af6b27a-4c6f-47cf-9f21-285bb9af7527"/>
                <p:cNvSpPr/>
                <p:nvPr/>
              </p:nvSpPr>
              <p:spPr>
                <a:xfrm>
                  <a:off x="4093359" y="2800206"/>
                  <a:ext cx="3174027" cy="278034"/>
                </a:xfrm>
                <a:custGeom>
                  <a:gdLst>
                    <a:gd name="connsiteX0" fmla="*/ 0 w 3174027"/>
                    <a:gd name="connsiteY0" fmla="*/ 0 h 278034"/>
                    <a:gd name="connsiteX1" fmla="*/ 3174027 w 3174027"/>
                    <a:gd name="connsiteY1" fmla="*/ 0 h 278034"/>
                    <a:gd name="connsiteX2" fmla="*/ 3174027 w 3174027"/>
                    <a:gd name="connsiteY2" fmla="*/ 278034 h 278034"/>
                    <a:gd name="connsiteX3" fmla="*/ 0 w 3174027"/>
                    <a:gd name="connsiteY3" fmla="*/ 278034 h 27803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74027" h="278034">
                      <a:moveTo>
                        <a:pt x="0" y="0"/>
                      </a:moveTo>
                      <a:lnTo>
                        <a:pt x="3174027" y="0"/>
                      </a:lnTo>
                      <a:lnTo>
                        <a:pt x="3174027" y="278034"/>
                      </a:lnTo>
                      <a:lnTo>
                        <a:pt x="0" y="278034"/>
                      </a:lnTo>
                      <a:close/>
                    </a:path>
                  </a:pathLst>
                </a:custGeom>
                <a:solidFill>
                  <a:srgbClr val="F48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26" name="" descr="a234a45c-e171-4701-9553-7efe0953ce4f"/>
                <p:cNvGrpSpPr/>
                <p:nvPr/>
              </p:nvGrpSpPr>
              <p:grpSpPr>
                <a:xfrm>
                  <a:off x="4256086" y="3337099"/>
                  <a:ext cx="2908258" cy="1858569"/>
                  <a:chOff x="4256086" y="3337099"/>
                  <a:chExt cx="2908258" cy="1858569"/>
                </a:xfrm>
                <a:solidFill>
                  <a:srgbClr val="96D9C9"/>
                </a:solidFill>
              </p:grpSpPr>
              <p:sp>
                <p:nvSpPr>
                  <p:cNvPr id="140" name="" descr="cda30f97-8040-47a7-9482-188c1f18d377"/>
                  <p:cNvSpPr/>
                  <p:nvPr/>
                </p:nvSpPr>
                <p:spPr>
                  <a:xfrm>
                    <a:off x="4256086" y="3337099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1" name="" descr="76c1a120-2fbc-43e4-8280-afeb15a801ac"/>
                  <p:cNvSpPr/>
                  <p:nvPr/>
                </p:nvSpPr>
                <p:spPr>
                  <a:xfrm>
                    <a:off x="5904165" y="3337099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2" name="" descr="26e81374-9a70-4811-ae3c-3e7153cb5fe1"/>
                  <p:cNvSpPr/>
                  <p:nvPr/>
                </p:nvSpPr>
                <p:spPr>
                  <a:xfrm>
                    <a:off x="4256086" y="3487042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" name="" descr="8e82f64d-d35d-4366-9cb9-d162a6c37a9c"/>
                  <p:cNvSpPr/>
                  <p:nvPr/>
                </p:nvSpPr>
                <p:spPr>
                  <a:xfrm>
                    <a:off x="5904165" y="3487042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" name="" descr="b832de83-fb97-412b-b075-3984c6c596a6"/>
                  <p:cNvSpPr/>
                  <p:nvPr/>
                </p:nvSpPr>
                <p:spPr>
                  <a:xfrm>
                    <a:off x="4256086" y="3636985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5" name="" descr="68999a25-1812-44e1-ad1a-752cf87d2659"/>
                  <p:cNvSpPr/>
                  <p:nvPr/>
                </p:nvSpPr>
                <p:spPr>
                  <a:xfrm>
                    <a:off x="5904165" y="3636985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" name="" descr="d2a0110a-c53a-447b-9d66-17b6f3b2a681"/>
                  <p:cNvSpPr/>
                  <p:nvPr/>
                </p:nvSpPr>
                <p:spPr>
                  <a:xfrm>
                    <a:off x="4256086" y="3786928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" name="" descr="b7e8a07d-e75f-4e88-b042-f776bf7df3bd"/>
                  <p:cNvSpPr/>
                  <p:nvPr/>
                </p:nvSpPr>
                <p:spPr>
                  <a:xfrm>
                    <a:off x="5904165" y="3786928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" name="" descr="7cc80208-cbf5-4844-b601-b21f9898a691"/>
                  <p:cNvSpPr/>
                  <p:nvPr/>
                </p:nvSpPr>
                <p:spPr>
                  <a:xfrm>
                    <a:off x="5904165" y="3936872"/>
                    <a:ext cx="1260179" cy="59251"/>
                  </a:xfrm>
                  <a:custGeom>
                    <a:gdLst>
                      <a:gd name="connsiteX0" fmla="*/ 0 w 1260179"/>
                      <a:gd name="connsiteY0" fmla="*/ 0 h 59251"/>
                      <a:gd name="connsiteX1" fmla="*/ 1260179 w 1260179"/>
                      <a:gd name="connsiteY1" fmla="*/ 0 h 59251"/>
                      <a:gd name="connsiteX2" fmla="*/ 1260179 w 1260179"/>
                      <a:gd name="connsiteY2" fmla="*/ 59252 h 59251"/>
                      <a:gd name="connsiteX3" fmla="*/ 0 w 1260179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251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9" name="" descr="02826cad-1462-4dc3-90ba-1180bc377b9f"/>
                  <p:cNvSpPr/>
                  <p:nvPr/>
                </p:nvSpPr>
                <p:spPr>
                  <a:xfrm>
                    <a:off x="4256086" y="3936872"/>
                    <a:ext cx="1354066" cy="59251"/>
                  </a:xfrm>
                  <a:custGeom>
                    <a:gdLst>
                      <a:gd name="connsiteX0" fmla="*/ 0 w 1354066"/>
                      <a:gd name="connsiteY0" fmla="*/ 0 h 59251"/>
                      <a:gd name="connsiteX1" fmla="*/ 1354066 w 1354066"/>
                      <a:gd name="connsiteY1" fmla="*/ 0 h 59251"/>
                      <a:gd name="connsiteX2" fmla="*/ 1354066 w 1354066"/>
                      <a:gd name="connsiteY2" fmla="*/ 59252 h 59251"/>
                      <a:gd name="connsiteX3" fmla="*/ 0 w 1354066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251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" name="" descr="bbc06e1b-3775-472d-8460-6f65b64d6052"/>
                  <p:cNvSpPr/>
                  <p:nvPr/>
                </p:nvSpPr>
                <p:spPr>
                  <a:xfrm>
                    <a:off x="4256086" y="4086815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1" name="" descr="2b62ef57-d402-44cb-b64b-174ec2ffc1c9"/>
                  <p:cNvSpPr/>
                  <p:nvPr/>
                </p:nvSpPr>
                <p:spPr>
                  <a:xfrm>
                    <a:off x="5904165" y="4086815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2" name="" descr="760663fa-65b2-4943-a4e3-9ec44427909c"/>
                  <p:cNvSpPr/>
                  <p:nvPr/>
                </p:nvSpPr>
                <p:spPr>
                  <a:xfrm>
                    <a:off x="4256086" y="4236758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3" name="" descr="61b6d5c3-5023-4a28-a7b4-4ae4efa868d7"/>
                  <p:cNvSpPr/>
                  <p:nvPr/>
                </p:nvSpPr>
                <p:spPr>
                  <a:xfrm>
                    <a:off x="5904165" y="4236758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" name="" descr="a869b52b-50f7-45bf-a4a9-7fba130e8abb"/>
                  <p:cNvSpPr/>
                  <p:nvPr/>
                </p:nvSpPr>
                <p:spPr>
                  <a:xfrm>
                    <a:off x="4256086" y="4386701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5" name="" descr="853dfed4-a63f-45c4-b6e0-ab193c624f38"/>
                  <p:cNvSpPr/>
                  <p:nvPr/>
                </p:nvSpPr>
                <p:spPr>
                  <a:xfrm>
                    <a:off x="5904165" y="4386701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" name="" descr="02e55804-87f0-4e30-b43e-18d94787e13c"/>
                  <p:cNvSpPr/>
                  <p:nvPr/>
                </p:nvSpPr>
                <p:spPr>
                  <a:xfrm>
                    <a:off x="4256086" y="4536644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" name="" descr="ad5581fe-fa52-4f40-8646-c6fff3d6d1b6"/>
                  <p:cNvSpPr/>
                  <p:nvPr/>
                </p:nvSpPr>
                <p:spPr>
                  <a:xfrm>
                    <a:off x="5904165" y="4536644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" name="" descr="074d04fb-a0a9-4b25-8f29-7c82a9bc66c2"/>
                  <p:cNvSpPr/>
                  <p:nvPr/>
                </p:nvSpPr>
                <p:spPr>
                  <a:xfrm>
                    <a:off x="4256086" y="4686587"/>
                    <a:ext cx="1354066" cy="59251"/>
                  </a:xfrm>
                  <a:custGeom>
                    <a:gdLst>
                      <a:gd name="connsiteX0" fmla="*/ 0 w 1354066"/>
                      <a:gd name="connsiteY0" fmla="*/ 0 h 59251"/>
                      <a:gd name="connsiteX1" fmla="*/ 1354066 w 1354066"/>
                      <a:gd name="connsiteY1" fmla="*/ 0 h 59251"/>
                      <a:gd name="connsiteX2" fmla="*/ 1354066 w 1354066"/>
                      <a:gd name="connsiteY2" fmla="*/ 59251 h 59251"/>
                      <a:gd name="connsiteX3" fmla="*/ 0 w 1354066"/>
                      <a:gd name="connsiteY3" fmla="*/ 59251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251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251"/>
                        </a:lnTo>
                        <a:lnTo>
                          <a:pt x="0" y="59251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9" name="" descr="986d079b-158b-426e-84dc-5690c0e3b9d0"/>
                  <p:cNvSpPr/>
                  <p:nvPr/>
                </p:nvSpPr>
                <p:spPr>
                  <a:xfrm>
                    <a:off x="5904165" y="4686587"/>
                    <a:ext cx="1260179" cy="59251"/>
                  </a:xfrm>
                  <a:custGeom>
                    <a:gdLst>
                      <a:gd name="connsiteX0" fmla="*/ 0 w 1260179"/>
                      <a:gd name="connsiteY0" fmla="*/ 0 h 59251"/>
                      <a:gd name="connsiteX1" fmla="*/ 1260179 w 1260179"/>
                      <a:gd name="connsiteY1" fmla="*/ 0 h 59251"/>
                      <a:gd name="connsiteX2" fmla="*/ 1260179 w 1260179"/>
                      <a:gd name="connsiteY2" fmla="*/ 59251 h 59251"/>
                      <a:gd name="connsiteX3" fmla="*/ 0 w 1260179"/>
                      <a:gd name="connsiteY3" fmla="*/ 59251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251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251"/>
                        </a:lnTo>
                        <a:lnTo>
                          <a:pt x="0" y="59251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0" name="" descr="39bfe873-be63-442d-a7d7-7d35a52958ed"/>
                  <p:cNvSpPr/>
                  <p:nvPr/>
                </p:nvSpPr>
                <p:spPr>
                  <a:xfrm>
                    <a:off x="5904165" y="4836531"/>
                    <a:ext cx="1260179" cy="59251"/>
                  </a:xfrm>
                  <a:custGeom>
                    <a:gdLst>
                      <a:gd name="connsiteX0" fmla="*/ 0 w 1260179"/>
                      <a:gd name="connsiteY0" fmla="*/ 0 h 59251"/>
                      <a:gd name="connsiteX1" fmla="*/ 1260179 w 1260179"/>
                      <a:gd name="connsiteY1" fmla="*/ 0 h 59251"/>
                      <a:gd name="connsiteX2" fmla="*/ 1260179 w 1260179"/>
                      <a:gd name="connsiteY2" fmla="*/ 59252 h 59251"/>
                      <a:gd name="connsiteX3" fmla="*/ 0 w 1260179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251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1" name="" descr="c3a3393c-7e46-41b1-9b4c-4c0153c8be87"/>
                  <p:cNvSpPr/>
                  <p:nvPr/>
                </p:nvSpPr>
                <p:spPr>
                  <a:xfrm>
                    <a:off x="4256086" y="4836531"/>
                    <a:ext cx="1354066" cy="59251"/>
                  </a:xfrm>
                  <a:custGeom>
                    <a:gdLst>
                      <a:gd name="connsiteX0" fmla="*/ 0 w 1354066"/>
                      <a:gd name="connsiteY0" fmla="*/ 0 h 59251"/>
                      <a:gd name="connsiteX1" fmla="*/ 1354066 w 1354066"/>
                      <a:gd name="connsiteY1" fmla="*/ 0 h 59251"/>
                      <a:gd name="connsiteX2" fmla="*/ 1354066 w 1354066"/>
                      <a:gd name="connsiteY2" fmla="*/ 59252 h 59251"/>
                      <a:gd name="connsiteX3" fmla="*/ 0 w 1354066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251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2" name="" descr="04ab6939-e121-41c5-94b2-d20fecd64193"/>
                  <p:cNvSpPr/>
                  <p:nvPr/>
                </p:nvSpPr>
                <p:spPr>
                  <a:xfrm>
                    <a:off x="4256086" y="4986474"/>
                    <a:ext cx="1354066" cy="59251"/>
                  </a:xfrm>
                  <a:custGeom>
                    <a:gdLst>
                      <a:gd name="connsiteX0" fmla="*/ 0 w 1354066"/>
                      <a:gd name="connsiteY0" fmla="*/ 0 h 59251"/>
                      <a:gd name="connsiteX1" fmla="*/ 1354066 w 1354066"/>
                      <a:gd name="connsiteY1" fmla="*/ 0 h 59251"/>
                      <a:gd name="connsiteX2" fmla="*/ 1354066 w 1354066"/>
                      <a:gd name="connsiteY2" fmla="*/ 59252 h 59251"/>
                      <a:gd name="connsiteX3" fmla="*/ 0 w 1354066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251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3" name="" descr="13904adf-a802-4c7b-a79c-8e15e41421f6"/>
                  <p:cNvSpPr/>
                  <p:nvPr/>
                </p:nvSpPr>
                <p:spPr>
                  <a:xfrm>
                    <a:off x="5904165" y="4986474"/>
                    <a:ext cx="1260179" cy="59251"/>
                  </a:xfrm>
                  <a:custGeom>
                    <a:gdLst>
                      <a:gd name="connsiteX0" fmla="*/ 0 w 1260179"/>
                      <a:gd name="connsiteY0" fmla="*/ 0 h 59251"/>
                      <a:gd name="connsiteX1" fmla="*/ 1260179 w 1260179"/>
                      <a:gd name="connsiteY1" fmla="*/ 0 h 59251"/>
                      <a:gd name="connsiteX2" fmla="*/ 1260179 w 1260179"/>
                      <a:gd name="connsiteY2" fmla="*/ 59252 h 59251"/>
                      <a:gd name="connsiteX3" fmla="*/ 0 w 1260179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251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4" name="" descr="45946f63-b6bc-4fff-acb5-7423f0d0a1f6"/>
                  <p:cNvSpPr/>
                  <p:nvPr/>
                </p:nvSpPr>
                <p:spPr>
                  <a:xfrm>
                    <a:off x="5904165" y="5136417"/>
                    <a:ext cx="1260179" cy="59251"/>
                  </a:xfrm>
                  <a:custGeom>
                    <a:gdLst>
                      <a:gd name="connsiteX0" fmla="*/ 0 w 1260179"/>
                      <a:gd name="connsiteY0" fmla="*/ 0 h 59251"/>
                      <a:gd name="connsiteX1" fmla="*/ 1260179 w 1260179"/>
                      <a:gd name="connsiteY1" fmla="*/ 0 h 59251"/>
                      <a:gd name="connsiteX2" fmla="*/ 1260179 w 1260179"/>
                      <a:gd name="connsiteY2" fmla="*/ 59252 h 59251"/>
                      <a:gd name="connsiteX3" fmla="*/ 0 w 1260179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251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5" name="" descr="79be50b7-2d99-4d78-9f60-92cfbba2fbed"/>
                  <p:cNvSpPr/>
                  <p:nvPr/>
                </p:nvSpPr>
                <p:spPr>
                  <a:xfrm>
                    <a:off x="4256086" y="5136417"/>
                    <a:ext cx="1354066" cy="59251"/>
                  </a:xfrm>
                  <a:custGeom>
                    <a:gdLst>
                      <a:gd name="connsiteX0" fmla="*/ 0 w 1354066"/>
                      <a:gd name="connsiteY0" fmla="*/ 0 h 59251"/>
                      <a:gd name="connsiteX1" fmla="*/ 1354066 w 1354066"/>
                      <a:gd name="connsiteY1" fmla="*/ 0 h 59251"/>
                      <a:gd name="connsiteX2" fmla="*/ 1354066 w 1354066"/>
                      <a:gd name="connsiteY2" fmla="*/ 59252 h 59251"/>
                      <a:gd name="connsiteX3" fmla="*/ 0 w 1354066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251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27" name="" descr="438c7c04-6f06-47b3-8c8f-88ef1ef00b2a"/>
                <p:cNvGrpSpPr/>
                <p:nvPr/>
              </p:nvGrpSpPr>
              <p:grpSpPr>
                <a:xfrm>
                  <a:off x="6065855" y="786683"/>
                  <a:ext cx="1068690" cy="659024"/>
                  <a:chOff x="6065855" y="786683"/>
                  <a:chExt cx="1068690" cy="659024"/>
                </a:xfrm>
                <a:solidFill>
                  <a:srgbClr val="96D9C9"/>
                </a:solidFill>
              </p:grpSpPr>
              <p:sp>
                <p:nvSpPr>
                  <p:cNvPr id="135" name="" descr="e53c6148-3e88-44a5-80c1-2e90122d57f0"/>
                  <p:cNvSpPr/>
                  <p:nvPr/>
                </p:nvSpPr>
                <p:spPr>
                  <a:xfrm>
                    <a:off x="6065855" y="786683"/>
                    <a:ext cx="1068690" cy="59338"/>
                  </a:xfrm>
                  <a:custGeom>
                    <a:gdLst>
                      <a:gd name="connsiteX0" fmla="*/ 0 w 1068690"/>
                      <a:gd name="connsiteY0" fmla="*/ 0 h 59338"/>
                      <a:gd name="connsiteX1" fmla="*/ 1068691 w 1068690"/>
                      <a:gd name="connsiteY1" fmla="*/ 0 h 59338"/>
                      <a:gd name="connsiteX2" fmla="*/ 1068691 w 1068690"/>
                      <a:gd name="connsiteY2" fmla="*/ 59338 h 59338"/>
                      <a:gd name="connsiteX3" fmla="*/ 0 w 1068690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338">
                        <a:moveTo>
                          <a:pt x="0" y="0"/>
                        </a:moveTo>
                        <a:lnTo>
                          <a:pt x="1068691" y="0"/>
                        </a:lnTo>
                        <a:lnTo>
                          <a:pt x="1068691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6" name="" descr="1f4b7de5-af77-4513-851f-e4cd0fcbbae0"/>
                  <p:cNvSpPr/>
                  <p:nvPr/>
                </p:nvSpPr>
                <p:spPr>
                  <a:xfrm>
                    <a:off x="6065855" y="936626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1 w 1068690"/>
                      <a:gd name="connsiteY1" fmla="*/ 0 h 59251"/>
                      <a:gd name="connsiteX2" fmla="*/ 1068691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1" y="0"/>
                        </a:lnTo>
                        <a:lnTo>
                          <a:pt x="1068691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7" name="" descr="2947c8db-54a5-49d0-8ef6-096df3dac2b7"/>
                  <p:cNvSpPr/>
                  <p:nvPr/>
                </p:nvSpPr>
                <p:spPr>
                  <a:xfrm>
                    <a:off x="6065855" y="1086569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1 w 1068690"/>
                      <a:gd name="connsiteY1" fmla="*/ 0 h 59251"/>
                      <a:gd name="connsiteX2" fmla="*/ 1068691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1" y="0"/>
                        </a:lnTo>
                        <a:lnTo>
                          <a:pt x="1068691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8" name="" descr="1dc525cc-3b86-48fa-aee2-09e97efdb830"/>
                  <p:cNvSpPr/>
                  <p:nvPr/>
                </p:nvSpPr>
                <p:spPr>
                  <a:xfrm>
                    <a:off x="6065855" y="1236512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1 w 1068690"/>
                      <a:gd name="connsiteY1" fmla="*/ 0 h 59251"/>
                      <a:gd name="connsiteX2" fmla="*/ 1068691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1" y="0"/>
                        </a:lnTo>
                        <a:lnTo>
                          <a:pt x="1068691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9" name="" descr="5a9e9fa4-80e7-4deb-81ac-0a58ba3ec74e"/>
                  <p:cNvSpPr/>
                  <p:nvPr/>
                </p:nvSpPr>
                <p:spPr>
                  <a:xfrm>
                    <a:off x="6065855" y="1386456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1 w 1068690"/>
                      <a:gd name="connsiteY1" fmla="*/ 0 h 59251"/>
                      <a:gd name="connsiteX2" fmla="*/ 1068691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1" y="0"/>
                        </a:lnTo>
                        <a:lnTo>
                          <a:pt x="1068691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28" name="" descr="ffdfa601-9ed7-461e-a82f-5b01d3d4573c"/>
                <p:cNvGrpSpPr/>
                <p:nvPr/>
              </p:nvGrpSpPr>
              <p:grpSpPr>
                <a:xfrm>
                  <a:off x="6070605" y="1642465"/>
                  <a:ext cx="1068690" cy="658938"/>
                  <a:chOff x="6070605" y="1642465"/>
                  <a:chExt cx="1068690" cy="658938"/>
                </a:xfrm>
                <a:solidFill>
                  <a:srgbClr val="96D9C9"/>
                </a:solidFill>
              </p:grpSpPr>
              <p:sp>
                <p:nvSpPr>
                  <p:cNvPr id="130" name="" descr="ba4b80a0-e6a0-4c14-902f-f7398bca1492"/>
                  <p:cNvSpPr/>
                  <p:nvPr/>
                </p:nvSpPr>
                <p:spPr>
                  <a:xfrm>
                    <a:off x="6070605" y="1642465"/>
                    <a:ext cx="1068690" cy="59338"/>
                  </a:xfrm>
                  <a:custGeom>
                    <a:gdLst>
                      <a:gd name="connsiteX0" fmla="*/ 0 w 1068690"/>
                      <a:gd name="connsiteY0" fmla="*/ 0 h 59338"/>
                      <a:gd name="connsiteX1" fmla="*/ 1068690 w 1068690"/>
                      <a:gd name="connsiteY1" fmla="*/ 0 h 59338"/>
                      <a:gd name="connsiteX2" fmla="*/ 1068690 w 1068690"/>
                      <a:gd name="connsiteY2" fmla="*/ 59338 h 59338"/>
                      <a:gd name="connsiteX3" fmla="*/ 0 w 1068690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338">
                        <a:moveTo>
                          <a:pt x="0" y="0"/>
                        </a:moveTo>
                        <a:lnTo>
                          <a:pt x="1068690" y="0"/>
                        </a:lnTo>
                        <a:lnTo>
                          <a:pt x="1068690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1" name="" descr="3c810ff1-f621-48ac-b870-9d7da1669864"/>
                  <p:cNvSpPr/>
                  <p:nvPr/>
                </p:nvSpPr>
                <p:spPr>
                  <a:xfrm>
                    <a:off x="6070605" y="1792408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0 w 1068690"/>
                      <a:gd name="connsiteY1" fmla="*/ 0 h 59251"/>
                      <a:gd name="connsiteX2" fmla="*/ 1068690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0" y="0"/>
                        </a:lnTo>
                        <a:lnTo>
                          <a:pt x="1068690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2" name="" descr="3090b717-c2c3-4ee2-90fa-33d5479aa4dd"/>
                  <p:cNvSpPr/>
                  <p:nvPr/>
                </p:nvSpPr>
                <p:spPr>
                  <a:xfrm>
                    <a:off x="6070605" y="1942351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0 w 1068690"/>
                      <a:gd name="connsiteY1" fmla="*/ 0 h 59251"/>
                      <a:gd name="connsiteX2" fmla="*/ 1068690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0" y="0"/>
                        </a:lnTo>
                        <a:lnTo>
                          <a:pt x="1068690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" name="" descr="c09205b1-7b24-4ab1-b0bc-df2e08881b5b"/>
                  <p:cNvSpPr/>
                  <p:nvPr/>
                </p:nvSpPr>
                <p:spPr>
                  <a:xfrm>
                    <a:off x="6070605" y="2092294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0 w 1068690"/>
                      <a:gd name="connsiteY1" fmla="*/ 0 h 59251"/>
                      <a:gd name="connsiteX2" fmla="*/ 1068690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0" y="0"/>
                        </a:lnTo>
                        <a:lnTo>
                          <a:pt x="1068690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" name="" descr="98374586-206c-410a-80e3-fb61b168b59e"/>
                  <p:cNvSpPr/>
                  <p:nvPr/>
                </p:nvSpPr>
                <p:spPr>
                  <a:xfrm>
                    <a:off x="6070605" y="2242151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0 w 1068690"/>
                      <a:gd name="connsiteY1" fmla="*/ 0 h 59251"/>
                      <a:gd name="connsiteX2" fmla="*/ 1068690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0" y="0"/>
                        </a:lnTo>
                        <a:lnTo>
                          <a:pt x="1068690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29" name="" descr="164d1434-f2ee-4846-88ea-2c9afb958d8c"/>
                <p:cNvSpPr/>
                <p:nvPr/>
              </p:nvSpPr>
              <p:spPr>
                <a:xfrm>
                  <a:off x="4322766" y="801021"/>
                  <a:ext cx="1460391" cy="1809250"/>
                </a:xfrm>
                <a:custGeom>
                  <a:gdLst>
                    <a:gd name="connsiteX0" fmla="*/ 0 w 1460391"/>
                    <a:gd name="connsiteY0" fmla="*/ 0 h 1809250"/>
                    <a:gd name="connsiteX1" fmla="*/ 1460391 w 1460391"/>
                    <a:gd name="connsiteY1" fmla="*/ 0 h 1809250"/>
                    <a:gd name="connsiteX2" fmla="*/ 1460391 w 1460391"/>
                    <a:gd name="connsiteY2" fmla="*/ 1809251 h 1809250"/>
                    <a:gd name="connsiteX3" fmla="*/ 0 w 1460391"/>
                    <a:gd name="connsiteY3" fmla="*/ 1809251 h 180925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0391" h="1809250">
                      <a:moveTo>
                        <a:pt x="0" y="0"/>
                      </a:moveTo>
                      <a:lnTo>
                        <a:pt x="1460391" y="0"/>
                      </a:lnTo>
                      <a:lnTo>
                        <a:pt x="1460391" y="1809251"/>
                      </a:lnTo>
                      <a:lnTo>
                        <a:pt x="0" y="1809251"/>
                      </a:lnTo>
                      <a:close/>
                    </a:path>
                  </a:pathLst>
                </a:custGeom>
                <a:solidFill>
                  <a:srgbClr val="96D9C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5" name="" descr="1f90fca6-c563-4ea8-bcbe-4b8a73b9d4b3"/>
              <p:cNvGrpSpPr/>
              <p:nvPr/>
            </p:nvGrpSpPr>
            <p:grpSpPr>
              <a:xfrm>
                <a:off x="1806297" y="332710"/>
                <a:ext cx="2284372" cy="2251318"/>
                <a:chOff x="1806297" y="332710"/>
                <a:chExt cx="2284372" cy="2251318"/>
              </a:xfrm>
            </p:grpSpPr>
            <p:sp>
              <p:nvSpPr>
                <p:cNvPr id="108" name="" descr="f5e96000-963a-4fb6-af18-d63f271140cd"/>
                <p:cNvSpPr/>
                <p:nvPr/>
              </p:nvSpPr>
              <p:spPr>
                <a:xfrm>
                  <a:off x="2361853" y="1084689"/>
                  <a:ext cx="1057033" cy="1486860"/>
                </a:xfrm>
                <a:custGeom>
                  <a:gdLst>
                    <a:gd name="connsiteX0" fmla="*/ 317238 w 1057033"/>
                    <a:gd name="connsiteY0" fmla="*/ 37812 h 1486860"/>
                    <a:gd name="connsiteX1" fmla="*/ 315338 w 1057033"/>
                    <a:gd name="connsiteY1" fmla="*/ 987394 h 1486860"/>
                    <a:gd name="connsiteX2" fmla="*/ 488515 w 1057033"/>
                    <a:gd name="connsiteY2" fmla="*/ 1151675 h 1486860"/>
                    <a:gd name="connsiteX3" fmla="*/ 614533 w 1057033"/>
                    <a:gd name="connsiteY3" fmla="*/ 1404229 h 1486860"/>
                    <a:gd name="connsiteX4" fmla="*/ 803776 w 1057033"/>
                    <a:gd name="connsiteY4" fmla="*/ 1476005 h 1486860"/>
                    <a:gd name="connsiteX5" fmla="*/ 963565 w 1057033"/>
                    <a:gd name="connsiteY5" fmla="*/ 1411571 h 1486860"/>
                    <a:gd name="connsiteX6" fmla="*/ 1050198 w 1057033"/>
                    <a:gd name="connsiteY6" fmla="*/ 1228633 h 1486860"/>
                    <a:gd name="connsiteX7" fmla="*/ 976780 w 1057033"/>
                    <a:gd name="connsiteY7" fmla="*/ 720761 h 1486860"/>
                    <a:gd name="connsiteX8" fmla="*/ 317238 w 1057033"/>
                    <a:gd name="connsiteY8" fmla="*/ 37812 h 148686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7033" h="1486860">
                      <a:moveTo>
                        <a:pt x="317238" y="37812"/>
                      </a:moveTo>
                      <a:cubicBezTo>
                        <a:pt x="-104607" y="207793"/>
                        <a:pt x="-106248" y="811712"/>
                        <a:pt x="315338" y="987394"/>
                      </a:cubicBezTo>
                      <a:cubicBezTo>
                        <a:pt x="391087" y="1018920"/>
                        <a:pt x="451893" y="1078258"/>
                        <a:pt x="488515" y="1151675"/>
                      </a:cubicBezTo>
                      <a:lnTo>
                        <a:pt x="614533" y="1404229"/>
                      </a:lnTo>
                      <a:cubicBezTo>
                        <a:pt x="649255" y="1473846"/>
                        <a:pt x="731655" y="1505113"/>
                        <a:pt x="803776" y="1476005"/>
                      </a:cubicBezTo>
                      <a:lnTo>
                        <a:pt x="963565" y="1411571"/>
                      </a:lnTo>
                      <a:cubicBezTo>
                        <a:pt x="1035687" y="1382463"/>
                        <a:pt x="1073432" y="1302828"/>
                        <a:pt x="1050198" y="1228633"/>
                      </a:cubicBezTo>
                      <a:cubicBezTo>
                        <a:pt x="965466" y="957682"/>
                        <a:pt x="914592" y="863967"/>
                        <a:pt x="976780" y="720761"/>
                      </a:cubicBezTo>
                      <a:cubicBezTo>
                        <a:pt x="1158941" y="302026"/>
                        <a:pt x="739255" y="-132170"/>
                        <a:pt x="317238" y="37812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9" name="" descr="12c208da-4355-4455-918c-292e8e8f775d"/>
                <p:cNvSpPr/>
                <p:nvPr/>
              </p:nvSpPr>
              <p:spPr>
                <a:xfrm>
                  <a:off x="2596676" y="1379959"/>
                  <a:ext cx="627340" cy="901232"/>
                </a:xfrm>
                <a:custGeom>
                  <a:gdLst>
                    <a:gd name="connsiteX0" fmla="*/ 388347 w 627340"/>
                    <a:gd name="connsiteY0" fmla="*/ 901233 h 901232"/>
                    <a:gd name="connsiteX1" fmla="*/ 181657 w 627340"/>
                    <a:gd name="connsiteY1" fmla="*/ 362526 h 901232"/>
                    <a:gd name="connsiteX2" fmla="*/ 109881 w 627340"/>
                    <a:gd name="connsiteY2" fmla="*/ 228216 h 901232"/>
                    <a:gd name="connsiteX3" fmla="*/ 195131 w 627340"/>
                    <a:gd name="connsiteY3" fmla="*/ 332900 h 901232"/>
                    <a:gd name="connsiteX4" fmla="*/ 418751 w 627340"/>
                    <a:gd name="connsiteY4" fmla="*/ 209732 h 901232"/>
                    <a:gd name="connsiteX5" fmla="*/ 394048 w 627340"/>
                    <a:gd name="connsiteY5" fmla="*/ 68426 h 901232"/>
                    <a:gd name="connsiteX6" fmla="*/ 515402 w 627340"/>
                    <a:gd name="connsiteY6" fmla="*/ 23685 h 901232"/>
                    <a:gd name="connsiteX7" fmla="*/ 535699 w 627340"/>
                    <a:gd name="connsiteY7" fmla="*/ 91488 h 901232"/>
                    <a:gd name="connsiteX8" fmla="*/ 446735 w 627340"/>
                    <a:gd name="connsiteY8" fmla="*/ 218024 h 901232"/>
                    <a:gd name="connsiteX9" fmla="*/ 627341 w 627340"/>
                    <a:gd name="connsiteY9" fmla="*/ 769946 h 901232"/>
                    <a:gd name="connsiteX10" fmla="*/ 604279 w 627340"/>
                    <a:gd name="connsiteY10" fmla="*/ 778152 h 901232"/>
                    <a:gd name="connsiteX11" fmla="*/ 426265 w 627340"/>
                    <a:gd name="connsiteY11" fmla="*/ 235212 h 901232"/>
                    <a:gd name="connsiteX12" fmla="*/ 205151 w 627340"/>
                    <a:gd name="connsiteY12" fmla="*/ 355357 h 901232"/>
                    <a:gd name="connsiteX13" fmla="*/ 411322 w 627340"/>
                    <a:gd name="connsiteY13" fmla="*/ 893028 h 901232"/>
                    <a:gd name="connsiteX14" fmla="*/ 388347 w 627340"/>
                    <a:gd name="connsiteY14" fmla="*/ 901233 h 901232"/>
                    <a:gd name="connsiteX15" fmla="*/ 50025 w 627340"/>
                    <a:gd name="connsiteY15" fmla="*/ 333418 h 901232"/>
                    <a:gd name="connsiteX16" fmla="*/ 171379 w 627340"/>
                    <a:gd name="connsiteY16" fmla="*/ 339983 h 901232"/>
                    <a:gd name="connsiteX17" fmla="*/ 97530 w 627340"/>
                    <a:gd name="connsiteY17" fmla="*/ 249377 h 901232"/>
                    <a:gd name="connsiteX18" fmla="*/ 50025 w 627340"/>
                    <a:gd name="connsiteY18" fmla="*/ 333418 h 901232"/>
                    <a:gd name="connsiteX19" fmla="*/ 418060 w 627340"/>
                    <a:gd name="connsiteY19" fmla="*/ 73177 h 901232"/>
                    <a:gd name="connsiteX20" fmla="*/ 439048 w 627340"/>
                    <a:gd name="connsiteY20" fmla="*/ 192112 h 901232"/>
                    <a:gd name="connsiteX21" fmla="*/ 511429 w 627340"/>
                    <a:gd name="connsiteY21" fmla="*/ 88379 h 901232"/>
                    <a:gd name="connsiteX22" fmla="*/ 467897 w 627340"/>
                    <a:gd name="connsiteY22" fmla="*/ 24463 h 901232"/>
                    <a:gd name="connsiteX23" fmla="*/ 418060 w 627340"/>
                    <a:gd name="connsiteY23" fmla="*/ 73177 h 901232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627340" h="901232">
                      <a:moveTo>
                        <a:pt x="388347" y="901233"/>
                      </a:moveTo>
                      <a:cubicBezTo>
                        <a:pt x="306984" y="671049"/>
                        <a:pt x="211110" y="430328"/>
                        <a:pt x="181657" y="362526"/>
                      </a:cubicBezTo>
                      <a:cubicBezTo>
                        <a:pt x="-66319" y="432488"/>
                        <a:pt x="-30042" y="146507"/>
                        <a:pt x="109881" y="228216"/>
                      </a:cubicBezTo>
                      <a:cubicBezTo>
                        <a:pt x="149786" y="251537"/>
                        <a:pt x="174661" y="289627"/>
                        <a:pt x="195131" y="332900"/>
                      </a:cubicBezTo>
                      <a:cubicBezTo>
                        <a:pt x="276840" y="306729"/>
                        <a:pt x="353021" y="264752"/>
                        <a:pt x="418751" y="209732"/>
                      </a:cubicBezTo>
                      <a:cubicBezTo>
                        <a:pt x="401735" y="152294"/>
                        <a:pt x="386102" y="109367"/>
                        <a:pt x="394048" y="68426"/>
                      </a:cubicBezTo>
                      <a:cubicBezTo>
                        <a:pt x="406054" y="6583"/>
                        <a:pt x="474029" y="-24770"/>
                        <a:pt x="515402" y="23685"/>
                      </a:cubicBezTo>
                      <a:cubicBezTo>
                        <a:pt x="530949" y="41910"/>
                        <a:pt x="538722" y="67822"/>
                        <a:pt x="535699" y="91488"/>
                      </a:cubicBezTo>
                      <a:cubicBezTo>
                        <a:pt x="529308" y="141930"/>
                        <a:pt x="485517" y="183993"/>
                        <a:pt x="446735" y="218024"/>
                      </a:cubicBezTo>
                      <a:cubicBezTo>
                        <a:pt x="501928" y="403121"/>
                        <a:pt x="562648" y="588477"/>
                        <a:pt x="627341" y="769946"/>
                      </a:cubicBezTo>
                      <a:lnTo>
                        <a:pt x="604279" y="778152"/>
                      </a:lnTo>
                      <a:cubicBezTo>
                        <a:pt x="540623" y="599619"/>
                        <a:pt x="480853" y="417286"/>
                        <a:pt x="426265" y="235212"/>
                      </a:cubicBezTo>
                      <a:cubicBezTo>
                        <a:pt x="360708" y="288331"/>
                        <a:pt x="285564" y="329272"/>
                        <a:pt x="205151" y="355357"/>
                      </a:cubicBezTo>
                      <a:cubicBezTo>
                        <a:pt x="242550" y="442075"/>
                        <a:pt x="334969" y="677009"/>
                        <a:pt x="411322" y="893028"/>
                      </a:cubicBezTo>
                      <a:lnTo>
                        <a:pt x="388347" y="901233"/>
                      </a:lnTo>
                      <a:close/>
                      <a:moveTo>
                        <a:pt x="50025" y="333418"/>
                      </a:moveTo>
                      <a:cubicBezTo>
                        <a:pt x="77664" y="352507"/>
                        <a:pt x="117396" y="354666"/>
                        <a:pt x="171379" y="339983"/>
                      </a:cubicBezTo>
                      <a:cubicBezTo>
                        <a:pt x="152982" y="301892"/>
                        <a:pt x="130956" y="268898"/>
                        <a:pt x="97530" y="249377"/>
                      </a:cubicBezTo>
                      <a:cubicBezTo>
                        <a:pt x="22299" y="205414"/>
                        <a:pt x="3557" y="301460"/>
                        <a:pt x="50025" y="333418"/>
                      </a:cubicBezTo>
                      <a:close/>
                      <a:moveTo>
                        <a:pt x="418060" y="73177"/>
                      </a:moveTo>
                      <a:cubicBezTo>
                        <a:pt x="411409" y="107640"/>
                        <a:pt x="425574" y="146594"/>
                        <a:pt x="439048" y="192112"/>
                      </a:cubicBezTo>
                      <a:cubicBezTo>
                        <a:pt x="470315" y="163696"/>
                        <a:pt x="506333" y="128801"/>
                        <a:pt x="511429" y="88379"/>
                      </a:cubicBezTo>
                      <a:cubicBezTo>
                        <a:pt x="515056" y="60048"/>
                        <a:pt x="496054" y="25326"/>
                        <a:pt x="467897" y="24463"/>
                      </a:cubicBezTo>
                      <a:cubicBezTo>
                        <a:pt x="464787" y="24376"/>
                        <a:pt x="422724" y="48993"/>
                        <a:pt x="418060" y="73177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0" name="" descr="b964ae28-fb41-4247-9955-07fda5fa60a9"/>
                <p:cNvSpPr/>
                <p:nvPr/>
              </p:nvSpPr>
              <p:spPr>
                <a:xfrm>
                  <a:off x="2847000" y="2037102"/>
                  <a:ext cx="571973" cy="534534"/>
                </a:xfrm>
                <a:custGeom>
                  <a:gdLst>
                    <a:gd name="connsiteX0" fmla="*/ 0 w 571973"/>
                    <a:gd name="connsiteY0" fmla="*/ 193216 h 534534"/>
                    <a:gd name="connsiteX1" fmla="*/ 3455 w 571973"/>
                    <a:gd name="connsiteY1" fmla="*/ 199348 h 534534"/>
                    <a:gd name="connsiteX2" fmla="*/ 129473 w 571973"/>
                    <a:gd name="connsiteY2" fmla="*/ 451903 h 534534"/>
                    <a:gd name="connsiteX3" fmla="*/ 318716 w 571973"/>
                    <a:gd name="connsiteY3" fmla="*/ 523678 h 534534"/>
                    <a:gd name="connsiteX4" fmla="*/ 478505 w 571973"/>
                    <a:gd name="connsiteY4" fmla="*/ 459244 h 534534"/>
                    <a:gd name="connsiteX5" fmla="*/ 565137 w 571973"/>
                    <a:gd name="connsiteY5" fmla="*/ 276307 h 534534"/>
                    <a:gd name="connsiteX6" fmla="*/ 479196 w 571973"/>
                    <a:gd name="connsiteY6" fmla="*/ 0 h 534534"/>
                    <a:gd name="connsiteX7" fmla="*/ 0 w 571973"/>
                    <a:gd name="connsiteY7" fmla="*/ 193216 h 53453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71973" h="534534">
                      <a:moveTo>
                        <a:pt x="0" y="193216"/>
                      </a:moveTo>
                      <a:cubicBezTo>
                        <a:pt x="1123" y="195289"/>
                        <a:pt x="2332" y="197275"/>
                        <a:pt x="3455" y="199348"/>
                      </a:cubicBezTo>
                      <a:lnTo>
                        <a:pt x="129473" y="451903"/>
                      </a:lnTo>
                      <a:cubicBezTo>
                        <a:pt x="164195" y="521519"/>
                        <a:pt x="246594" y="552786"/>
                        <a:pt x="318716" y="523678"/>
                      </a:cubicBezTo>
                      <a:lnTo>
                        <a:pt x="478505" y="459244"/>
                      </a:lnTo>
                      <a:cubicBezTo>
                        <a:pt x="550627" y="430136"/>
                        <a:pt x="588371" y="350501"/>
                        <a:pt x="565137" y="276307"/>
                      </a:cubicBezTo>
                      <a:cubicBezTo>
                        <a:pt x="527479" y="155816"/>
                        <a:pt x="496471" y="70394"/>
                        <a:pt x="479196" y="0"/>
                      </a:cubicBezTo>
                      <a:lnTo>
                        <a:pt x="0" y="193216"/>
                      </a:lnTo>
                      <a:close/>
                    </a:path>
                  </a:pathLst>
                </a:custGeom>
                <a:solidFill>
                  <a:srgbClr val="96D9C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1" name="" descr="0d532891-8405-487f-8e9d-b41e5970a53e"/>
                <p:cNvSpPr/>
                <p:nvPr/>
              </p:nvSpPr>
              <p:spPr>
                <a:xfrm>
                  <a:off x="2113236" y="704343"/>
                  <a:ext cx="282406" cy="307741"/>
                </a:xfrm>
                <a:custGeom>
                  <a:gdLst>
                    <a:gd name="connsiteX0" fmla="*/ 196612 w 282406"/>
                    <a:gd name="connsiteY0" fmla="*/ 291103 h 307741"/>
                    <a:gd name="connsiteX1" fmla="*/ 12206 w 282406"/>
                    <a:gd name="connsiteY1" fmla="*/ 81304 h 307741"/>
                    <a:gd name="connsiteX2" fmla="*/ 16697 w 282406"/>
                    <a:gd name="connsiteY2" fmla="*/ 12206 h 307741"/>
                    <a:gd name="connsiteX3" fmla="*/ 85795 w 282406"/>
                    <a:gd name="connsiteY3" fmla="*/ 16697 h 307741"/>
                    <a:gd name="connsiteX4" fmla="*/ 270201 w 282406"/>
                    <a:gd name="connsiteY4" fmla="*/ 226497 h 307741"/>
                    <a:gd name="connsiteX5" fmla="*/ 265710 w 282406"/>
                    <a:gd name="connsiteY5" fmla="*/ 295595 h 307741"/>
                    <a:gd name="connsiteX6" fmla="*/ 196612 w 282406"/>
                    <a:gd name="connsiteY6" fmla="*/ 291103 h 30774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82406" h="307741">
                      <a:moveTo>
                        <a:pt x="196612" y="291103"/>
                      </a:moveTo>
                      <a:lnTo>
                        <a:pt x="12206" y="81304"/>
                      </a:lnTo>
                      <a:cubicBezTo>
                        <a:pt x="-5673" y="61006"/>
                        <a:pt x="-3687" y="30085"/>
                        <a:pt x="16697" y="12206"/>
                      </a:cubicBezTo>
                      <a:cubicBezTo>
                        <a:pt x="36995" y="-5673"/>
                        <a:pt x="67916" y="-3687"/>
                        <a:pt x="85795" y="16697"/>
                      </a:cubicBezTo>
                      <a:lnTo>
                        <a:pt x="270201" y="226497"/>
                      </a:lnTo>
                      <a:cubicBezTo>
                        <a:pt x="288080" y="246794"/>
                        <a:pt x="286094" y="277716"/>
                        <a:pt x="265710" y="295595"/>
                      </a:cubicBezTo>
                      <a:cubicBezTo>
                        <a:pt x="245239" y="313474"/>
                        <a:pt x="214318" y="311315"/>
                        <a:pt x="196612" y="291103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2" name="" descr="434f6b4c-a5c8-49b6-9220-cf22c4e27993"/>
                <p:cNvSpPr/>
                <p:nvPr/>
              </p:nvSpPr>
              <p:spPr>
                <a:xfrm>
                  <a:off x="1806297" y="1540203"/>
                  <a:ext cx="389018" cy="136808"/>
                </a:xfrm>
                <a:custGeom>
                  <a:gdLst>
                    <a:gd name="connsiteX0" fmla="*/ 346525 w 389018"/>
                    <a:gd name="connsiteY0" fmla="*/ 97511 h 136808"/>
                    <a:gd name="connsiteX1" fmla="*/ 55449 w 389018"/>
                    <a:gd name="connsiteY1" fmla="*/ 136379 h 136808"/>
                    <a:gd name="connsiteX2" fmla="*/ 429 w 389018"/>
                    <a:gd name="connsiteY2" fmla="*/ 94315 h 136808"/>
                    <a:gd name="connsiteX3" fmla="*/ 42493 w 389018"/>
                    <a:gd name="connsiteY3" fmla="*/ 39296 h 136808"/>
                    <a:gd name="connsiteX4" fmla="*/ 333569 w 389018"/>
                    <a:gd name="connsiteY4" fmla="*/ 428 h 136808"/>
                    <a:gd name="connsiteX5" fmla="*/ 388589 w 389018"/>
                    <a:gd name="connsiteY5" fmla="*/ 42492 h 136808"/>
                    <a:gd name="connsiteX6" fmla="*/ 346525 w 389018"/>
                    <a:gd name="connsiteY6" fmla="*/ 97511 h 136808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018" h="136808">
                      <a:moveTo>
                        <a:pt x="346525" y="97511"/>
                      </a:moveTo>
                      <a:lnTo>
                        <a:pt x="55449" y="136379"/>
                      </a:lnTo>
                      <a:cubicBezTo>
                        <a:pt x="28673" y="139920"/>
                        <a:pt x="4057" y="121177"/>
                        <a:pt x="429" y="94315"/>
                      </a:cubicBezTo>
                      <a:cubicBezTo>
                        <a:pt x="-3112" y="67540"/>
                        <a:pt x="15631" y="42923"/>
                        <a:pt x="42493" y="39296"/>
                      </a:cubicBezTo>
                      <a:lnTo>
                        <a:pt x="333569" y="428"/>
                      </a:lnTo>
                      <a:cubicBezTo>
                        <a:pt x="360345" y="-3113"/>
                        <a:pt x="384961" y="15716"/>
                        <a:pt x="388589" y="42492"/>
                      </a:cubicBezTo>
                      <a:cubicBezTo>
                        <a:pt x="392130" y="69267"/>
                        <a:pt x="373387" y="93883"/>
                        <a:pt x="346525" y="97511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3" name="" descr="be6f4def-a26b-40f4-87e5-79b0ccb6ef95"/>
                <p:cNvSpPr/>
                <p:nvPr/>
              </p:nvSpPr>
              <p:spPr>
                <a:xfrm>
                  <a:off x="2042958" y="2255071"/>
                  <a:ext cx="279708" cy="328957"/>
                </a:xfrm>
                <a:custGeom>
                  <a:gdLst>
                    <a:gd name="connsiteX0" fmla="*/ 22454 w 279708"/>
                    <a:gd name="connsiteY0" fmla="*/ 321170 h 328957"/>
                    <a:gd name="connsiteX1" fmla="*/ 7771 w 279708"/>
                    <a:gd name="connsiteY1" fmla="*/ 253540 h 328957"/>
                    <a:gd name="connsiteX2" fmla="*/ 195373 w 279708"/>
                    <a:gd name="connsiteY2" fmla="*/ 15151 h 328957"/>
                    <a:gd name="connsiteX3" fmla="*/ 264557 w 279708"/>
                    <a:gd name="connsiteY3" fmla="*/ 13510 h 328957"/>
                    <a:gd name="connsiteX4" fmla="*/ 266198 w 279708"/>
                    <a:gd name="connsiteY4" fmla="*/ 82695 h 328957"/>
                    <a:gd name="connsiteX5" fmla="*/ 90171 w 279708"/>
                    <a:gd name="connsiteY5" fmla="*/ 306487 h 328957"/>
                    <a:gd name="connsiteX6" fmla="*/ 22454 w 279708"/>
                    <a:gd name="connsiteY6" fmla="*/ 321170 h 328957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79708" h="328957">
                      <a:moveTo>
                        <a:pt x="22454" y="321170"/>
                      </a:moveTo>
                      <a:cubicBezTo>
                        <a:pt x="-262" y="306573"/>
                        <a:pt x="-6826" y="276256"/>
                        <a:pt x="7771" y="253540"/>
                      </a:cubicBezTo>
                      <a:cubicBezTo>
                        <a:pt x="62445" y="168549"/>
                        <a:pt x="125583" y="88309"/>
                        <a:pt x="195373" y="15151"/>
                      </a:cubicBezTo>
                      <a:cubicBezTo>
                        <a:pt x="214029" y="-4369"/>
                        <a:pt x="245037" y="-5146"/>
                        <a:pt x="264557" y="13510"/>
                      </a:cubicBezTo>
                      <a:cubicBezTo>
                        <a:pt x="284078" y="32167"/>
                        <a:pt x="284855" y="63175"/>
                        <a:pt x="266198" y="82695"/>
                      </a:cubicBezTo>
                      <a:cubicBezTo>
                        <a:pt x="200728" y="151361"/>
                        <a:pt x="141476" y="226592"/>
                        <a:pt x="90171" y="306487"/>
                      </a:cubicBezTo>
                      <a:cubicBezTo>
                        <a:pt x="75574" y="329116"/>
                        <a:pt x="45257" y="335853"/>
                        <a:pt x="22454" y="321170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4" name="" descr="410f4e6d-f591-406b-b79c-7580c9ed5273"/>
                <p:cNvSpPr/>
                <p:nvPr/>
              </p:nvSpPr>
              <p:spPr>
                <a:xfrm>
                  <a:off x="2940717" y="332710"/>
                  <a:ext cx="124198" cy="492192"/>
                </a:xfrm>
                <a:custGeom>
                  <a:gdLst>
                    <a:gd name="connsiteX0" fmla="*/ 71600 w 124198"/>
                    <a:gd name="connsiteY0" fmla="*/ 492149 h 492192"/>
                    <a:gd name="connsiteX1" fmla="*/ 24700 w 124198"/>
                    <a:gd name="connsiteY1" fmla="*/ 441189 h 492192"/>
                    <a:gd name="connsiteX2" fmla="*/ 688 w 124198"/>
                    <a:gd name="connsiteY2" fmla="*/ 57090 h 492192"/>
                    <a:gd name="connsiteX3" fmla="*/ 40851 w 124198"/>
                    <a:gd name="connsiteY3" fmla="*/ 688 h 492192"/>
                    <a:gd name="connsiteX4" fmla="*/ 97253 w 124198"/>
                    <a:gd name="connsiteY4" fmla="*/ 40851 h 492192"/>
                    <a:gd name="connsiteX5" fmla="*/ 122560 w 124198"/>
                    <a:gd name="connsiteY5" fmla="*/ 445163 h 492192"/>
                    <a:gd name="connsiteX6" fmla="*/ 71600 w 124198"/>
                    <a:gd name="connsiteY6" fmla="*/ 492149 h 492192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4198" h="492191">
                      <a:moveTo>
                        <a:pt x="71600" y="492149"/>
                      </a:moveTo>
                      <a:cubicBezTo>
                        <a:pt x="44566" y="491027"/>
                        <a:pt x="23577" y="468224"/>
                        <a:pt x="24700" y="441189"/>
                      </a:cubicBezTo>
                      <a:cubicBezTo>
                        <a:pt x="29968" y="312926"/>
                        <a:pt x="21936" y="183712"/>
                        <a:pt x="688" y="57090"/>
                      </a:cubicBezTo>
                      <a:cubicBezTo>
                        <a:pt x="-3803" y="30400"/>
                        <a:pt x="14162" y="5179"/>
                        <a:pt x="40851" y="688"/>
                      </a:cubicBezTo>
                      <a:cubicBezTo>
                        <a:pt x="67541" y="-3803"/>
                        <a:pt x="92761" y="14162"/>
                        <a:pt x="97253" y="40851"/>
                      </a:cubicBezTo>
                      <a:cubicBezTo>
                        <a:pt x="119623" y="174125"/>
                        <a:pt x="128088" y="310162"/>
                        <a:pt x="122560" y="445163"/>
                      </a:cubicBezTo>
                      <a:cubicBezTo>
                        <a:pt x="121351" y="472456"/>
                        <a:pt x="98376" y="493272"/>
                        <a:pt x="71600" y="492149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5" name="" descr="ff206c6d-d6d6-4daa-ba23-55b902ad1c51"/>
                <p:cNvSpPr/>
                <p:nvPr/>
              </p:nvSpPr>
              <p:spPr>
                <a:xfrm>
                  <a:off x="3381976" y="897348"/>
                  <a:ext cx="374766" cy="253720"/>
                </a:xfrm>
                <a:custGeom>
                  <a:gdLst>
                    <a:gd name="connsiteX0" fmla="*/ 6322 w 374766"/>
                    <a:gd name="connsiteY0" fmla="*/ 228780 h 253720"/>
                    <a:gd name="connsiteX1" fmla="*/ 24979 w 374766"/>
                    <a:gd name="connsiteY1" fmla="*/ 162100 h 253720"/>
                    <a:gd name="connsiteX2" fmla="*/ 301803 w 374766"/>
                    <a:gd name="connsiteY2" fmla="*/ 6284 h 253720"/>
                    <a:gd name="connsiteX3" fmla="*/ 368483 w 374766"/>
                    <a:gd name="connsiteY3" fmla="*/ 24940 h 253720"/>
                    <a:gd name="connsiteX4" fmla="*/ 349827 w 374766"/>
                    <a:gd name="connsiteY4" fmla="*/ 91620 h 253720"/>
                    <a:gd name="connsiteX5" fmla="*/ 73002 w 374766"/>
                    <a:gd name="connsiteY5" fmla="*/ 247436 h 253720"/>
                    <a:gd name="connsiteX6" fmla="*/ 6322 w 374766"/>
                    <a:gd name="connsiteY6" fmla="*/ 228780 h 25372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4766" h="253720">
                      <a:moveTo>
                        <a:pt x="6322" y="228780"/>
                      </a:moveTo>
                      <a:cubicBezTo>
                        <a:pt x="-6979" y="205200"/>
                        <a:pt x="1399" y="175402"/>
                        <a:pt x="24979" y="162100"/>
                      </a:cubicBezTo>
                      <a:lnTo>
                        <a:pt x="301803" y="6284"/>
                      </a:lnTo>
                      <a:cubicBezTo>
                        <a:pt x="325383" y="-6931"/>
                        <a:pt x="355182" y="1360"/>
                        <a:pt x="368483" y="24940"/>
                      </a:cubicBezTo>
                      <a:cubicBezTo>
                        <a:pt x="381698" y="48520"/>
                        <a:pt x="373406" y="78319"/>
                        <a:pt x="349827" y="91620"/>
                      </a:cubicBezTo>
                      <a:lnTo>
                        <a:pt x="73002" y="247436"/>
                      </a:lnTo>
                      <a:cubicBezTo>
                        <a:pt x="49508" y="260652"/>
                        <a:pt x="19623" y="252360"/>
                        <a:pt x="6322" y="228780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6" name="" descr="bcdbd0c7-6850-4ef5-93ca-24b1ffd45a51"/>
                <p:cNvSpPr/>
                <p:nvPr/>
              </p:nvSpPr>
              <p:spPr>
                <a:xfrm>
                  <a:off x="3679249" y="1659095"/>
                  <a:ext cx="411420" cy="148934"/>
                </a:xfrm>
                <a:custGeom>
                  <a:gdLst>
                    <a:gd name="connsiteX0" fmla="*/ 373170 w 411420"/>
                    <a:gd name="connsiteY0" fmla="*/ 147737 h 148934"/>
                    <a:gd name="connsiteX1" fmla="*/ 359782 w 411420"/>
                    <a:gd name="connsiteY1" fmla="*/ 148860 h 148934"/>
                    <a:gd name="connsiteX2" fmla="*/ 35971 w 411420"/>
                    <a:gd name="connsiteY2" fmla="*/ 96173 h 148934"/>
                    <a:gd name="connsiteX3" fmla="*/ 1767 w 411420"/>
                    <a:gd name="connsiteY3" fmla="*/ 35971 h 148934"/>
                    <a:gd name="connsiteX4" fmla="*/ 61969 w 411420"/>
                    <a:gd name="connsiteY4" fmla="*/ 1767 h 148934"/>
                    <a:gd name="connsiteX5" fmla="*/ 365137 w 411420"/>
                    <a:gd name="connsiteY5" fmla="*/ 51086 h 148934"/>
                    <a:gd name="connsiteX6" fmla="*/ 411347 w 411420"/>
                    <a:gd name="connsiteY6" fmla="*/ 102651 h 148934"/>
                    <a:gd name="connsiteX7" fmla="*/ 373170 w 411420"/>
                    <a:gd name="connsiteY7" fmla="*/ 147737 h 14893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11420" h="148934">
                      <a:moveTo>
                        <a:pt x="373170" y="147737"/>
                      </a:moveTo>
                      <a:cubicBezTo>
                        <a:pt x="368851" y="148687"/>
                        <a:pt x="364447" y="149119"/>
                        <a:pt x="359782" y="148860"/>
                      </a:cubicBezTo>
                      <a:cubicBezTo>
                        <a:pt x="250521" y="142900"/>
                        <a:pt x="141518" y="125194"/>
                        <a:pt x="35971" y="96173"/>
                      </a:cubicBezTo>
                      <a:cubicBezTo>
                        <a:pt x="9886" y="89004"/>
                        <a:pt x="-5402" y="62055"/>
                        <a:pt x="1767" y="35971"/>
                      </a:cubicBezTo>
                      <a:cubicBezTo>
                        <a:pt x="8936" y="9886"/>
                        <a:pt x="35884" y="-5402"/>
                        <a:pt x="61969" y="1767"/>
                      </a:cubicBezTo>
                      <a:cubicBezTo>
                        <a:pt x="160779" y="28975"/>
                        <a:pt x="262786" y="45558"/>
                        <a:pt x="365137" y="51086"/>
                      </a:cubicBezTo>
                      <a:cubicBezTo>
                        <a:pt x="392086" y="52554"/>
                        <a:pt x="412815" y="75616"/>
                        <a:pt x="411347" y="102651"/>
                      </a:cubicBezTo>
                      <a:cubicBezTo>
                        <a:pt x="410138" y="125021"/>
                        <a:pt x="393986" y="143073"/>
                        <a:pt x="373170" y="147737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" descr="46d2472e-b402-4902-8bcf-d8764d602d71"/>
              <p:cNvGrpSpPr/>
              <p:nvPr/>
            </p:nvGrpSpPr>
            <p:grpSpPr>
              <a:xfrm>
                <a:off x="4035490" y="0"/>
                <a:ext cx="3103806" cy="336594"/>
                <a:chOff x="4035490" y="0"/>
                <a:chExt cx="3103806" cy="336594"/>
              </a:xfrm>
            </p:grpSpPr>
            <p:sp>
              <p:nvSpPr>
                <p:cNvPr id="104" name="" descr="958bf608-8aec-4296-ba64-a314a78e81b3"/>
                <p:cNvSpPr/>
                <p:nvPr/>
              </p:nvSpPr>
              <p:spPr>
                <a:xfrm>
                  <a:off x="4035490" y="0"/>
                  <a:ext cx="3103806" cy="336594"/>
                </a:xfrm>
                <a:custGeom>
                  <a:gdLst>
                    <a:gd name="connsiteX0" fmla="*/ 3060793 w 3103806"/>
                    <a:gd name="connsiteY0" fmla="*/ 336595 h 336594"/>
                    <a:gd name="connsiteX1" fmla="*/ 43014 w 3103806"/>
                    <a:gd name="connsiteY1" fmla="*/ 336595 h 336594"/>
                    <a:gd name="connsiteX2" fmla="*/ 0 w 3103806"/>
                    <a:gd name="connsiteY2" fmla="*/ 293581 h 336594"/>
                    <a:gd name="connsiteX3" fmla="*/ 0 w 3103806"/>
                    <a:gd name="connsiteY3" fmla="*/ 43014 h 336594"/>
                    <a:gd name="connsiteX4" fmla="*/ 43014 w 3103806"/>
                    <a:gd name="connsiteY4" fmla="*/ 0 h 336594"/>
                    <a:gd name="connsiteX5" fmla="*/ 3060793 w 3103806"/>
                    <a:gd name="connsiteY5" fmla="*/ 0 h 336594"/>
                    <a:gd name="connsiteX6" fmla="*/ 3103806 w 3103806"/>
                    <a:gd name="connsiteY6" fmla="*/ 43014 h 336594"/>
                    <a:gd name="connsiteX7" fmla="*/ 3103806 w 3103806"/>
                    <a:gd name="connsiteY7" fmla="*/ 293581 h 336594"/>
                    <a:gd name="connsiteX8" fmla="*/ 3060793 w 3103806"/>
                    <a:gd name="connsiteY8" fmla="*/ 336595 h 33659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03806" h="336594">
                      <a:moveTo>
                        <a:pt x="3060793" y="336595"/>
                      </a:moveTo>
                      <a:lnTo>
                        <a:pt x="43014" y="336595"/>
                      </a:lnTo>
                      <a:cubicBezTo>
                        <a:pt x="19261" y="336595"/>
                        <a:pt x="0" y="317334"/>
                        <a:pt x="0" y="293581"/>
                      </a:cubicBezTo>
                      <a:lnTo>
                        <a:pt x="0" y="43014"/>
                      </a:lnTo>
                      <a:cubicBezTo>
                        <a:pt x="0" y="19261"/>
                        <a:pt x="19261" y="0"/>
                        <a:pt x="43014" y="0"/>
                      </a:cubicBezTo>
                      <a:lnTo>
                        <a:pt x="3060793" y="0"/>
                      </a:lnTo>
                      <a:cubicBezTo>
                        <a:pt x="3084545" y="0"/>
                        <a:pt x="3103806" y="19261"/>
                        <a:pt x="3103806" y="43014"/>
                      </a:cubicBezTo>
                      <a:lnTo>
                        <a:pt x="3103806" y="293581"/>
                      </a:lnTo>
                      <a:cubicBezTo>
                        <a:pt x="3103806" y="317334"/>
                        <a:pt x="3084545" y="336595"/>
                        <a:pt x="3060793" y="336595"/>
                      </a:cubicBezTo>
                      <a:close/>
                    </a:path>
                  </a:pathLst>
                </a:custGeom>
                <a:solidFill>
                  <a:srgbClr val="9BC1F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5" name="" descr="3fe8adce-660a-4fd4-a9a8-936c74dd8364"/>
                <p:cNvSpPr/>
                <p:nvPr/>
              </p:nvSpPr>
              <p:spPr>
                <a:xfrm>
                  <a:off x="4161680" y="43359"/>
                  <a:ext cx="2321786" cy="248580"/>
                </a:xfrm>
                <a:custGeom>
                  <a:gdLst>
                    <a:gd name="connsiteX0" fmla="*/ 2249320 w 2321786"/>
                    <a:gd name="connsiteY0" fmla="*/ 248581 h 248580"/>
                    <a:gd name="connsiteX1" fmla="*/ 72380 w 2321786"/>
                    <a:gd name="connsiteY1" fmla="*/ 248581 h 248580"/>
                    <a:gd name="connsiteX2" fmla="*/ 0 w 2321786"/>
                    <a:gd name="connsiteY2" fmla="*/ 176201 h 248580"/>
                    <a:gd name="connsiteX3" fmla="*/ 0 w 2321786"/>
                    <a:gd name="connsiteY3" fmla="*/ 72380 h 248580"/>
                    <a:gd name="connsiteX4" fmla="*/ 72380 w 2321786"/>
                    <a:gd name="connsiteY4" fmla="*/ 0 h 248580"/>
                    <a:gd name="connsiteX5" fmla="*/ 2249407 w 2321786"/>
                    <a:gd name="connsiteY5" fmla="*/ 0 h 248580"/>
                    <a:gd name="connsiteX6" fmla="*/ 2321787 w 2321786"/>
                    <a:gd name="connsiteY6" fmla="*/ 72380 h 248580"/>
                    <a:gd name="connsiteX7" fmla="*/ 2321787 w 2321786"/>
                    <a:gd name="connsiteY7" fmla="*/ 176201 h 248580"/>
                    <a:gd name="connsiteX8" fmla="*/ 2249320 w 2321786"/>
                    <a:gd name="connsiteY8" fmla="*/ 248581 h 248580"/>
                    <a:gd name="connsiteX9" fmla="*/ 72380 w 2321786"/>
                    <a:gd name="connsiteY9" fmla="*/ 20038 h 248580"/>
                    <a:gd name="connsiteX10" fmla="*/ 20039 w 2321786"/>
                    <a:gd name="connsiteY10" fmla="*/ 72380 h 248580"/>
                    <a:gd name="connsiteX11" fmla="*/ 20039 w 2321786"/>
                    <a:gd name="connsiteY11" fmla="*/ 176201 h 248580"/>
                    <a:gd name="connsiteX12" fmla="*/ 72380 w 2321786"/>
                    <a:gd name="connsiteY12" fmla="*/ 228542 h 248580"/>
                    <a:gd name="connsiteX13" fmla="*/ 2249407 w 2321786"/>
                    <a:gd name="connsiteY13" fmla="*/ 228542 h 248580"/>
                    <a:gd name="connsiteX14" fmla="*/ 2301749 w 2321786"/>
                    <a:gd name="connsiteY14" fmla="*/ 176201 h 248580"/>
                    <a:gd name="connsiteX15" fmla="*/ 2301749 w 2321786"/>
                    <a:gd name="connsiteY15" fmla="*/ 72380 h 248580"/>
                    <a:gd name="connsiteX16" fmla="*/ 2249407 w 2321786"/>
                    <a:gd name="connsiteY16" fmla="*/ 20038 h 248580"/>
                    <a:gd name="connsiteX17" fmla="*/ 72380 w 2321786"/>
                    <a:gd name="connsiteY17" fmla="*/ 20038 h 24858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21786" h="248579">
                      <a:moveTo>
                        <a:pt x="2249320" y="248581"/>
                      </a:moveTo>
                      <a:lnTo>
                        <a:pt x="72380" y="248581"/>
                      </a:lnTo>
                      <a:cubicBezTo>
                        <a:pt x="32476" y="248581"/>
                        <a:pt x="0" y="216105"/>
                        <a:pt x="0" y="176201"/>
                      </a:cubicBezTo>
                      <a:lnTo>
                        <a:pt x="0" y="72380"/>
                      </a:lnTo>
                      <a:cubicBezTo>
                        <a:pt x="0" y="32476"/>
                        <a:pt x="32476" y="0"/>
                        <a:pt x="72380" y="0"/>
                      </a:cubicBezTo>
                      <a:lnTo>
                        <a:pt x="2249407" y="0"/>
                      </a:lnTo>
                      <a:cubicBezTo>
                        <a:pt x="2289311" y="0"/>
                        <a:pt x="2321787" y="32476"/>
                        <a:pt x="2321787" y="72380"/>
                      </a:cubicBezTo>
                      <a:lnTo>
                        <a:pt x="2321787" y="176201"/>
                      </a:lnTo>
                      <a:cubicBezTo>
                        <a:pt x="2321701" y="216105"/>
                        <a:pt x="2289225" y="248581"/>
                        <a:pt x="2249320" y="248581"/>
                      </a:cubicBezTo>
                      <a:close/>
                      <a:moveTo>
                        <a:pt x="72380" y="20038"/>
                      </a:moveTo>
                      <a:cubicBezTo>
                        <a:pt x="43532" y="20038"/>
                        <a:pt x="20039" y="43532"/>
                        <a:pt x="20039" y="72380"/>
                      </a:cubicBezTo>
                      <a:lnTo>
                        <a:pt x="20039" y="176201"/>
                      </a:lnTo>
                      <a:cubicBezTo>
                        <a:pt x="20039" y="205049"/>
                        <a:pt x="43532" y="228542"/>
                        <a:pt x="72380" y="228542"/>
                      </a:cubicBezTo>
                      <a:lnTo>
                        <a:pt x="2249407" y="228542"/>
                      </a:lnTo>
                      <a:cubicBezTo>
                        <a:pt x="2278255" y="228542"/>
                        <a:pt x="2301749" y="205049"/>
                        <a:pt x="2301749" y="176201"/>
                      </a:cubicBezTo>
                      <a:lnTo>
                        <a:pt x="2301749" y="72380"/>
                      </a:lnTo>
                      <a:cubicBezTo>
                        <a:pt x="2301749" y="43532"/>
                        <a:pt x="2278255" y="20038"/>
                        <a:pt x="2249407" y="20038"/>
                      </a:cubicBezTo>
                      <a:lnTo>
                        <a:pt x="72380" y="20038"/>
                      </a:lnTo>
                      <a:close/>
                    </a:path>
                  </a:pathLst>
                </a:custGeom>
                <a:solidFill>
                  <a:srgbClr val="466EB6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6" name="" descr="b66f9bfa-b1ef-4daf-b162-a0c03df574fb"/>
                <p:cNvSpPr/>
                <p:nvPr/>
              </p:nvSpPr>
              <p:spPr>
                <a:xfrm>
                  <a:off x="6704927" y="27034"/>
                  <a:ext cx="174300" cy="174300"/>
                </a:xfrm>
                <a:custGeom>
                  <a:gdLst>
                    <a:gd name="connsiteX0" fmla="*/ 87150 w 174300"/>
                    <a:gd name="connsiteY0" fmla="*/ 174300 h 174300"/>
                    <a:gd name="connsiteX1" fmla="*/ 0 w 174300"/>
                    <a:gd name="connsiteY1" fmla="*/ 87150 h 174300"/>
                    <a:gd name="connsiteX2" fmla="*/ 87150 w 174300"/>
                    <a:gd name="connsiteY2" fmla="*/ 0 h 174300"/>
                    <a:gd name="connsiteX3" fmla="*/ 174300 w 174300"/>
                    <a:gd name="connsiteY3" fmla="*/ 87150 h 174300"/>
                    <a:gd name="connsiteX4" fmla="*/ 87150 w 174300"/>
                    <a:gd name="connsiteY4" fmla="*/ 174300 h 174300"/>
                    <a:gd name="connsiteX5" fmla="*/ 87150 w 174300"/>
                    <a:gd name="connsiteY5" fmla="*/ 20038 h 174300"/>
                    <a:gd name="connsiteX6" fmla="*/ 20039 w 174300"/>
                    <a:gd name="connsiteY6" fmla="*/ 87150 h 174300"/>
                    <a:gd name="connsiteX7" fmla="*/ 87150 w 174300"/>
                    <a:gd name="connsiteY7" fmla="*/ 154262 h 174300"/>
                    <a:gd name="connsiteX8" fmla="*/ 154262 w 174300"/>
                    <a:gd name="connsiteY8" fmla="*/ 87150 h 174300"/>
                    <a:gd name="connsiteX9" fmla="*/ 87150 w 174300"/>
                    <a:gd name="connsiteY9" fmla="*/ 20038 h 17430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4300" h="174300">
                      <a:moveTo>
                        <a:pt x="87150" y="174300"/>
                      </a:moveTo>
                      <a:cubicBezTo>
                        <a:pt x="39127" y="174300"/>
                        <a:pt x="0" y="135173"/>
                        <a:pt x="0" y="87150"/>
                      </a:cubicBezTo>
                      <a:cubicBezTo>
                        <a:pt x="0" y="39127"/>
                        <a:pt x="39127" y="0"/>
                        <a:pt x="87150" y="0"/>
                      </a:cubicBezTo>
                      <a:cubicBezTo>
                        <a:pt x="135174" y="0"/>
                        <a:pt x="174300" y="39127"/>
                        <a:pt x="174300" y="87150"/>
                      </a:cubicBezTo>
                      <a:cubicBezTo>
                        <a:pt x="174300" y="135173"/>
                        <a:pt x="135174" y="174300"/>
                        <a:pt x="87150" y="174300"/>
                      </a:cubicBezTo>
                      <a:close/>
                      <a:moveTo>
                        <a:pt x="87150" y="20038"/>
                      </a:moveTo>
                      <a:cubicBezTo>
                        <a:pt x="50183" y="20038"/>
                        <a:pt x="20039" y="50183"/>
                        <a:pt x="20039" y="87150"/>
                      </a:cubicBezTo>
                      <a:cubicBezTo>
                        <a:pt x="20039" y="124118"/>
                        <a:pt x="50183" y="154262"/>
                        <a:pt x="87150" y="154262"/>
                      </a:cubicBezTo>
                      <a:cubicBezTo>
                        <a:pt x="124118" y="154262"/>
                        <a:pt x="154262" y="124118"/>
                        <a:pt x="154262" y="87150"/>
                      </a:cubicBezTo>
                      <a:cubicBezTo>
                        <a:pt x="154262" y="50183"/>
                        <a:pt x="124118" y="20038"/>
                        <a:pt x="87150" y="20038"/>
                      </a:cubicBezTo>
                      <a:close/>
                    </a:path>
                  </a:pathLst>
                </a:custGeom>
                <a:solidFill>
                  <a:srgbClr val="466EB6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7" name="" descr="8f291401-6e59-4e15-a397-b33967bf3ff7"/>
                <p:cNvSpPr/>
                <p:nvPr/>
              </p:nvSpPr>
              <p:spPr>
                <a:xfrm>
                  <a:off x="6826286" y="167298"/>
                  <a:ext cx="109948" cy="128183"/>
                </a:xfrm>
                <a:custGeom>
                  <a:gdLst>
                    <a:gd name="connsiteX0" fmla="*/ 79977 w 109948"/>
                    <a:gd name="connsiteY0" fmla="*/ 120582 h 128183"/>
                    <a:gd name="connsiteX1" fmla="*/ 1982 w 109948"/>
                    <a:gd name="connsiteY1" fmla="*/ 15985 h 128183"/>
                    <a:gd name="connsiteX2" fmla="*/ 4055 w 109948"/>
                    <a:gd name="connsiteY2" fmla="*/ 1992 h 128183"/>
                    <a:gd name="connsiteX3" fmla="*/ 17443 w 109948"/>
                    <a:gd name="connsiteY3" fmla="*/ 3288 h 128183"/>
                    <a:gd name="connsiteX4" fmla="*/ 18134 w 109948"/>
                    <a:gd name="connsiteY4" fmla="*/ 3979 h 128183"/>
                    <a:gd name="connsiteX5" fmla="*/ 105802 w 109948"/>
                    <a:gd name="connsiteY5" fmla="*/ 101321 h 128183"/>
                    <a:gd name="connsiteX6" fmla="*/ 104593 w 109948"/>
                    <a:gd name="connsiteY6" fmla="*/ 124037 h 128183"/>
                    <a:gd name="connsiteX7" fmla="*/ 81877 w 109948"/>
                    <a:gd name="connsiteY7" fmla="*/ 122828 h 128183"/>
                    <a:gd name="connsiteX8" fmla="*/ 80927 w 109948"/>
                    <a:gd name="connsiteY8" fmla="*/ 121705 h 128183"/>
                    <a:gd name="connsiteX9" fmla="*/ 79977 w 109948"/>
                    <a:gd name="connsiteY9" fmla="*/ 120582 h 128183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9948" h="128183">
                      <a:moveTo>
                        <a:pt x="79977" y="120582"/>
                      </a:moveTo>
                      <a:lnTo>
                        <a:pt x="1982" y="15985"/>
                      </a:lnTo>
                      <a:cubicBezTo>
                        <a:pt x="-1300" y="11580"/>
                        <a:pt x="-436" y="5274"/>
                        <a:pt x="4055" y="1992"/>
                      </a:cubicBezTo>
                      <a:cubicBezTo>
                        <a:pt x="8201" y="-1117"/>
                        <a:pt x="13988" y="-513"/>
                        <a:pt x="17443" y="3288"/>
                      </a:cubicBezTo>
                      <a:lnTo>
                        <a:pt x="18134" y="3979"/>
                      </a:lnTo>
                      <a:lnTo>
                        <a:pt x="105802" y="101321"/>
                      </a:lnTo>
                      <a:cubicBezTo>
                        <a:pt x="111762" y="107972"/>
                        <a:pt x="111244" y="118077"/>
                        <a:pt x="104593" y="124037"/>
                      </a:cubicBezTo>
                      <a:cubicBezTo>
                        <a:pt x="97942" y="129997"/>
                        <a:pt x="87750" y="129478"/>
                        <a:pt x="81877" y="122828"/>
                      </a:cubicBezTo>
                      <a:cubicBezTo>
                        <a:pt x="81531" y="122482"/>
                        <a:pt x="81272" y="122050"/>
                        <a:pt x="80927" y="121705"/>
                      </a:cubicBezTo>
                      <a:lnTo>
                        <a:pt x="79977" y="120582"/>
                      </a:lnTo>
                      <a:close/>
                    </a:path>
                  </a:pathLst>
                </a:custGeom>
                <a:solidFill>
                  <a:srgbClr val="466EB6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" descr="1ac4b9ff-9039-4ff2-8cf0-a4109d36cdbd"/>
              <p:cNvGrpSpPr/>
              <p:nvPr/>
            </p:nvGrpSpPr>
            <p:grpSpPr>
              <a:xfrm>
                <a:off x="8471340" y="297725"/>
                <a:ext cx="280661" cy="280483"/>
                <a:chOff x="8471340" y="297725"/>
                <a:chExt cx="280661" cy="280483"/>
              </a:xfrm>
            </p:grpSpPr>
            <p:sp>
              <p:nvSpPr>
                <p:cNvPr id="102" name="" descr="b1db2453-48c6-4c69-af03-b32745420622"/>
                <p:cNvSpPr/>
                <p:nvPr/>
              </p:nvSpPr>
              <p:spPr>
                <a:xfrm>
                  <a:off x="8471340" y="297725"/>
                  <a:ext cx="280661" cy="280483"/>
                </a:xfrm>
                <a:custGeom>
                  <a:gdLst>
                    <a:gd name="connsiteX0" fmla="*/ 268444 w 280661"/>
                    <a:gd name="connsiteY0" fmla="*/ 83178 h 280483"/>
                    <a:gd name="connsiteX1" fmla="*/ 194422 w 280661"/>
                    <a:gd name="connsiteY1" fmla="*/ 269743 h 280483"/>
                    <a:gd name="connsiteX2" fmla="*/ 13644 w 280661"/>
                    <a:gd name="connsiteY2" fmla="*/ 200559 h 280483"/>
                    <a:gd name="connsiteX3" fmla="*/ 83174 w 280661"/>
                    <a:gd name="connsiteY3" fmla="*/ 12180 h 280483"/>
                    <a:gd name="connsiteX4" fmla="*/ 268444 w 280661"/>
                    <a:gd name="connsiteY4" fmla="*/ 83178 h 280483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0661" h="280483">
                      <a:moveTo>
                        <a:pt x="268444" y="83178"/>
                      </a:moveTo>
                      <a:cubicBezTo>
                        <a:pt x="300488" y="154954"/>
                        <a:pt x="267321" y="239254"/>
                        <a:pt x="194422" y="269743"/>
                      </a:cubicBezTo>
                      <a:cubicBezTo>
                        <a:pt x="125756" y="298419"/>
                        <a:pt x="45601" y="267757"/>
                        <a:pt x="13644" y="200559"/>
                      </a:cubicBezTo>
                      <a:cubicBezTo>
                        <a:pt x="-20301" y="129128"/>
                        <a:pt x="11398" y="44224"/>
                        <a:pt x="83174" y="12180"/>
                      </a:cubicBezTo>
                      <a:cubicBezTo>
                        <a:pt x="153913" y="-19346"/>
                        <a:pt x="236917" y="12439"/>
                        <a:pt x="268444" y="83178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3" name="" descr="b57de174-d32e-4757-aa31-72c5ea2aeec2"/>
                <p:cNvSpPr/>
                <p:nvPr/>
              </p:nvSpPr>
              <p:spPr>
                <a:xfrm>
                  <a:off x="8552268" y="427718"/>
                  <a:ext cx="143539" cy="105621"/>
                </a:xfrm>
                <a:custGeom>
                  <a:gdLst>
                    <a:gd name="connsiteX0" fmla="*/ 0 w 143539"/>
                    <a:gd name="connsiteY0" fmla="*/ 61152 h 105621"/>
                    <a:gd name="connsiteX1" fmla="*/ 99069 w 143539"/>
                    <a:gd name="connsiteY1" fmla="*/ 99070 h 105621"/>
                    <a:gd name="connsiteX2" fmla="*/ 136987 w 143539"/>
                    <a:gd name="connsiteY2" fmla="*/ 0 h 105621"/>
                    <a:gd name="connsiteX3" fmla="*/ 0 w 143539"/>
                    <a:gd name="connsiteY3" fmla="*/ 61152 h 10562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3539" h="105621">
                      <a:moveTo>
                        <a:pt x="0" y="61152"/>
                      </a:moveTo>
                      <a:cubicBezTo>
                        <a:pt x="16843" y="98983"/>
                        <a:pt x="61238" y="115999"/>
                        <a:pt x="99069" y="99070"/>
                      </a:cubicBezTo>
                      <a:cubicBezTo>
                        <a:pt x="136901" y="82227"/>
                        <a:pt x="153916" y="37831"/>
                        <a:pt x="136987" y="0"/>
                      </a:cubicBezTo>
                      <a:lnTo>
                        <a:pt x="0" y="61152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" descr="cf8ad1c5-aff6-45e0-bbad-663dbde77dba"/>
              <p:cNvGrpSpPr/>
              <p:nvPr/>
            </p:nvGrpSpPr>
            <p:grpSpPr>
              <a:xfrm>
                <a:off x="7118157" y="3364171"/>
                <a:ext cx="1152622" cy="3229192"/>
                <a:chOff x="7118157" y="3364171"/>
                <a:chExt cx="1152622" cy="3229192"/>
              </a:xfrm>
            </p:grpSpPr>
            <p:sp>
              <p:nvSpPr>
                <p:cNvPr id="84" name="" descr="c0599e88-abb2-4902-8024-30230660d799"/>
                <p:cNvSpPr/>
                <p:nvPr/>
              </p:nvSpPr>
              <p:spPr>
                <a:xfrm>
                  <a:off x="7118157" y="4175001"/>
                  <a:ext cx="641899" cy="863041"/>
                </a:xfrm>
                <a:custGeom>
                  <a:gdLst>
                    <a:gd name="connsiteX0" fmla="*/ 90755 w 641899"/>
                    <a:gd name="connsiteY0" fmla="*/ 654188 h 863041"/>
                    <a:gd name="connsiteX1" fmla="*/ 149402 w 641899"/>
                    <a:gd name="connsiteY1" fmla="*/ 646673 h 863041"/>
                    <a:gd name="connsiteX2" fmla="*/ 218501 w 641899"/>
                    <a:gd name="connsiteY2" fmla="*/ 562805 h 863041"/>
                    <a:gd name="connsiteX3" fmla="*/ 410853 w 641899"/>
                    <a:gd name="connsiteY3" fmla="*/ 310597 h 863041"/>
                    <a:gd name="connsiteX4" fmla="*/ 468550 w 641899"/>
                    <a:gd name="connsiteY4" fmla="*/ 1382 h 863041"/>
                    <a:gd name="connsiteX5" fmla="*/ 641900 w 641899"/>
                    <a:gd name="connsiteY5" fmla="*/ 0 h 863041"/>
                    <a:gd name="connsiteX6" fmla="*/ 562437 w 641899"/>
                    <a:gd name="connsiteY6" fmla="*/ 350415 h 863041"/>
                    <a:gd name="connsiteX7" fmla="*/ 240871 w 641899"/>
                    <a:gd name="connsiteY7" fmla="*/ 685368 h 863041"/>
                    <a:gd name="connsiteX8" fmla="*/ 214009 w 641899"/>
                    <a:gd name="connsiteY8" fmla="*/ 755157 h 863041"/>
                    <a:gd name="connsiteX9" fmla="*/ 175314 w 641899"/>
                    <a:gd name="connsiteY9" fmla="*/ 808277 h 863041"/>
                    <a:gd name="connsiteX10" fmla="*/ 130746 w 641899"/>
                    <a:gd name="connsiteY10" fmla="*/ 853104 h 863041"/>
                    <a:gd name="connsiteX11" fmla="*/ 119431 w 641899"/>
                    <a:gd name="connsiteY11" fmla="*/ 842739 h 863041"/>
                    <a:gd name="connsiteX12" fmla="*/ 152339 w 641899"/>
                    <a:gd name="connsiteY12" fmla="*/ 797394 h 863041"/>
                    <a:gd name="connsiteX13" fmla="*/ 103884 w 641899"/>
                    <a:gd name="connsiteY13" fmla="*/ 841012 h 863041"/>
                    <a:gd name="connsiteX14" fmla="*/ 84191 w 641899"/>
                    <a:gd name="connsiteY14" fmla="*/ 856473 h 863041"/>
                    <a:gd name="connsiteX15" fmla="*/ 68644 w 641899"/>
                    <a:gd name="connsiteY15" fmla="*/ 846367 h 863041"/>
                    <a:gd name="connsiteX16" fmla="*/ 89978 w 641899"/>
                    <a:gd name="connsiteY16" fmla="*/ 825983 h 863041"/>
                    <a:gd name="connsiteX17" fmla="*/ 108634 w 641899"/>
                    <a:gd name="connsiteY17" fmla="*/ 805686 h 863041"/>
                    <a:gd name="connsiteX18" fmla="*/ 127723 w 641899"/>
                    <a:gd name="connsiteY18" fmla="*/ 784611 h 863041"/>
                    <a:gd name="connsiteX19" fmla="*/ 119517 w 641899"/>
                    <a:gd name="connsiteY19" fmla="*/ 785734 h 863041"/>
                    <a:gd name="connsiteX20" fmla="*/ 81427 w 641899"/>
                    <a:gd name="connsiteY20" fmla="*/ 819246 h 863041"/>
                    <a:gd name="connsiteX21" fmla="*/ 57675 w 641899"/>
                    <a:gd name="connsiteY21" fmla="*/ 835398 h 863041"/>
                    <a:gd name="connsiteX22" fmla="*/ 28481 w 641899"/>
                    <a:gd name="connsiteY22" fmla="*/ 846453 h 863041"/>
                    <a:gd name="connsiteX23" fmla="*/ 48173 w 641899"/>
                    <a:gd name="connsiteY23" fmla="*/ 819937 h 863041"/>
                    <a:gd name="connsiteX24" fmla="*/ 70544 w 641899"/>
                    <a:gd name="connsiteY24" fmla="*/ 801367 h 863041"/>
                    <a:gd name="connsiteX25" fmla="*/ 93865 w 641899"/>
                    <a:gd name="connsiteY25" fmla="*/ 766213 h 863041"/>
                    <a:gd name="connsiteX26" fmla="*/ 49296 w 641899"/>
                    <a:gd name="connsiteY26" fmla="*/ 794371 h 863041"/>
                    <a:gd name="connsiteX27" fmla="*/ 1100 w 641899"/>
                    <a:gd name="connsiteY27" fmla="*/ 811818 h 863041"/>
                    <a:gd name="connsiteX28" fmla="*/ 16475 w 641899"/>
                    <a:gd name="connsiteY28" fmla="*/ 789188 h 863041"/>
                    <a:gd name="connsiteX29" fmla="*/ 37118 w 641899"/>
                    <a:gd name="connsiteY29" fmla="*/ 774851 h 863041"/>
                    <a:gd name="connsiteX30" fmla="*/ 58883 w 641899"/>
                    <a:gd name="connsiteY30" fmla="*/ 755244 h 863041"/>
                    <a:gd name="connsiteX31" fmla="*/ 106821 w 641899"/>
                    <a:gd name="connsiteY31" fmla="*/ 696597 h 863041"/>
                    <a:gd name="connsiteX32" fmla="*/ 80736 w 641899"/>
                    <a:gd name="connsiteY32" fmla="*/ 690032 h 863041"/>
                    <a:gd name="connsiteX33" fmla="*/ 65621 w 641899"/>
                    <a:gd name="connsiteY33" fmla="*/ 702902 h 863041"/>
                    <a:gd name="connsiteX34" fmla="*/ 48691 w 641899"/>
                    <a:gd name="connsiteY34" fmla="*/ 698497 h 863041"/>
                    <a:gd name="connsiteX35" fmla="*/ 62080 w 641899"/>
                    <a:gd name="connsiteY35" fmla="*/ 673794 h 863041"/>
                    <a:gd name="connsiteX36" fmla="*/ 90755 w 641899"/>
                    <a:gd name="connsiteY36" fmla="*/ 654188 h 86304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41899" h="863041">
                      <a:moveTo>
                        <a:pt x="90755" y="654188"/>
                      </a:moveTo>
                      <a:cubicBezTo>
                        <a:pt x="141542" y="639850"/>
                        <a:pt x="142924" y="648746"/>
                        <a:pt x="149402" y="646673"/>
                      </a:cubicBezTo>
                      <a:cubicBezTo>
                        <a:pt x="157003" y="644255"/>
                        <a:pt x="218501" y="562805"/>
                        <a:pt x="218501" y="562805"/>
                      </a:cubicBezTo>
                      <a:cubicBezTo>
                        <a:pt x="218501" y="562805"/>
                        <a:pt x="401438" y="323898"/>
                        <a:pt x="410853" y="310597"/>
                      </a:cubicBezTo>
                      <a:lnTo>
                        <a:pt x="468550" y="1382"/>
                      </a:lnTo>
                      <a:lnTo>
                        <a:pt x="641900" y="0"/>
                      </a:lnTo>
                      <a:cubicBezTo>
                        <a:pt x="641900" y="0"/>
                        <a:pt x="569520" y="333918"/>
                        <a:pt x="562437" y="350415"/>
                      </a:cubicBezTo>
                      <a:cubicBezTo>
                        <a:pt x="555355" y="366911"/>
                        <a:pt x="265401" y="658766"/>
                        <a:pt x="240871" y="685368"/>
                      </a:cubicBezTo>
                      <a:cubicBezTo>
                        <a:pt x="240871" y="685368"/>
                        <a:pt x="224979" y="728468"/>
                        <a:pt x="214009" y="755157"/>
                      </a:cubicBezTo>
                      <a:cubicBezTo>
                        <a:pt x="203040" y="781847"/>
                        <a:pt x="179633" y="801367"/>
                        <a:pt x="175314" y="808277"/>
                      </a:cubicBezTo>
                      <a:cubicBezTo>
                        <a:pt x="174710" y="809313"/>
                        <a:pt x="158644" y="831511"/>
                        <a:pt x="130746" y="853104"/>
                      </a:cubicBezTo>
                      <a:cubicBezTo>
                        <a:pt x="106734" y="871761"/>
                        <a:pt x="119431" y="842739"/>
                        <a:pt x="119431" y="842739"/>
                      </a:cubicBezTo>
                      <a:cubicBezTo>
                        <a:pt x="119431" y="842739"/>
                        <a:pt x="156657" y="799985"/>
                        <a:pt x="152339" y="797394"/>
                      </a:cubicBezTo>
                      <a:cubicBezTo>
                        <a:pt x="148971" y="795407"/>
                        <a:pt x="130227" y="820110"/>
                        <a:pt x="103884" y="841012"/>
                      </a:cubicBezTo>
                      <a:cubicBezTo>
                        <a:pt x="97147" y="846367"/>
                        <a:pt x="90410" y="851636"/>
                        <a:pt x="84191" y="856473"/>
                      </a:cubicBezTo>
                      <a:cubicBezTo>
                        <a:pt x="67866" y="869083"/>
                        <a:pt x="54047" y="862346"/>
                        <a:pt x="68644" y="846367"/>
                      </a:cubicBezTo>
                      <a:cubicBezTo>
                        <a:pt x="73826" y="840753"/>
                        <a:pt x="82636" y="831598"/>
                        <a:pt x="89978" y="825983"/>
                      </a:cubicBezTo>
                      <a:cubicBezTo>
                        <a:pt x="97924" y="819937"/>
                        <a:pt x="102934" y="811731"/>
                        <a:pt x="108634" y="805686"/>
                      </a:cubicBezTo>
                      <a:cubicBezTo>
                        <a:pt x="120035" y="793507"/>
                        <a:pt x="128586" y="784783"/>
                        <a:pt x="127723" y="784611"/>
                      </a:cubicBezTo>
                      <a:cubicBezTo>
                        <a:pt x="126600" y="784351"/>
                        <a:pt x="126945" y="780206"/>
                        <a:pt x="119517" y="785734"/>
                      </a:cubicBezTo>
                      <a:cubicBezTo>
                        <a:pt x="110621" y="792298"/>
                        <a:pt x="95419" y="810609"/>
                        <a:pt x="81427" y="819246"/>
                      </a:cubicBezTo>
                      <a:cubicBezTo>
                        <a:pt x="73480" y="824169"/>
                        <a:pt x="57675" y="835398"/>
                        <a:pt x="57675" y="835398"/>
                      </a:cubicBezTo>
                      <a:cubicBezTo>
                        <a:pt x="57675" y="835398"/>
                        <a:pt x="29949" y="847836"/>
                        <a:pt x="28481" y="846453"/>
                      </a:cubicBezTo>
                      <a:cubicBezTo>
                        <a:pt x="20534" y="839025"/>
                        <a:pt x="36340" y="825206"/>
                        <a:pt x="48173" y="819937"/>
                      </a:cubicBezTo>
                      <a:cubicBezTo>
                        <a:pt x="53528" y="812768"/>
                        <a:pt x="70544" y="801367"/>
                        <a:pt x="70544" y="801367"/>
                      </a:cubicBezTo>
                      <a:cubicBezTo>
                        <a:pt x="70544" y="801367"/>
                        <a:pt x="98788" y="770532"/>
                        <a:pt x="93865" y="766213"/>
                      </a:cubicBezTo>
                      <a:cubicBezTo>
                        <a:pt x="91791" y="764399"/>
                        <a:pt x="71839" y="781069"/>
                        <a:pt x="49296" y="794371"/>
                      </a:cubicBezTo>
                      <a:cubicBezTo>
                        <a:pt x="28394" y="806636"/>
                        <a:pt x="4728" y="815618"/>
                        <a:pt x="1100" y="811818"/>
                      </a:cubicBezTo>
                      <a:cubicBezTo>
                        <a:pt x="-5032" y="805340"/>
                        <a:pt x="16475" y="789188"/>
                        <a:pt x="16475" y="789188"/>
                      </a:cubicBezTo>
                      <a:cubicBezTo>
                        <a:pt x="16475" y="789188"/>
                        <a:pt x="32194" y="778737"/>
                        <a:pt x="37118" y="774851"/>
                      </a:cubicBezTo>
                      <a:cubicBezTo>
                        <a:pt x="42905" y="770273"/>
                        <a:pt x="58883" y="755244"/>
                        <a:pt x="58883" y="755244"/>
                      </a:cubicBezTo>
                      <a:cubicBezTo>
                        <a:pt x="58883" y="755244"/>
                        <a:pt x="111830" y="700311"/>
                        <a:pt x="106821" y="696597"/>
                      </a:cubicBezTo>
                      <a:cubicBezTo>
                        <a:pt x="101811" y="692883"/>
                        <a:pt x="85400" y="687873"/>
                        <a:pt x="80736" y="690032"/>
                      </a:cubicBezTo>
                      <a:cubicBezTo>
                        <a:pt x="76072" y="692278"/>
                        <a:pt x="70285" y="700743"/>
                        <a:pt x="65621" y="702902"/>
                      </a:cubicBezTo>
                      <a:cubicBezTo>
                        <a:pt x="60957" y="705148"/>
                        <a:pt x="52492" y="704025"/>
                        <a:pt x="48691" y="698497"/>
                      </a:cubicBezTo>
                      <a:cubicBezTo>
                        <a:pt x="44805" y="692969"/>
                        <a:pt x="62080" y="673794"/>
                        <a:pt x="62080" y="673794"/>
                      </a:cubicBezTo>
                      <a:cubicBezTo>
                        <a:pt x="62080" y="673794"/>
                        <a:pt x="76072" y="658334"/>
                        <a:pt x="90755" y="654188"/>
                      </a:cubicBezTo>
                      <a:close/>
                    </a:path>
                  </a:pathLst>
                </a:custGeom>
                <a:solidFill>
                  <a:srgbClr val="F48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5" name="" descr="5e0e60be-8edd-4d92-a696-5a1bd1f7ec96"/>
                <p:cNvSpPr/>
                <p:nvPr/>
              </p:nvSpPr>
              <p:spPr>
                <a:xfrm>
                  <a:off x="7339437" y="6390550"/>
                  <a:ext cx="169966" cy="179776"/>
                </a:xfrm>
                <a:custGeom>
                  <a:gdLst>
                    <a:gd name="connsiteX0" fmla="*/ 152605 w 169966"/>
                    <a:gd name="connsiteY0" fmla="*/ 0 h 179776"/>
                    <a:gd name="connsiteX1" fmla="*/ 151050 w 169966"/>
                    <a:gd name="connsiteY1" fmla="*/ 106930 h 179776"/>
                    <a:gd name="connsiteX2" fmla="*/ 169966 w 169966"/>
                    <a:gd name="connsiteY2" fmla="*/ 166268 h 179776"/>
                    <a:gd name="connsiteX3" fmla="*/ 6894 w 169966"/>
                    <a:gd name="connsiteY3" fmla="*/ 106498 h 179776"/>
                    <a:gd name="connsiteX4" fmla="*/ 34879 w 169966"/>
                    <a:gd name="connsiteY4" fmla="*/ 74885 h 179776"/>
                    <a:gd name="connsiteX5" fmla="*/ 42566 w 169966"/>
                    <a:gd name="connsiteY5" fmla="*/ 1555 h 179776"/>
                    <a:gd name="connsiteX6" fmla="*/ 152605 w 169966"/>
                    <a:gd name="connsiteY6" fmla="*/ 0 h 179776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9966" h="179776">
                      <a:moveTo>
                        <a:pt x="152605" y="0"/>
                      </a:moveTo>
                      <a:cubicBezTo>
                        <a:pt x="152605" y="0"/>
                        <a:pt x="151050" y="106670"/>
                        <a:pt x="151050" y="106930"/>
                      </a:cubicBezTo>
                      <a:cubicBezTo>
                        <a:pt x="153296" y="120490"/>
                        <a:pt x="169966" y="153916"/>
                        <a:pt x="169966" y="166268"/>
                      </a:cubicBezTo>
                      <a:cubicBezTo>
                        <a:pt x="169966" y="212477"/>
                        <a:pt x="-40265" y="126968"/>
                        <a:pt x="6894" y="106498"/>
                      </a:cubicBezTo>
                      <a:cubicBezTo>
                        <a:pt x="11126" y="104597"/>
                        <a:pt x="33497" y="90605"/>
                        <a:pt x="34879" y="74885"/>
                      </a:cubicBezTo>
                      <a:cubicBezTo>
                        <a:pt x="37038" y="50614"/>
                        <a:pt x="42566" y="1555"/>
                        <a:pt x="42566" y="1555"/>
                      </a:cubicBezTo>
                      <a:lnTo>
                        <a:pt x="152605" y="0"/>
                      </a:ln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6" name="" descr="e16fff65-ea80-4998-b1eb-a03ca46217b2"/>
                <p:cNvSpPr/>
                <p:nvPr/>
              </p:nvSpPr>
              <p:spPr>
                <a:xfrm>
                  <a:off x="7172151" y="6494631"/>
                  <a:ext cx="343613" cy="98732"/>
                </a:xfrm>
                <a:custGeom>
                  <a:gdLst>
                    <a:gd name="connsiteX0" fmla="*/ 174785 w 343613"/>
                    <a:gd name="connsiteY0" fmla="*/ 1899 h 98732"/>
                    <a:gd name="connsiteX1" fmla="*/ 249411 w 343613"/>
                    <a:gd name="connsiteY1" fmla="*/ 19605 h 98732"/>
                    <a:gd name="connsiteX2" fmla="*/ 325851 w 343613"/>
                    <a:gd name="connsiteY2" fmla="*/ 1381 h 98732"/>
                    <a:gd name="connsiteX3" fmla="*/ 343558 w 343613"/>
                    <a:gd name="connsiteY3" fmla="*/ 97427 h 98732"/>
                    <a:gd name="connsiteX4" fmla="*/ 5754 w 343613"/>
                    <a:gd name="connsiteY4" fmla="*/ 96218 h 98732"/>
                    <a:gd name="connsiteX5" fmla="*/ 174785 w 343613"/>
                    <a:gd name="connsiteY5" fmla="*/ 1899 h 98732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43613" h="98732">
                      <a:moveTo>
                        <a:pt x="174785" y="1899"/>
                      </a:moveTo>
                      <a:cubicBezTo>
                        <a:pt x="174785" y="1899"/>
                        <a:pt x="224104" y="16064"/>
                        <a:pt x="249411" y="19605"/>
                      </a:cubicBezTo>
                      <a:cubicBezTo>
                        <a:pt x="274719" y="23146"/>
                        <a:pt x="307972" y="-6653"/>
                        <a:pt x="325851" y="1381"/>
                      </a:cubicBezTo>
                      <a:cubicBezTo>
                        <a:pt x="345544" y="10277"/>
                        <a:pt x="343558" y="97427"/>
                        <a:pt x="343558" y="97427"/>
                      </a:cubicBezTo>
                      <a:cubicBezTo>
                        <a:pt x="343558" y="97427"/>
                        <a:pt x="91263" y="101055"/>
                        <a:pt x="5754" y="96218"/>
                      </a:cubicBezTo>
                      <a:cubicBezTo>
                        <a:pt x="-25168" y="94490"/>
                        <a:pt x="73902" y="34893"/>
                        <a:pt x="174785" y="1899"/>
                      </a:cubicBezTo>
                      <a:close/>
                    </a:path>
                  </a:pathLst>
                </a:custGeom>
                <a:solidFill>
                  <a:srgbClr val="B7574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" descr="a738c0ff-6a87-4c8b-aed9-b1aed0b3f688"/>
                <p:cNvSpPr/>
                <p:nvPr/>
              </p:nvSpPr>
              <p:spPr>
                <a:xfrm>
                  <a:off x="7807232" y="6390550"/>
                  <a:ext cx="169966" cy="179776"/>
                </a:xfrm>
                <a:custGeom>
                  <a:gdLst>
                    <a:gd name="connsiteX0" fmla="*/ 152519 w 169966"/>
                    <a:gd name="connsiteY0" fmla="*/ 0 h 179776"/>
                    <a:gd name="connsiteX1" fmla="*/ 158738 w 169966"/>
                    <a:gd name="connsiteY1" fmla="*/ 106930 h 179776"/>
                    <a:gd name="connsiteX2" fmla="*/ 169966 w 169966"/>
                    <a:gd name="connsiteY2" fmla="*/ 166268 h 179776"/>
                    <a:gd name="connsiteX3" fmla="*/ 6894 w 169966"/>
                    <a:gd name="connsiteY3" fmla="*/ 106498 h 179776"/>
                    <a:gd name="connsiteX4" fmla="*/ 41530 w 169966"/>
                    <a:gd name="connsiteY4" fmla="*/ 64434 h 179776"/>
                    <a:gd name="connsiteX5" fmla="*/ 42566 w 169966"/>
                    <a:gd name="connsiteY5" fmla="*/ 1555 h 179776"/>
                    <a:gd name="connsiteX6" fmla="*/ 152519 w 169966"/>
                    <a:gd name="connsiteY6" fmla="*/ 0 h 179776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9966" h="179776">
                      <a:moveTo>
                        <a:pt x="152519" y="0"/>
                      </a:moveTo>
                      <a:cubicBezTo>
                        <a:pt x="152519" y="0"/>
                        <a:pt x="158651" y="106670"/>
                        <a:pt x="158738" y="106930"/>
                      </a:cubicBezTo>
                      <a:cubicBezTo>
                        <a:pt x="160983" y="120490"/>
                        <a:pt x="169966" y="153916"/>
                        <a:pt x="169966" y="166268"/>
                      </a:cubicBezTo>
                      <a:cubicBezTo>
                        <a:pt x="169966" y="212477"/>
                        <a:pt x="-40265" y="126968"/>
                        <a:pt x="6894" y="106498"/>
                      </a:cubicBezTo>
                      <a:cubicBezTo>
                        <a:pt x="11126" y="104597"/>
                        <a:pt x="40148" y="80154"/>
                        <a:pt x="41530" y="64434"/>
                      </a:cubicBezTo>
                      <a:cubicBezTo>
                        <a:pt x="43689" y="40164"/>
                        <a:pt x="42566" y="1555"/>
                        <a:pt x="42566" y="1555"/>
                      </a:cubicBezTo>
                      <a:lnTo>
                        <a:pt x="152519" y="0"/>
                      </a:ln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" descr="193d25b0-7630-4b3f-9a37-17f89f83f0ed"/>
                <p:cNvSpPr/>
                <p:nvPr/>
              </p:nvSpPr>
              <p:spPr>
                <a:xfrm>
                  <a:off x="7629030" y="6494631"/>
                  <a:ext cx="355856" cy="97561"/>
                </a:xfrm>
                <a:custGeom>
                  <a:gdLst>
                    <a:gd name="connsiteX0" fmla="*/ 185615 w 355856"/>
                    <a:gd name="connsiteY0" fmla="*/ 1899 h 97561"/>
                    <a:gd name="connsiteX1" fmla="*/ 260241 w 355856"/>
                    <a:gd name="connsiteY1" fmla="*/ 19605 h 97561"/>
                    <a:gd name="connsiteX2" fmla="*/ 336681 w 355856"/>
                    <a:gd name="connsiteY2" fmla="*/ 1381 h 97561"/>
                    <a:gd name="connsiteX3" fmla="*/ 355856 w 355856"/>
                    <a:gd name="connsiteY3" fmla="*/ 96218 h 97561"/>
                    <a:gd name="connsiteX4" fmla="*/ 5268 w 355856"/>
                    <a:gd name="connsiteY4" fmla="*/ 96218 h 97561"/>
                    <a:gd name="connsiteX5" fmla="*/ 185615 w 355856"/>
                    <a:gd name="connsiteY5" fmla="*/ 1899 h 9756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5856" h="97561">
                      <a:moveTo>
                        <a:pt x="185615" y="1899"/>
                      </a:moveTo>
                      <a:cubicBezTo>
                        <a:pt x="185615" y="1899"/>
                        <a:pt x="234934" y="16064"/>
                        <a:pt x="260241" y="19605"/>
                      </a:cubicBezTo>
                      <a:cubicBezTo>
                        <a:pt x="285548" y="23146"/>
                        <a:pt x="318802" y="-6653"/>
                        <a:pt x="336681" y="1381"/>
                      </a:cubicBezTo>
                      <a:cubicBezTo>
                        <a:pt x="356374" y="10277"/>
                        <a:pt x="355856" y="96218"/>
                        <a:pt x="355856" y="96218"/>
                      </a:cubicBezTo>
                      <a:cubicBezTo>
                        <a:pt x="355856" y="96218"/>
                        <a:pt x="74021" y="99241"/>
                        <a:pt x="5268" y="96218"/>
                      </a:cubicBezTo>
                      <a:cubicBezTo>
                        <a:pt x="-25566" y="94835"/>
                        <a:pt x="84731" y="34893"/>
                        <a:pt x="185615" y="1899"/>
                      </a:cubicBezTo>
                      <a:close/>
                    </a:path>
                  </a:pathLst>
                </a:custGeom>
                <a:solidFill>
                  <a:srgbClr val="B7574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" descr="f3a75230-b7e1-40f2-93d9-8339d888dcdf"/>
                <p:cNvSpPr/>
                <p:nvPr/>
              </p:nvSpPr>
              <p:spPr>
                <a:xfrm>
                  <a:off x="7350909" y="4850610"/>
                  <a:ext cx="550021" cy="1570170"/>
                </a:xfrm>
                <a:custGeom>
                  <a:gdLst>
                    <a:gd name="connsiteX0" fmla="*/ 275788 w 550021"/>
                    <a:gd name="connsiteY0" fmla="*/ 0 h 1570170"/>
                    <a:gd name="connsiteX1" fmla="*/ 186911 w 550021"/>
                    <a:gd name="connsiteY1" fmla="*/ 37572 h 1570170"/>
                    <a:gd name="connsiteX2" fmla="*/ 0 w 550021"/>
                    <a:gd name="connsiteY2" fmla="*/ 911578 h 1570170"/>
                    <a:gd name="connsiteX3" fmla="*/ 7601 w 550021"/>
                    <a:gd name="connsiteY3" fmla="*/ 1566802 h 1570170"/>
                    <a:gd name="connsiteX4" fmla="*/ 157458 w 550021"/>
                    <a:gd name="connsiteY4" fmla="*/ 1570171 h 1570170"/>
                    <a:gd name="connsiteX5" fmla="*/ 227161 w 550021"/>
                    <a:gd name="connsiteY5" fmla="*/ 952605 h 1570170"/>
                    <a:gd name="connsiteX6" fmla="*/ 550022 w 550021"/>
                    <a:gd name="connsiteY6" fmla="*/ 175250 h 1570170"/>
                    <a:gd name="connsiteX7" fmla="*/ 275788 w 550021"/>
                    <a:gd name="connsiteY7" fmla="*/ 0 h 157017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50021" h="1570170">
                      <a:moveTo>
                        <a:pt x="275788" y="0"/>
                      </a:moveTo>
                      <a:lnTo>
                        <a:pt x="186911" y="37572"/>
                      </a:lnTo>
                      <a:lnTo>
                        <a:pt x="0" y="911578"/>
                      </a:lnTo>
                      <a:lnTo>
                        <a:pt x="7601" y="1566802"/>
                      </a:lnTo>
                      <a:lnTo>
                        <a:pt x="157458" y="1570171"/>
                      </a:lnTo>
                      <a:cubicBezTo>
                        <a:pt x="157458" y="1570171"/>
                        <a:pt x="227161" y="997001"/>
                        <a:pt x="227161" y="952605"/>
                      </a:cubicBezTo>
                      <a:cubicBezTo>
                        <a:pt x="227161" y="908210"/>
                        <a:pt x="550022" y="175250"/>
                        <a:pt x="550022" y="175250"/>
                      </a:cubicBezTo>
                      <a:lnTo>
                        <a:pt x="275788" y="0"/>
                      </a:lnTo>
                      <a:close/>
                    </a:path>
                  </a:pathLst>
                </a:custGeom>
                <a:solidFill>
                  <a:srgbClr val="35538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0" name="" descr="b88d9810-89b1-41ea-801c-e6d21f532913"/>
                <p:cNvSpPr/>
                <p:nvPr/>
              </p:nvSpPr>
              <p:spPr>
                <a:xfrm>
                  <a:off x="7695277" y="4869416"/>
                  <a:ext cx="349079" cy="1565097"/>
                </a:xfrm>
                <a:custGeom>
                  <a:gdLst>
                    <a:gd name="connsiteX0" fmla="*/ 0 w 349079"/>
                    <a:gd name="connsiteY0" fmla="*/ 29303 h 1565097"/>
                    <a:gd name="connsiteX1" fmla="*/ 65471 w 349079"/>
                    <a:gd name="connsiteY1" fmla="*/ 816246 h 1565097"/>
                    <a:gd name="connsiteX2" fmla="*/ 118590 w 349079"/>
                    <a:gd name="connsiteY2" fmla="*/ 1565098 h 1565097"/>
                    <a:gd name="connsiteX3" fmla="*/ 268793 w 349079"/>
                    <a:gd name="connsiteY3" fmla="*/ 1564234 h 1565097"/>
                    <a:gd name="connsiteX4" fmla="*/ 295741 w 349079"/>
                    <a:gd name="connsiteY4" fmla="*/ 1085643 h 1565097"/>
                    <a:gd name="connsiteX5" fmla="*/ 295741 w 349079"/>
                    <a:gd name="connsiteY5" fmla="*/ 904778 h 1565097"/>
                    <a:gd name="connsiteX6" fmla="*/ 343246 w 349079"/>
                    <a:gd name="connsiteY6" fmla="*/ 135801 h 1565097"/>
                    <a:gd name="connsiteX7" fmla="*/ 320012 w 349079"/>
                    <a:gd name="connsiteY7" fmla="*/ 50465 h 1565097"/>
                    <a:gd name="connsiteX8" fmla="*/ 0 w 349079"/>
                    <a:gd name="connsiteY8" fmla="*/ 29303 h 1565097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49079" h="1565097">
                      <a:moveTo>
                        <a:pt x="0" y="29303"/>
                      </a:moveTo>
                      <a:cubicBezTo>
                        <a:pt x="0" y="29303"/>
                        <a:pt x="65471" y="702752"/>
                        <a:pt x="65471" y="816246"/>
                      </a:cubicBezTo>
                      <a:cubicBezTo>
                        <a:pt x="65471" y="929740"/>
                        <a:pt x="118590" y="1565098"/>
                        <a:pt x="118590" y="1565098"/>
                      </a:cubicBezTo>
                      <a:lnTo>
                        <a:pt x="268793" y="1564234"/>
                      </a:lnTo>
                      <a:cubicBezTo>
                        <a:pt x="268793" y="1564234"/>
                        <a:pt x="279589" y="1370587"/>
                        <a:pt x="295741" y="1085643"/>
                      </a:cubicBezTo>
                      <a:cubicBezTo>
                        <a:pt x="298246" y="1040988"/>
                        <a:pt x="292459" y="950987"/>
                        <a:pt x="295741" y="904778"/>
                      </a:cubicBezTo>
                      <a:cubicBezTo>
                        <a:pt x="319148" y="572588"/>
                        <a:pt x="365357" y="259832"/>
                        <a:pt x="343246" y="135801"/>
                      </a:cubicBezTo>
                      <a:cubicBezTo>
                        <a:pt x="339704" y="115849"/>
                        <a:pt x="333053" y="63680"/>
                        <a:pt x="320012" y="50465"/>
                      </a:cubicBezTo>
                      <a:cubicBezTo>
                        <a:pt x="221633" y="-49037"/>
                        <a:pt x="0" y="29303"/>
                        <a:pt x="0" y="29303"/>
                      </a:cubicBezTo>
                      <a:close/>
                    </a:path>
                  </a:pathLst>
                </a:custGeom>
                <a:solidFill>
                  <a:srgbClr val="466EB6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1" name="" descr="d3541572-b7d8-454a-a6ac-da386e4d3109"/>
                <p:cNvSpPr/>
                <p:nvPr/>
              </p:nvSpPr>
              <p:spPr>
                <a:xfrm>
                  <a:off x="7512081" y="3895119"/>
                  <a:ext cx="210765" cy="472147"/>
                </a:xfrm>
                <a:custGeom>
                  <a:gdLst>
                    <a:gd name="connsiteX0" fmla="*/ 0 w 210765"/>
                    <a:gd name="connsiteY0" fmla="*/ 472148 h 472147"/>
                    <a:gd name="connsiteX1" fmla="*/ 181728 w 210765"/>
                    <a:gd name="connsiteY1" fmla="*/ 460228 h 472147"/>
                    <a:gd name="connsiteX2" fmla="*/ 190711 w 210765"/>
                    <a:gd name="connsiteY2" fmla="*/ 225294 h 472147"/>
                    <a:gd name="connsiteX3" fmla="*/ 208158 w 210765"/>
                    <a:gd name="connsiteY3" fmla="*/ 34 h 472147"/>
                    <a:gd name="connsiteX4" fmla="*/ 97256 w 210765"/>
                    <a:gd name="connsiteY4" fmla="*/ 69910 h 472147"/>
                    <a:gd name="connsiteX5" fmla="*/ 0 w 210765"/>
                    <a:gd name="connsiteY5" fmla="*/ 472148 h 472147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0765" h="472147">
                      <a:moveTo>
                        <a:pt x="0" y="472148"/>
                      </a:moveTo>
                      <a:lnTo>
                        <a:pt x="181728" y="460228"/>
                      </a:lnTo>
                      <a:cubicBezTo>
                        <a:pt x="181728" y="460228"/>
                        <a:pt x="190711" y="301130"/>
                        <a:pt x="190711" y="225294"/>
                      </a:cubicBezTo>
                      <a:cubicBezTo>
                        <a:pt x="190711" y="133221"/>
                        <a:pt x="219387" y="-2471"/>
                        <a:pt x="208158" y="34"/>
                      </a:cubicBezTo>
                      <a:cubicBezTo>
                        <a:pt x="176718" y="7203"/>
                        <a:pt x="122477" y="35533"/>
                        <a:pt x="97256" y="69910"/>
                      </a:cubicBezTo>
                      <a:cubicBezTo>
                        <a:pt x="10019" y="188845"/>
                        <a:pt x="0" y="472148"/>
                        <a:pt x="0" y="472148"/>
                      </a:cubicBezTo>
                      <a:close/>
                    </a:path>
                  </a:pathLst>
                </a:custGeom>
                <a:solidFill>
                  <a:srgbClr val="F47458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2" name="" descr="97b3ba2d-9e8f-46d9-87c2-6ff76a48db46"/>
                <p:cNvSpPr/>
                <p:nvPr/>
              </p:nvSpPr>
              <p:spPr>
                <a:xfrm>
                  <a:off x="7508281" y="3886699"/>
                  <a:ext cx="630089" cy="1068126"/>
                </a:xfrm>
                <a:custGeom>
                  <a:gdLst>
                    <a:gd name="connsiteX0" fmla="*/ 434369 w 630089"/>
                    <a:gd name="connsiteY0" fmla="*/ 4913 h 1068126"/>
                    <a:gd name="connsiteX1" fmla="*/ 565310 w 630089"/>
                    <a:gd name="connsiteY1" fmla="*/ 38685 h 1068126"/>
                    <a:gd name="connsiteX2" fmla="*/ 630090 w 630089"/>
                    <a:gd name="connsiteY2" fmla="*/ 110202 h 1068126"/>
                    <a:gd name="connsiteX3" fmla="*/ 502603 w 630089"/>
                    <a:gd name="connsiteY3" fmla="*/ 798247 h 1068126"/>
                    <a:gd name="connsiteX4" fmla="*/ 530156 w 630089"/>
                    <a:gd name="connsiteY4" fmla="*/ 1063153 h 1068126"/>
                    <a:gd name="connsiteX5" fmla="*/ 0 w 630089"/>
                    <a:gd name="connsiteY5" fmla="*/ 1030590 h 1068126"/>
                    <a:gd name="connsiteX6" fmla="*/ 46037 w 630089"/>
                    <a:gd name="connsiteY6" fmla="*/ 747892 h 1068126"/>
                    <a:gd name="connsiteX7" fmla="*/ 113580 w 630089"/>
                    <a:gd name="connsiteY7" fmla="*/ 117112 h 1068126"/>
                    <a:gd name="connsiteX8" fmla="*/ 215932 w 630089"/>
                    <a:gd name="connsiteY8" fmla="*/ 7332 h 1068126"/>
                    <a:gd name="connsiteX9" fmla="*/ 434369 w 630089"/>
                    <a:gd name="connsiteY9" fmla="*/ 4913 h 1068126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30089" h="1068126">
                      <a:moveTo>
                        <a:pt x="434369" y="4913"/>
                      </a:moveTo>
                      <a:cubicBezTo>
                        <a:pt x="434369" y="4913"/>
                        <a:pt x="538016" y="18992"/>
                        <a:pt x="565310" y="38685"/>
                      </a:cubicBezTo>
                      <a:cubicBezTo>
                        <a:pt x="596059" y="60797"/>
                        <a:pt x="630090" y="110202"/>
                        <a:pt x="630090" y="110202"/>
                      </a:cubicBezTo>
                      <a:cubicBezTo>
                        <a:pt x="630090" y="110202"/>
                        <a:pt x="502862" y="699178"/>
                        <a:pt x="502603" y="798247"/>
                      </a:cubicBezTo>
                      <a:cubicBezTo>
                        <a:pt x="502430" y="874946"/>
                        <a:pt x="530156" y="1063153"/>
                        <a:pt x="530156" y="1063153"/>
                      </a:cubicBezTo>
                      <a:cubicBezTo>
                        <a:pt x="530156" y="1063153"/>
                        <a:pt x="145624" y="1086906"/>
                        <a:pt x="0" y="1030590"/>
                      </a:cubicBezTo>
                      <a:cubicBezTo>
                        <a:pt x="0" y="1030590"/>
                        <a:pt x="46037" y="806712"/>
                        <a:pt x="46037" y="747892"/>
                      </a:cubicBezTo>
                      <a:cubicBezTo>
                        <a:pt x="46037" y="689073"/>
                        <a:pt x="101056" y="154425"/>
                        <a:pt x="113580" y="117112"/>
                      </a:cubicBezTo>
                      <a:cubicBezTo>
                        <a:pt x="124981" y="83254"/>
                        <a:pt x="145711" y="22361"/>
                        <a:pt x="215932" y="7332"/>
                      </a:cubicBezTo>
                      <a:cubicBezTo>
                        <a:pt x="286240" y="-7611"/>
                        <a:pt x="434369" y="4913"/>
                        <a:pt x="434369" y="4913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3" name="" descr="af4c0681-73ba-4e2b-9864-400930947281"/>
                <p:cNvSpPr/>
                <p:nvPr/>
              </p:nvSpPr>
              <p:spPr>
                <a:xfrm>
                  <a:off x="7763631" y="3723295"/>
                  <a:ext cx="176427" cy="354106"/>
                </a:xfrm>
                <a:custGeom>
                  <a:gdLst>
                    <a:gd name="connsiteX0" fmla="*/ 150775 w 176427"/>
                    <a:gd name="connsiteY0" fmla="*/ 9737 h 354106"/>
                    <a:gd name="connsiteX1" fmla="*/ 176427 w 176427"/>
                    <a:gd name="connsiteY1" fmla="*/ 174191 h 354106"/>
                    <a:gd name="connsiteX2" fmla="*/ 26830 w 176427"/>
                    <a:gd name="connsiteY2" fmla="*/ 353069 h 354106"/>
                    <a:gd name="connsiteX3" fmla="*/ 8778 w 176427"/>
                    <a:gd name="connsiteY3" fmla="*/ 165553 h 354106"/>
                    <a:gd name="connsiteX4" fmla="*/ 26657 w 176427"/>
                    <a:gd name="connsiteY4" fmla="*/ 25975 h 354106"/>
                    <a:gd name="connsiteX5" fmla="*/ 150775 w 176427"/>
                    <a:gd name="connsiteY5" fmla="*/ 9737 h 354106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6427" h="354106">
                      <a:moveTo>
                        <a:pt x="150775" y="9737"/>
                      </a:moveTo>
                      <a:lnTo>
                        <a:pt x="176427" y="174191"/>
                      </a:lnTo>
                      <a:cubicBezTo>
                        <a:pt x="176427" y="174191"/>
                        <a:pt x="82713" y="369998"/>
                        <a:pt x="26830" y="353069"/>
                      </a:cubicBezTo>
                      <a:cubicBezTo>
                        <a:pt x="-20071" y="338817"/>
                        <a:pt x="8778" y="165553"/>
                        <a:pt x="8778" y="165553"/>
                      </a:cubicBezTo>
                      <a:cubicBezTo>
                        <a:pt x="8778" y="165553"/>
                        <a:pt x="34344" y="72530"/>
                        <a:pt x="26657" y="25975"/>
                      </a:cubicBezTo>
                      <a:cubicBezTo>
                        <a:pt x="18970" y="-20666"/>
                        <a:pt x="150775" y="9737"/>
                        <a:pt x="150775" y="9737"/>
                      </a:cubicBez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4" name="" descr="de5a3d86-dbc3-4802-b488-a9ea055afbae"/>
                <p:cNvSpPr/>
                <p:nvPr/>
              </p:nvSpPr>
              <p:spPr>
                <a:xfrm>
                  <a:off x="7787092" y="3723279"/>
                  <a:ext cx="129473" cy="96989"/>
                </a:xfrm>
                <a:custGeom>
                  <a:gdLst>
                    <a:gd name="connsiteX0" fmla="*/ 3196 w 129473"/>
                    <a:gd name="connsiteY0" fmla="*/ 25904 h 96989"/>
                    <a:gd name="connsiteX1" fmla="*/ 127314 w 129473"/>
                    <a:gd name="connsiteY1" fmla="*/ 9753 h 96989"/>
                    <a:gd name="connsiteX2" fmla="*/ 129473 w 129473"/>
                    <a:gd name="connsiteY2" fmla="*/ 23400 h 96989"/>
                    <a:gd name="connsiteX3" fmla="*/ 115222 w 129473"/>
                    <a:gd name="connsiteY3" fmla="*/ 46288 h 96989"/>
                    <a:gd name="connsiteX4" fmla="*/ 0 w 129473"/>
                    <a:gd name="connsiteY4" fmla="*/ 96989 h 96989"/>
                    <a:gd name="connsiteX5" fmla="*/ 3196 w 129473"/>
                    <a:gd name="connsiteY5" fmla="*/ 25904 h 96989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9473" h="96989">
                      <a:moveTo>
                        <a:pt x="3196" y="25904"/>
                      </a:moveTo>
                      <a:cubicBezTo>
                        <a:pt x="-4491" y="-20651"/>
                        <a:pt x="127314" y="9753"/>
                        <a:pt x="127314" y="9753"/>
                      </a:cubicBezTo>
                      <a:lnTo>
                        <a:pt x="129473" y="23400"/>
                      </a:lnTo>
                      <a:cubicBezTo>
                        <a:pt x="125586" y="32555"/>
                        <a:pt x="120922" y="40329"/>
                        <a:pt x="115222" y="46288"/>
                      </a:cubicBezTo>
                      <a:cubicBezTo>
                        <a:pt x="85768" y="77123"/>
                        <a:pt x="39732" y="95607"/>
                        <a:pt x="0" y="96989"/>
                      </a:cubicBezTo>
                      <a:cubicBezTo>
                        <a:pt x="3887" y="71941"/>
                        <a:pt x="6306" y="44993"/>
                        <a:pt x="3196" y="25904"/>
                      </a:cubicBezTo>
                      <a:close/>
                    </a:path>
                  </a:pathLst>
                </a:custGeom>
                <a:solidFill>
                  <a:srgbClr val="F47458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95" name="" descr="1d5cdfc1-860a-400d-8dec-e5e4afd5facb"/>
                <p:cNvGrpSpPr/>
                <p:nvPr/>
              </p:nvGrpSpPr>
              <p:grpSpPr>
                <a:xfrm>
                  <a:off x="7710976" y="3364171"/>
                  <a:ext cx="330635" cy="429580"/>
                  <a:chOff x="7710976" y="3364171"/>
                  <a:chExt cx="330635" cy="429580"/>
                </a:xfrm>
              </p:grpSpPr>
              <p:sp>
                <p:nvSpPr>
                  <p:cNvPr id="99" name="" descr="fefbaa1a-9563-4136-bf46-0a53be169fd1"/>
                  <p:cNvSpPr/>
                  <p:nvPr/>
                </p:nvSpPr>
                <p:spPr>
                  <a:xfrm>
                    <a:off x="7710976" y="3448970"/>
                    <a:ext cx="235231" cy="341443"/>
                  </a:xfrm>
                  <a:custGeom>
                    <a:gdLst>
                      <a:gd name="connsiteX0" fmla="*/ 225023 w 235231"/>
                      <a:gd name="connsiteY0" fmla="*/ 51374 h 341443"/>
                      <a:gd name="connsiteX1" fmla="*/ 205330 w 235231"/>
                      <a:gd name="connsiteY1" fmla="*/ 290626 h 341443"/>
                      <a:gd name="connsiteX2" fmla="*/ 24465 w 235231"/>
                      <a:gd name="connsiteY2" fmla="*/ 318611 h 341443"/>
                      <a:gd name="connsiteX3" fmla="*/ 65147 w 235231"/>
                      <a:gd name="connsiteY3" fmla="*/ 17257 h 341443"/>
                      <a:gd name="connsiteX4" fmla="*/ 225023 w 235231"/>
                      <a:gd name="connsiteY4" fmla="*/ 51374 h 34144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5231" h="341443">
                        <a:moveTo>
                          <a:pt x="225023" y="51374"/>
                        </a:moveTo>
                        <a:cubicBezTo>
                          <a:pt x="228737" y="50078"/>
                          <a:pt x="254907" y="238717"/>
                          <a:pt x="205330" y="290626"/>
                        </a:cubicBezTo>
                        <a:cubicBezTo>
                          <a:pt x="155752" y="342537"/>
                          <a:pt x="59100" y="359552"/>
                          <a:pt x="24465" y="318611"/>
                        </a:cubicBezTo>
                        <a:cubicBezTo>
                          <a:pt x="-13885" y="273352"/>
                          <a:pt x="-11984" y="70635"/>
                          <a:pt x="65147" y="17257"/>
                        </a:cubicBezTo>
                        <a:cubicBezTo>
                          <a:pt x="142191" y="-36122"/>
                          <a:pt x="225023" y="51374"/>
                          <a:pt x="225023" y="51374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" name="" descr="648a41b8-5de6-4b1b-a349-39206788e26a"/>
                  <p:cNvSpPr/>
                  <p:nvPr/>
                </p:nvSpPr>
                <p:spPr>
                  <a:xfrm>
                    <a:off x="7738465" y="3364171"/>
                    <a:ext cx="303146" cy="429580"/>
                  </a:xfrm>
                  <a:custGeom>
                    <a:gdLst>
                      <a:gd name="connsiteX0" fmla="*/ 67024 w 303146"/>
                      <a:gd name="connsiteY0" fmla="*/ 1171 h 429580"/>
                      <a:gd name="connsiteX1" fmla="*/ 179395 w 303146"/>
                      <a:gd name="connsiteY1" fmla="*/ 63532 h 429580"/>
                      <a:gd name="connsiteX2" fmla="*/ 281228 w 303146"/>
                      <a:gd name="connsiteY2" fmla="*/ 142304 h 429580"/>
                      <a:gd name="connsiteX3" fmla="*/ 239079 w 303146"/>
                      <a:gd name="connsiteY3" fmla="*/ 341739 h 429580"/>
                      <a:gd name="connsiteX4" fmla="*/ 185441 w 303146"/>
                      <a:gd name="connsiteY4" fmla="*/ 429580 h 429580"/>
                      <a:gd name="connsiteX5" fmla="*/ 176890 w 303146"/>
                      <a:gd name="connsiteY5" fmla="*/ 405396 h 429580"/>
                      <a:gd name="connsiteX6" fmla="*/ 170067 w 303146"/>
                      <a:gd name="connsiteY6" fmla="*/ 347872 h 429580"/>
                      <a:gd name="connsiteX7" fmla="*/ 178877 w 303146"/>
                      <a:gd name="connsiteY7" fmla="*/ 313322 h 429580"/>
                      <a:gd name="connsiteX8" fmla="*/ 139232 w 303146"/>
                      <a:gd name="connsiteY8" fmla="*/ 245174 h 429580"/>
                      <a:gd name="connsiteX9" fmla="*/ 115911 w 303146"/>
                      <a:gd name="connsiteY9" fmla="*/ 158802 h 429580"/>
                      <a:gd name="connsiteX10" fmla="*/ 99155 w 303146"/>
                      <a:gd name="connsiteY10" fmla="*/ 136776 h 429580"/>
                      <a:gd name="connsiteX11" fmla="*/ 22801 w 303146"/>
                      <a:gd name="connsiteY11" fmla="*/ 115788 h 429580"/>
                      <a:gd name="connsiteX12" fmla="*/ 67024 w 303146"/>
                      <a:gd name="connsiteY12" fmla="*/ 1171 h 42958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03146" h="429580">
                        <a:moveTo>
                          <a:pt x="67024" y="1171"/>
                        </a:moveTo>
                        <a:cubicBezTo>
                          <a:pt x="126621" y="13004"/>
                          <a:pt x="165230" y="48417"/>
                          <a:pt x="179395" y="63532"/>
                        </a:cubicBezTo>
                        <a:cubicBezTo>
                          <a:pt x="206430" y="66642"/>
                          <a:pt x="243225" y="81153"/>
                          <a:pt x="281228" y="142304"/>
                        </a:cubicBezTo>
                        <a:cubicBezTo>
                          <a:pt x="327956" y="217535"/>
                          <a:pt x="293407" y="300799"/>
                          <a:pt x="239079" y="341739"/>
                        </a:cubicBezTo>
                        <a:cubicBezTo>
                          <a:pt x="184750" y="382594"/>
                          <a:pt x="185441" y="429580"/>
                          <a:pt x="185441" y="429580"/>
                        </a:cubicBezTo>
                        <a:lnTo>
                          <a:pt x="176890" y="405396"/>
                        </a:lnTo>
                        <a:cubicBezTo>
                          <a:pt x="170585" y="386912"/>
                          <a:pt x="167994" y="367305"/>
                          <a:pt x="170067" y="347872"/>
                        </a:cubicBezTo>
                        <a:cubicBezTo>
                          <a:pt x="171362" y="336211"/>
                          <a:pt x="173867" y="323601"/>
                          <a:pt x="178877" y="313322"/>
                        </a:cubicBezTo>
                        <a:cubicBezTo>
                          <a:pt x="191919" y="286029"/>
                          <a:pt x="150806" y="267891"/>
                          <a:pt x="139232" y="245174"/>
                        </a:cubicBezTo>
                        <a:cubicBezTo>
                          <a:pt x="130335" y="227641"/>
                          <a:pt x="129904" y="187650"/>
                          <a:pt x="115911" y="158802"/>
                        </a:cubicBezTo>
                        <a:lnTo>
                          <a:pt x="99155" y="136776"/>
                        </a:lnTo>
                        <a:cubicBezTo>
                          <a:pt x="99155" y="136776"/>
                          <a:pt x="60546" y="107583"/>
                          <a:pt x="22801" y="115788"/>
                        </a:cubicBezTo>
                        <a:cubicBezTo>
                          <a:pt x="-14944" y="123907"/>
                          <a:pt x="-9502" y="-14030"/>
                          <a:pt x="67024" y="1171"/>
                        </a:cubicBezTo>
                        <a:close/>
                      </a:path>
                    </a:pathLst>
                  </a:custGeom>
                  <a:solidFill>
                    <a:srgbClr val="13375B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" name="" descr="2f0508ff-3935-44a6-baf8-2541d08a2103"/>
                  <p:cNvSpPr/>
                  <p:nvPr/>
                </p:nvSpPr>
                <p:spPr>
                  <a:xfrm>
                    <a:off x="7880189" y="3601571"/>
                    <a:ext cx="49516" cy="83353"/>
                  </a:xfrm>
                  <a:custGeom>
                    <a:gdLst>
                      <a:gd name="connsiteX0" fmla="*/ 13 w 49516"/>
                      <a:gd name="connsiteY0" fmla="*/ 41287 h 83353"/>
                      <a:gd name="connsiteX1" fmla="*/ 24024 w 49516"/>
                      <a:gd name="connsiteY1" fmla="*/ 83351 h 83353"/>
                      <a:gd name="connsiteX2" fmla="*/ 49504 w 49516"/>
                      <a:gd name="connsiteY2" fmla="*/ 42065 h 83353"/>
                      <a:gd name="connsiteX3" fmla="*/ 25493 w 49516"/>
                      <a:gd name="connsiteY3" fmla="*/ 1 h 83353"/>
                      <a:gd name="connsiteX4" fmla="*/ 13 w 49516"/>
                      <a:gd name="connsiteY4" fmla="*/ 41287 h 8335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9516" h="83353">
                        <a:moveTo>
                          <a:pt x="13" y="41287"/>
                        </a:moveTo>
                        <a:cubicBezTo>
                          <a:pt x="-419" y="64263"/>
                          <a:pt x="10377" y="83178"/>
                          <a:pt x="24024" y="83351"/>
                        </a:cubicBezTo>
                        <a:cubicBezTo>
                          <a:pt x="37671" y="83610"/>
                          <a:pt x="49072" y="65126"/>
                          <a:pt x="49504" y="42065"/>
                        </a:cubicBezTo>
                        <a:cubicBezTo>
                          <a:pt x="49936" y="19090"/>
                          <a:pt x="39139" y="174"/>
                          <a:pt x="25493" y="1"/>
                        </a:cubicBezTo>
                        <a:cubicBezTo>
                          <a:pt x="11759" y="-172"/>
                          <a:pt x="358" y="18312"/>
                          <a:pt x="13" y="41287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96" name="" descr="b3e0c7d3-607e-4d7e-b780-793530daa292"/>
                <p:cNvSpPr/>
                <p:nvPr/>
              </p:nvSpPr>
              <p:spPr>
                <a:xfrm>
                  <a:off x="7351741" y="4424668"/>
                  <a:ext cx="326813" cy="91111"/>
                </a:xfrm>
                <a:custGeom>
                  <a:gdLst>
                    <a:gd name="connsiteX0" fmla="*/ 326607 w 326813"/>
                    <a:gd name="connsiteY0" fmla="*/ 66026 h 91111"/>
                    <a:gd name="connsiteX1" fmla="*/ 324102 w 326813"/>
                    <a:gd name="connsiteY1" fmla="*/ 80105 h 91111"/>
                    <a:gd name="connsiteX2" fmla="*/ 308469 w 326813"/>
                    <a:gd name="connsiteY2" fmla="*/ 90901 h 91111"/>
                    <a:gd name="connsiteX3" fmla="*/ 11260 w 326813"/>
                    <a:gd name="connsiteY3" fmla="*/ 40460 h 91111"/>
                    <a:gd name="connsiteX4" fmla="*/ 204 w 326813"/>
                    <a:gd name="connsiteY4" fmla="*/ 25085 h 91111"/>
                    <a:gd name="connsiteX5" fmla="*/ 2709 w 326813"/>
                    <a:gd name="connsiteY5" fmla="*/ 11006 h 91111"/>
                    <a:gd name="connsiteX6" fmla="*/ 18343 w 326813"/>
                    <a:gd name="connsiteY6" fmla="*/ 210 h 91111"/>
                    <a:gd name="connsiteX7" fmla="*/ 315551 w 326813"/>
                    <a:gd name="connsiteY7" fmla="*/ 50652 h 91111"/>
                    <a:gd name="connsiteX8" fmla="*/ 326607 w 326813"/>
                    <a:gd name="connsiteY8" fmla="*/ 66026 h 9111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26813" h="91111">
                      <a:moveTo>
                        <a:pt x="326607" y="66026"/>
                      </a:moveTo>
                      <a:lnTo>
                        <a:pt x="324102" y="80105"/>
                      </a:lnTo>
                      <a:cubicBezTo>
                        <a:pt x="322807" y="87360"/>
                        <a:pt x="315811" y="92197"/>
                        <a:pt x="308469" y="90901"/>
                      </a:cubicBezTo>
                      <a:lnTo>
                        <a:pt x="11260" y="40460"/>
                      </a:lnTo>
                      <a:cubicBezTo>
                        <a:pt x="3919" y="39164"/>
                        <a:pt x="-1091" y="32341"/>
                        <a:pt x="204" y="25085"/>
                      </a:cubicBezTo>
                      <a:lnTo>
                        <a:pt x="2709" y="11006"/>
                      </a:lnTo>
                      <a:cubicBezTo>
                        <a:pt x="4005" y="3751"/>
                        <a:pt x="11001" y="-1085"/>
                        <a:pt x="18343" y="210"/>
                      </a:cubicBezTo>
                      <a:lnTo>
                        <a:pt x="315551" y="50652"/>
                      </a:lnTo>
                      <a:cubicBezTo>
                        <a:pt x="322980" y="51947"/>
                        <a:pt x="327903" y="58771"/>
                        <a:pt x="326607" y="66026"/>
                      </a:cubicBezTo>
                      <a:close/>
                    </a:path>
                  </a:pathLst>
                </a:custGeom>
                <a:solidFill>
                  <a:srgbClr val="13375B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7" name="" descr="3910c949-1cdc-4fec-96ee-98a8986a430f"/>
                <p:cNvSpPr/>
                <p:nvPr/>
              </p:nvSpPr>
              <p:spPr>
                <a:xfrm>
                  <a:off x="7445553" y="3967444"/>
                  <a:ext cx="782039" cy="700413"/>
                </a:xfrm>
                <a:custGeom>
                  <a:gdLst>
                    <a:gd name="connsiteX0" fmla="*/ 654208 w 782039"/>
                    <a:gd name="connsiteY0" fmla="*/ 3 h 700413"/>
                    <a:gd name="connsiteX1" fmla="*/ 610590 w 782039"/>
                    <a:gd name="connsiteY1" fmla="*/ 246425 h 700413"/>
                    <a:gd name="connsiteX2" fmla="*/ 636934 w 782039"/>
                    <a:gd name="connsiteY2" fmla="*/ 546052 h 700413"/>
                    <a:gd name="connsiteX3" fmla="*/ 307940 w 782039"/>
                    <a:gd name="connsiteY3" fmla="*/ 538019 h 700413"/>
                    <a:gd name="connsiteX4" fmla="*/ 307940 w 782039"/>
                    <a:gd name="connsiteY4" fmla="*/ 538106 h 700413"/>
                    <a:gd name="connsiteX5" fmla="*/ 222776 w 782039"/>
                    <a:gd name="connsiteY5" fmla="*/ 478681 h 700413"/>
                    <a:gd name="connsiteX6" fmla="*/ 148928 w 782039"/>
                    <a:gd name="connsiteY6" fmla="*/ 487750 h 700413"/>
                    <a:gd name="connsiteX7" fmla="*/ 190300 w 782039"/>
                    <a:gd name="connsiteY7" fmla="*/ 498115 h 700413"/>
                    <a:gd name="connsiteX8" fmla="*/ 181404 w 782039"/>
                    <a:gd name="connsiteY8" fmla="*/ 525409 h 700413"/>
                    <a:gd name="connsiteX9" fmla="*/ 81816 w 782039"/>
                    <a:gd name="connsiteY9" fmla="*/ 520399 h 700413"/>
                    <a:gd name="connsiteX10" fmla="*/ 16259 w 782039"/>
                    <a:gd name="connsiteY10" fmla="*/ 491810 h 700413"/>
                    <a:gd name="connsiteX11" fmla="*/ 48217 w 782039"/>
                    <a:gd name="connsiteY11" fmla="*/ 538019 h 700413"/>
                    <a:gd name="connsiteX12" fmla="*/ 7190 w 782039"/>
                    <a:gd name="connsiteY12" fmla="*/ 516340 h 700413"/>
                    <a:gd name="connsiteX13" fmla="*/ 6672 w 782039"/>
                    <a:gd name="connsiteY13" fmla="*/ 539315 h 700413"/>
                    <a:gd name="connsiteX14" fmla="*/ 89589 w 782039"/>
                    <a:gd name="connsiteY14" fmla="*/ 596580 h 700413"/>
                    <a:gd name="connsiteX15" fmla="*/ 280214 w 782039"/>
                    <a:gd name="connsiteY15" fmla="*/ 609450 h 700413"/>
                    <a:gd name="connsiteX16" fmla="*/ 738768 w 782039"/>
                    <a:gd name="connsiteY16" fmla="*/ 700141 h 700413"/>
                    <a:gd name="connsiteX17" fmla="*/ 782040 w 782039"/>
                    <a:gd name="connsiteY17" fmla="*/ 454756 h 700413"/>
                    <a:gd name="connsiteX18" fmla="*/ 654208 w 782039"/>
                    <a:gd name="connsiteY18" fmla="*/ 3 h 700413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782039" h="700413">
                      <a:moveTo>
                        <a:pt x="654208" y="3"/>
                      </a:moveTo>
                      <a:cubicBezTo>
                        <a:pt x="619314" y="-947"/>
                        <a:pt x="588479" y="224227"/>
                        <a:pt x="610590" y="246425"/>
                      </a:cubicBezTo>
                      <a:cubicBezTo>
                        <a:pt x="632702" y="268622"/>
                        <a:pt x="636934" y="546052"/>
                        <a:pt x="636934" y="546052"/>
                      </a:cubicBezTo>
                      <a:lnTo>
                        <a:pt x="307940" y="538019"/>
                      </a:lnTo>
                      <a:lnTo>
                        <a:pt x="307940" y="538106"/>
                      </a:lnTo>
                      <a:cubicBezTo>
                        <a:pt x="301548" y="533874"/>
                        <a:pt x="232623" y="488614"/>
                        <a:pt x="222776" y="478681"/>
                      </a:cubicBezTo>
                      <a:cubicBezTo>
                        <a:pt x="212412" y="468316"/>
                        <a:pt x="162229" y="473498"/>
                        <a:pt x="148928" y="487750"/>
                      </a:cubicBezTo>
                      <a:cubicBezTo>
                        <a:pt x="135626" y="502002"/>
                        <a:pt x="178467" y="490341"/>
                        <a:pt x="190300" y="498115"/>
                      </a:cubicBezTo>
                      <a:cubicBezTo>
                        <a:pt x="202133" y="505888"/>
                        <a:pt x="181404" y="525409"/>
                        <a:pt x="181404" y="525409"/>
                      </a:cubicBezTo>
                      <a:cubicBezTo>
                        <a:pt x="181404" y="525409"/>
                        <a:pt x="98054" y="537242"/>
                        <a:pt x="81816" y="520399"/>
                      </a:cubicBezTo>
                      <a:cubicBezTo>
                        <a:pt x="65578" y="503557"/>
                        <a:pt x="22132" y="474967"/>
                        <a:pt x="16259" y="491810"/>
                      </a:cubicBezTo>
                      <a:cubicBezTo>
                        <a:pt x="13236" y="500533"/>
                        <a:pt x="35606" y="526963"/>
                        <a:pt x="48217" y="538019"/>
                      </a:cubicBezTo>
                      <a:cubicBezTo>
                        <a:pt x="32497" y="526445"/>
                        <a:pt x="13581" y="514267"/>
                        <a:pt x="7190" y="516340"/>
                      </a:cubicBezTo>
                      <a:cubicBezTo>
                        <a:pt x="-4643" y="520226"/>
                        <a:pt x="280" y="534996"/>
                        <a:pt x="6672" y="539315"/>
                      </a:cubicBezTo>
                      <a:cubicBezTo>
                        <a:pt x="13063" y="543634"/>
                        <a:pt x="79225" y="593125"/>
                        <a:pt x="89589" y="596580"/>
                      </a:cubicBezTo>
                      <a:cubicBezTo>
                        <a:pt x="99695" y="599948"/>
                        <a:pt x="253611" y="603662"/>
                        <a:pt x="280214" y="609450"/>
                      </a:cubicBezTo>
                      <a:cubicBezTo>
                        <a:pt x="280214" y="609450"/>
                        <a:pt x="714065" y="706187"/>
                        <a:pt x="738768" y="700141"/>
                      </a:cubicBezTo>
                      <a:cubicBezTo>
                        <a:pt x="760361" y="694872"/>
                        <a:pt x="782040" y="558921"/>
                        <a:pt x="782040" y="454756"/>
                      </a:cubicBezTo>
                      <a:cubicBezTo>
                        <a:pt x="781868" y="350590"/>
                        <a:pt x="763124" y="3113"/>
                        <a:pt x="654208" y="3"/>
                      </a:cubicBez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8" name="" descr="22c26e8a-6664-419f-a803-7dd454554334"/>
                <p:cNvSpPr/>
                <p:nvPr/>
              </p:nvSpPr>
              <p:spPr>
                <a:xfrm>
                  <a:off x="8005615" y="3916056"/>
                  <a:ext cx="265164" cy="527824"/>
                </a:xfrm>
                <a:custGeom>
                  <a:gdLst>
                    <a:gd name="connsiteX0" fmla="*/ 48887 w 265164"/>
                    <a:gd name="connsiteY0" fmla="*/ 0 h 527824"/>
                    <a:gd name="connsiteX1" fmla="*/ 172227 w 265164"/>
                    <a:gd name="connsiteY1" fmla="*/ 82659 h 527824"/>
                    <a:gd name="connsiteX2" fmla="*/ 265164 w 265164"/>
                    <a:gd name="connsiteY2" fmla="*/ 496644 h 527824"/>
                    <a:gd name="connsiteX3" fmla="*/ 68321 w 265164"/>
                    <a:gd name="connsiteY3" fmla="*/ 527824 h 527824"/>
                    <a:gd name="connsiteX4" fmla="*/ 52601 w 265164"/>
                    <a:gd name="connsiteY4" fmla="*/ 357929 h 527824"/>
                    <a:gd name="connsiteX5" fmla="*/ 0 w 265164"/>
                    <a:gd name="connsiteY5" fmla="*/ 280193 h 527824"/>
                    <a:gd name="connsiteX6" fmla="*/ 48887 w 265164"/>
                    <a:gd name="connsiteY6" fmla="*/ 0 h 52782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5164" h="527824">
                      <a:moveTo>
                        <a:pt x="48887" y="0"/>
                      </a:moveTo>
                      <a:cubicBezTo>
                        <a:pt x="48887" y="0"/>
                        <a:pt x="109607" y="13647"/>
                        <a:pt x="172227" y="82659"/>
                      </a:cubicBezTo>
                      <a:cubicBezTo>
                        <a:pt x="229233" y="145365"/>
                        <a:pt x="265164" y="496644"/>
                        <a:pt x="265164" y="496644"/>
                      </a:cubicBezTo>
                      <a:lnTo>
                        <a:pt x="68321" y="527824"/>
                      </a:lnTo>
                      <a:lnTo>
                        <a:pt x="52601" y="357929"/>
                      </a:lnTo>
                      <a:lnTo>
                        <a:pt x="0" y="280193"/>
                      </a:lnTo>
                      <a:lnTo>
                        <a:pt x="48887" y="0"/>
                      </a:ln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9" name="" descr="339f1e31-365b-4b55-8d35-08018b30b26a"/>
              <p:cNvSpPr/>
              <p:nvPr/>
            </p:nvSpPr>
            <p:spPr>
              <a:xfrm>
                <a:off x="4541461" y="1153681"/>
                <a:ext cx="1004256" cy="1200063"/>
              </a:xfrm>
              <a:custGeom>
                <a:gdLst>
                  <a:gd name="connsiteX0" fmla="*/ 284858 w 1004256"/>
                  <a:gd name="connsiteY0" fmla="*/ 822614 h 1200063"/>
                  <a:gd name="connsiteX1" fmla="*/ 160222 w 1004256"/>
                  <a:gd name="connsiteY1" fmla="*/ 1200064 h 1200063"/>
                  <a:gd name="connsiteX2" fmla="*/ 0 w 1004256"/>
                  <a:gd name="connsiteY2" fmla="*/ 1200064 h 1200063"/>
                  <a:gd name="connsiteX3" fmla="*/ 407766 w 1004256"/>
                  <a:gd name="connsiteY3" fmla="*/ 0 h 1200063"/>
                  <a:gd name="connsiteX4" fmla="*/ 594763 w 1004256"/>
                  <a:gd name="connsiteY4" fmla="*/ 0 h 1200063"/>
                  <a:gd name="connsiteX5" fmla="*/ 1004257 w 1004256"/>
                  <a:gd name="connsiteY5" fmla="*/ 1200064 h 1200063"/>
                  <a:gd name="connsiteX6" fmla="*/ 838680 w 1004256"/>
                  <a:gd name="connsiteY6" fmla="*/ 1200064 h 1200063"/>
                  <a:gd name="connsiteX7" fmla="*/ 710503 w 1004256"/>
                  <a:gd name="connsiteY7" fmla="*/ 822614 h 1200063"/>
                  <a:gd name="connsiteX8" fmla="*/ 284858 w 1004256"/>
                  <a:gd name="connsiteY8" fmla="*/ 822614 h 1200063"/>
                  <a:gd name="connsiteX9" fmla="*/ 678372 w 1004256"/>
                  <a:gd name="connsiteY9" fmla="*/ 701520 h 1200063"/>
                  <a:gd name="connsiteX10" fmla="*/ 560819 w 1004256"/>
                  <a:gd name="connsiteY10" fmla="*/ 356115 h 1200063"/>
                  <a:gd name="connsiteX11" fmla="*/ 498458 w 1004256"/>
                  <a:gd name="connsiteY11" fmla="*/ 137074 h 1200063"/>
                  <a:gd name="connsiteX12" fmla="*/ 494916 w 1004256"/>
                  <a:gd name="connsiteY12" fmla="*/ 137074 h 1200063"/>
                  <a:gd name="connsiteX13" fmla="*/ 434369 w 1004256"/>
                  <a:gd name="connsiteY13" fmla="*/ 354301 h 1200063"/>
                  <a:gd name="connsiteX14" fmla="*/ 316816 w 1004256"/>
                  <a:gd name="connsiteY14" fmla="*/ 701520 h 1200063"/>
                  <a:gd name="connsiteX15" fmla="*/ 678372 w 1004256"/>
                  <a:gd name="connsiteY15" fmla="*/ 701520 h 1200063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04256" h="1200063">
                    <a:moveTo>
                      <a:pt x="284858" y="822614"/>
                    </a:moveTo>
                    <a:lnTo>
                      <a:pt x="160222" y="1200064"/>
                    </a:lnTo>
                    <a:lnTo>
                      <a:pt x="0" y="1200064"/>
                    </a:lnTo>
                    <a:lnTo>
                      <a:pt x="407766" y="0"/>
                    </a:lnTo>
                    <a:lnTo>
                      <a:pt x="594763" y="0"/>
                    </a:lnTo>
                    <a:lnTo>
                      <a:pt x="1004257" y="1200064"/>
                    </a:lnTo>
                    <a:lnTo>
                      <a:pt x="838680" y="1200064"/>
                    </a:lnTo>
                    <a:lnTo>
                      <a:pt x="710503" y="822614"/>
                    </a:lnTo>
                    <a:lnTo>
                      <a:pt x="284858" y="822614"/>
                    </a:lnTo>
                    <a:close/>
                    <a:moveTo>
                      <a:pt x="678372" y="701520"/>
                    </a:moveTo>
                    <a:lnTo>
                      <a:pt x="560819" y="356115"/>
                    </a:lnTo>
                    <a:cubicBezTo>
                      <a:pt x="534129" y="277775"/>
                      <a:pt x="516337" y="206517"/>
                      <a:pt x="498458" y="137074"/>
                    </a:cubicBezTo>
                    <a:lnTo>
                      <a:pt x="494916" y="137074"/>
                    </a:lnTo>
                    <a:cubicBezTo>
                      <a:pt x="477123" y="208331"/>
                      <a:pt x="457517" y="281316"/>
                      <a:pt x="434369" y="354301"/>
                    </a:cubicBezTo>
                    <a:lnTo>
                      <a:pt x="316816" y="701520"/>
                    </a:lnTo>
                    <a:lnTo>
                      <a:pt x="678372" y="701520"/>
                    </a:lnTo>
                    <a:close/>
                  </a:path>
                </a:pathLst>
              </a:custGeom>
              <a:solidFill>
                <a:srgbClr val="B75742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" descr="6c9938cc-6309-4a0d-a074-dea41aa50b6a"/>
              <p:cNvSpPr/>
              <p:nvPr/>
            </p:nvSpPr>
            <p:spPr>
              <a:xfrm>
                <a:off x="9887244" y="3516974"/>
                <a:ext cx="234860" cy="240186"/>
              </a:xfrm>
              <a:custGeom>
                <a:gdLst>
                  <a:gd name="connsiteX0" fmla="*/ 147009 w 234860"/>
                  <a:gd name="connsiteY0" fmla="*/ 237738 h 240186"/>
                  <a:gd name="connsiteX1" fmla="*/ 92853 w 234860"/>
                  <a:gd name="connsiteY1" fmla="*/ 190319 h 240186"/>
                  <a:gd name="connsiteX2" fmla="*/ 23064 w 234860"/>
                  <a:gd name="connsiteY2" fmla="*/ 208025 h 240186"/>
                  <a:gd name="connsiteX3" fmla="*/ 11577 w 234860"/>
                  <a:gd name="connsiteY3" fmla="*/ 194551 h 240186"/>
                  <a:gd name="connsiteX4" fmla="*/ 39993 w 234860"/>
                  <a:gd name="connsiteY4" fmla="*/ 128390 h 240186"/>
                  <a:gd name="connsiteX5" fmla="*/ 1557 w 234860"/>
                  <a:gd name="connsiteY5" fmla="*/ 67497 h 240186"/>
                  <a:gd name="connsiteX6" fmla="*/ 10799 w 234860"/>
                  <a:gd name="connsiteY6" fmla="*/ 52382 h 240186"/>
                  <a:gd name="connsiteX7" fmla="*/ 82488 w 234860"/>
                  <a:gd name="connsiteY7" fmla="*/ 58946 h 240186"/>
                  <a:gd name="connsiteX8" fmla="*/ 128525 w 234860"/>
                  <a:gd name="connsiteY8" fmla="*/ 3581 h 240186"/>
                  <a:gd name="connsiteX9" fmla="*/ 145799 w 234860"/>
                  <a:gd name="connsiteY9" fmla="*/ 7727 h 240186"/>
                  <a:gd name="connsiteX10" fmla="*/ 161779 w 234860"/>
                  <a:gd name="connsiteY10" fmla="*/ 77948 h 240186"/>
                  <a:gd name="connsiteX11" fmla="*/ 228631 w 234860"/>
                  <a:gd name="connsiteY11" fmla="*/ 104637 h 240186"/>
                  <a:gd name="connsiteX12" fmla="*/ 230013 w 234860"/>
                  <a:gd name="connsiteY12" fmla="*/ 122344 h 240186"/>
                  <a:gd name="connsiteX13" fmla="*/ 168171 w 234860"/>
                  <a:gd name="connsiteY13" fmla="*/ 159225 h 240186"/>
                  <a:gd name="connsiteX14" fmla="*/ 163506 w 234860"/>
                  <a:gd name="connsiteY14" fmla="*/ 231087 h 240186"/>
                  <a:gd name="connsiteX15" fmla="*/ 147009 w 234860"/>
                  <a:gd name="connsiteY15" fmla="*/ 237738 h 240186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34860" h="240186">
                    <a:moveTo>
                      <a:pt x="147009" y="237738"/>
                    </a:moveTo>
                    <a:lnTo>
                      <a:pt x="92853" y="190319"/>
                    </a:lnTo>
                    <a:lnTo>
                      <a:pt x="23064" y="208025"/>
                    </a:lnTo>
                    <a:cubicBezTo>
                      <a:pt x="15118" y="210012"/>
                      <a:pt x="8294" y="202066"/>
                      <a:pt x="11577" y="194551"/>
                    </a:cubicBezTo>
                    <a:lnTo>
                      <a:pt x="39993" y="128390"/>
                    </a:lnTo>
                    <a:lnTo>
                      <a:pt x="1557" y="67497"/>
                    </a:lnTo>
                    <a:cubicBezTo>
                      <a:pt x="-2848" y="60587"/>
                      <a:pt x="2680" y="51604"/>
                      <a:pt x="10799" y="52382"/>
                    </a:cubicBezTo>
                    <a:lnTo>
                      <a:pt x="82488" y="58946"/>
                    </a:lnTo>
                    <a:lnTo>
                      <a:pt x="128525" y="3581"/>
                    </a:lnTo>
                    <a:cubicBezTo>
                      <a:pt x="133794" y="-2724"/>
                      <a:pt x="143986" y="-306"/>
                      <a:pt x="145799" y="7727"/>
                    </a:cubicBezTo>
                    <a:lnTo>
                      <a:pt x="161779" y="77948"/>
                    </a:lnTo>
                    <a:lnTo>
                      <a:pt x="228631" y="104637"/>
                    </a:lnTo>
                    <a:cubicBezTo>
                      <a:pt x="236232" y="107660"/>
                      <a:pt x="237096" y="118111"/>
                      <a:pt x="230013" y="122344"/>
                    </a:cubicBezTo>
                    <a:lnTo>
                      <a:pt x="168171" y="159225"/>
                    </a:lnTo>
                    <a:lnTo>
                      <a:pt x="163506" y="231087"/>
                    </a:lnTo>
                    <a:cubicBezTo>
                      <a:pt x="162902" y="239120"/>
                      <a:pt x="153228" y="243093"/>
                      <a:pt x="147009" y="237738"/>
                    </a:cubicBezTo>
                    <a:close/>
                  </a:path>
                </a:pathLst>
              </a:custGeom>
              <a:solidFill>
                <a:srgbClr val="F79C8D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" name="" descr="8bd25035-b8cd-4706-a836-8bfff7c1c350"/>
              <p:cNvSpPr/>
              <p:nvPr/>
            </p:nvSpPr>
            <p:spPr>
              <a:xfrm>
                <a:off x="2113261" y="46"/>
                <a:ext cx="234860" cy="240224"/>
              </a:xfrm>
              <a:custGeom>
                <a:gdLst>
                  <a:gd name="connsiteX0" fmla="*/ 147095 w 234860"/>
                  <a:gd name="connsiteY0" fmla="*/ 237738 h 240224"/>
                  <a:gd name="connsiteX1" fmla="*/ 92939 w 234860"/>
                  <a:gd name="connsiteY1" fmla="*/ 190319 h 240224"/>
                  <a:gd name="connsiteX2" fmla="*/ 23150 w 234860"/>
                  <a:gd name="connsiteY2" fmla="*/ 208025 h 240224"/>
                  <a:gd name="connsiteX3" fmla="*/ 11576 w 234860"/>
                  <a:gd name="connsiteY3" fmla="*/ 194551 h 240224"/>
                  <a:gd name="connsiteX4" fmla="*/ 39993 w 234860"/>
                  <a:gd name="connsiteY4" fmla="*/ 128390 h 240224"/>
                  <a:gd name="connsiteX5" fmla="*/ 1557 w 234860"/>
                  <a:gd name="connsiteY5" fmla="*/ 67497 h 240224"/>
                  <a:gd name="connsiteX6" fmla="*/ 10799 w 234860"/>
                  <a:gd name="connsiteY6" fmla="*/ 52382 h 240224"/>
                  <a:gd name="connsiteX7" fmla="*/ 82488 w 234860"/>
                  <a:gd name="connsiteY7" fmla="*/ 58946 h 240224"/>
                  <a:gd name="connsiteX8" fmla="*/ 128525 w 234860"/>
                  <a:gd name="connsiteY8" fmla="*/ 3581 h 240224"/>
                  <a:gd name="connsiteX9" fmla="*/ 145800 w 234860"/>
                  <a:gd name="connsiteY9" fmla="*/ 7727 h 240224"/>
                  <a:gd name="connsiteX10" fmla="*/ 161779 w 234860"/>
                  <a:gd name="connsiteY10" fmla="*/ 77948 h 240224"/>
                  <a:gd name="connsiteX11" fmla="*/ 228631 w 234860"/>
                  <a:gd name="connsiteY11" fmla="*/ 104637 h 240224"/>
                  <a:gd name="connsiteX12" fmla="*/ 230013 w 234860"/>
                  <a:gd name="connsiteY12" fmla="*/ 122344 h 240224"/>
                  <a:gd name="connsiteX13" fmla="*/ 168170 w 234860"/>
                  <a:gd name="connsiteY13" fmla="*/ 159225 h 240224"/>
                  <a:gd name="connsiteX14" fmla="*/ 163506 w 234860"/>
                  <a:gd name="connsiteY14" fmla="*/ 231087 h 240224"/>
                  <a:gd name="connsiteX15" fmla="*/ 147095 w 234860"/>
                  <a:gd name="connsiteY15" fmla="*/ 237738 h 240224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34860" h="240224">
                    <a:moveTo>
                      <a:pt x="147095" y="237738"/>
                    </a:moveTo>
                    <a:lnTo>
                      <a:pt x="92939" y="190319"/>
                    </a:lnTo>
                    <a:lnTo>
                      <a:pt x="23150" y="208025"/>
                    </a:lnTo>
                    <a:cubicBezTo>
                      <a:pt x="15204" y="210012"/>
                      <a:pt x="8381" y="202066"/>
                      <a:pt x="11576" y="194551"/>
                    </a:cubicBezTo>
                    <a:lnTo>
                      <a:pt x="39993" y="128390"/>
                    </a:lnTo>
                    <a:lnTo>
                      <a:pt x="1557" y="67497"/>
                    </a:lnTo>
                    <a:cubicBezTo>
                      <a:pt x="-2848" y="60587"/>
                      <a:pt x="2680" y="51604"/>
                      <a:pt x="10799" y="52382"/>
                    </a:cubicBezTo>
                    <a:lnTo>
                      <a:pt x="82488" y="58946"/>
                    </a:lnTo>
                    <a:lnTo>
                      <a:pt x="128525" y="3581"/>
                    </a:lnTo>
                    <a:cubicBezTo>
                      <a:pt x="133794" y="-2724"/>
                      <a:pt x="143986" y="-306"/>
                      <a:pt x="145800" y="7727"/>
                    </a:cubicBezTo>
                    <a:lnTo>
                      <a:pt x="161779" y="77948"/>
                    </a:lnTo>
                    <a:lnTo>
                      <a:pt x="228631" y="104637"/>
                    </a:lnTo>
                    <a:cubicBezTo>
                      <a:pt x="236232" y="107660"/>
                      <a:pt x="237096" y="118111"/>
                      <a:pt x="230013" y="122344"/>
                    </a:cubicBezTo>
                    <a:lnTo>
                      <a:pt x="168170" y="159225"/>
                    </a:lnTo>
                    <a:lnTo>
                      <a:pt x="163506" y="231087"/>
                    </a:lnTo>
                    <a:cubicBezTo>
                      <a:pt x="162988" y="239120"/>
                      <a:pt x="153314" y="243179"/>
                      <a:pt x="147095" y="237738"/>
                    </a:cubicBezTo>
                    <a:close/>
                  </a:path>
                </a:pathLst>
              </a:custGeom>
              <a:solidFill>
                <a:srgbClr val="96D9C9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" descr="c70f374e-88ee-471b-9257-0f25324f8352"/>
              <p:cNvSpPr/>
              <p:nvPr/>
            </p:nvSpPr>
            <p:spPr>
              <a:xfrm>
                <a:off x="3561819" y="57484"/>
                <a:ext cx="234860" cy="240224"/>
              </a:xfrm>
              <a:custGeom>
                <a:gdLst>
                  <a:gd name="connsiteX0" fmla="*/ 147095 w 234860"/>
                  <a:gd name="connsiteY0" fmla="*/ 237738 h 240224"/>
                  <a:gd name="connsiteX1" fmla="*/ 92939 w 234860"/>
                  <a:gd name="connsiteY1" fmla="*/ 190319 h 240224"/>
                  <a:gd name="connsiteX2" fmla="*/ 23150 w 234860"/>
                  <a:gd name="connsiteY2" fmla="*/ 208025 h 240224"/>
                  <a:gd name="connsiteX3" fmla="*/ 11576 w 234860"/>
                  <a:gd name="connsiteY3" fmla="*/ 194551 h 240224"/>
                  <a:gd name="connsiteX4" fmla="*/ 39993 w 234860"/>
                  <a:gd name="connsiteY4" fmla="*/ 128390 h 240224"/>
                  <a:gd name="connsiteX5" fmla="*/ 1557 w 234860"/>
                  <a:gd name="connsiteY5" fmla="*/ 67497 h 240224"/>
                  <a:gd name="connsiteX6" fmla="*/ 10799 w 234860"/>
                  <a:gd name="connsiteY6" fmla="*/ 52382 h 240224"/>
                  <a:gd name="connsiteX7" fmla="*/ 82488 w 234860"/>
                  <a:gd name="connsiteY7" fmla="*/ 58946 h 240224"/>
                  <a:gd name="connsiteX8" fmla="*/ 128525 w 234860"/>
                  <a:gd name="connsiteY8" fmla="*/ 3581 h 240224"/>
                  <a:gd name="connsiteX9" fmla="*/ 145800 w 234860"/>
                  <a:gd name="connsiteY9" fmla="*/ 7727 h 240224"/>
                  <a:gd name="connsiteX10" fmla="*/ 161778 w 234860"/>
                  <a:gd name="connsiteY10" fmla="*/ 77948 h 240224"/>
                  <a:gd name="connsiteX11" fmla="*/ 228631 w 234860"/>
                  <a:gd name="connsiteY11" fmla="*/ 104637 h 240224"/>
                  <a:gd name="connsiteX12" fmla="*/ 230013 w 234860"/>
                  <a:gd name="connsiteY12" fmla="*/ 122344 h 240224"/>
                  <a:gd name="connsiteX13" fmla="*/ 168170 w 234860"/>
                  <a:gd name="connsiteY13" fmla="*/ 159225 h 240224"/>
                  <a:gd name="connsiteX14" fmla="*/ 163506 w 234860"/>
                  <a:gd name="connsiteY14" fmla="*/ 231087 h 240224"/>
                  <a:gd name="connsiteX15" fmla="*/ 147095 w 234860"/>
                  <a:gd name="connsiteY15" fmla="*/ 237738 h 240224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34860" h="240224">
                    <a:moveTo>
                      <a:pt x="147095" y="237738"/>
                    </a:moveTo>
                    <a:lnTo>
                      <a:pt x="92939" y="190319"/>
                    </a:lnTo>
                    <a:lnTo>
                      <a:pt x="23150" y="208025"/>
                    </a:lnTo>
                    <a:cubicBezTo>
                      <a:pt x="15204" y="210012"/>
                      <a:pt x="8381" y="202066"/>
                      <a:pt x="11576" y="194551"/>
                    </a:cubicBezTo>
                    <a:lnTo>
                      <a:pt x="39993" y="128390"/>
                    </a:lnTo>
                    <a:lnTo>
                      <a:pt x="1557" y="67497"/>
                    </a:lnTo>
                    <a:cubicBezTo>
                      <a:pt x="-2848" y="60587"/>
                      <a:pt x="2680" y="51604"/>
                      <a:pt x="10799" y="52382"/>
                    </a:cubicBezTo>
                    <a:lnTo>
                      <a:pt x="82488" y="58946"/>
                    </a:lnTo>
                    <a:lnTo>
                      <a:pt x="128525" y="3581"/>
                    </a:lnTo>
                    <a:cubicBezTo>
                      <a:pt x="133794" y="-2724"/>
                      <a:pt x="143986" y="-306"/>
                      <a:pt x="145800" y="7727"/>
                    </a:cubicBezTo>
                    <a:lnTo>
                      <a:pt x="161778" y="77948"/>
                    </a:lnTo>
                    <a:lnTo>
                      <a:pt x="228631" y="104637"/>
                    </a:lnTo>
                    <a:cubicBezTo>
                      <a:pt x="236232" y="107660"/>
                      <a:pt x="237096" y="118111"/>
                      <a:pt x="230013" y="122344"/>
                    </a:cubicBezTo>
                    <a:lnTo>
                      <a:pt x="168170" y="159225"/>
                    </a:lnTo>
                    <a:lnTo>
                      <a:pt x="163506" y="231087"/>
                    </a:lnTo>
                    <a:cubicBezTo>
                      <a:pt x="162988" y="239120"/>
                      <a:pt x="153228" y="243179"/>
                      <a:pt x="147095" y="237738"/>
                    </a:cubicBezTo>
                    <a:close/>
                  </a:path>
                </a:pathLst>
              </a:custGeom>
              <a:solidFill>
                <a:srgbClr val="F47458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63" name="" descr="7668f666-b896-4960-975a-f105a255589d"/>
              <p:cNvGrpSpPr/>
              <p:nvPr/>
            </p:nvGrpSpPr>
            <p:grpSpPr>
              <a:xfrm>
                <a:off x="8127868" y="897323"/>
                <a:ext cx="1176702" cy="2593239"/>
                <a:chOff x="8127868" y="897323"/>
                <a:chExt cx="1176702" cy="2593239"/>
              </a:xfrm>
            </p:grpSpPr>
            <p:grpSp>
              <p:nvGrpSpPr>
                <p:cNvPr id="64" name="" descr="5bbed796-0346-4fe2-a7ee-8a5cc6f13d55"/>
                <p:cNvGrpSpPr/>
                <p:nvPr/>
              </p:nvGrpSpPr>
              <p:grpSpPr>
                <a:xfrm>
                  <a:off x="8127868" y="897323"/>
                  <a:ext cx="1176702" cy="2553573"/>
                  <a:chOff x="8127868" y="897323"/>
                  <a:chExt cx="1176702" cy="2553573"/>
                </a:xfrm>
              </p:grpSpPr>
              <p:sp>
                <p:nvSpPr>
                  <p:cNvPr id="67" name="" descr="9fe19083-5c2c-4787-b111-73c3c5451b4a"/>
                  <p:cNvSpPr/>
                  <p:nvPr/>
                </p:nvSpPr>
                <p:spPr>
                  <a:xfrm>
                    <a:off x="8127868" y="897323"/>
                    <a:ext cx="676353" cy="944604"/>
                  </a:xfrm>
                  <a:custGeom>
                    <a:gdLst>
                      <a:gd name="connsiteX0" fmla="*/ 185407 w 676353"/>
                      <a:gd name="connsiteY0" fmla="*/ 923328 h 944604"/>
                      <a:gd name="connsiteX1" fmla="*/ 441157 w 676353"/>
                      <a:gd name="connsiteY1" fmla="*/ 831860 h 944604"/>
                      <a:gd name="connsiteX2" fmla="*/ 493586 w 676353"/>
                      <a:gd name="connsiteY2" fmla="*/ 805602 h 944604"/>
                      <a:gd name="connsiteX3" fmla="*/ 568471 w 676353"/>
                      <a:gd name="connsiteY3" fmla="*/ 539488 h 944604"/>
                      <a:gd name="connsiteX4" fmla="*/ 632559 w 676353"/>
                      <a:gd name="connsiteY4" fmla="*/ 257394 h 944604"/>
                      <a:gd name="connsiteX5" fmla="*/ 581340 w 676353"/>
                      <a:gd name="connsiteY5" fmla="*/ 65474 h 944604"/>
                      <a:gd name="connsiteX6" fmla="*/ 267807 w 676353"/>
                      <a:gd name="connsiteY6" fmla="*/ 78602 h 944604"/>
                      <a:gd name="connsiteX7" fmla="*/ 202336 w 676353"/>
                      <a:gd name="connsiteY7" fmla="*/ 243920 h 944604"/>
                      <a:gd name="connsiteX8" fmla="*/ 76405 w 676353"/>
                      <a:gd name="connsiteY8" fmla="*/ 499411 h 944604"/>
                      <a:gd name="connsiteX9" fmla="*/ 185407 w 676353"/>
                      <a:gd name="connsiteY9" fmla="*/ 923328 h 94460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676353" h="944604">
                        <a:moveTo>
                          <a:pt x="185407" y="923328"/>
                        </a:moveTo>
                        <a:cubicBezTo>
                          <a:pt x="382596" y="1004432"/>
                          <a:pt x="446081" y="827196"/>
                          <a:pt x="441157" y="831860"/>
                        </a:cubicBezTo>
                        <a:cubicBezTo>
                          <a:pt x="444871" y="827800"/>
                          <a:pt x="474583" y="814844"/>
                          <a:pt x="493586" y="805602"/>
                        </a:cubicBezTo>
                        <a:cubicBezTo>
                          <a:pt x="572616" y="766907"/>
                          <a:pt x="570285" y="630179"/>
                          <a:pt x="568471" y="539488"/>
                        </a:cubicBezTo>
                        <a:cubicBezTo>
                          <a:pt x="681878" y="470476"/>
                          <a:pt x="710295" y="338239"/>
                          <a:pt x="632559" y="257394"/>
                        </a:cubicBezTo>
                        <a:cubicBezTo>
                          <a:pt x="656485" y="167566"/>
                          <a:pt x="661581" y="111079"/>
                          <a:pt x="581340" y="65474"/>
                        </a:cubicBezTo>
                        <a:cubicBezTo>
                          <a:pt x="520620" y="-40419"/>
                          <a:pt x="350379" y="-4488"/>
                          <a:pt x="267807" y="78602"/>
                        </a:cubicBezTo>
                        <a:cubicBezTo>
                          <a:pt x="225916" y="120752"/>
                          <a:pt x="201646" y="182423"/>
                          <a:pt x="202336" y="243920"/>
                        </a:cubicBezTo>
                        <a:cubicBezTo>
                          <a:pt x="105167" y="284170"/>
                          <a:pt x="54294" y="391358"/>
                          <a:pt x="76405" y="499411"/>
                        </a:cubicBezTo>
                        <a:cubicBezTo>
                          <a:pt x="-54968" y="607463"/>
                          <a:pt x="-15842" y="840497"/>
                          <a:pt x="185407" y="923328"/>
                        </a:cubicBezTo>
                        <a:close/>
                      </a:path>
                    </a:pathLst>
                  </a:custGeom>
                  <a:solidFill>
                    <a:srgbClr val="13375B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8" name="" descr="66c5ceeb-178e-43fc-9184-ad685cb00250"/>
                  <p:cNvSpPr/>
                  <p:nvPr/>
                </p:nvSpPr>
                <p:spPr>
                  <a:xfrm>
                    <a:off x="8481965" y="1523830"/>
                    <a:ext cx="587282" cy="645757"/>
                  </a:xfrm>
                  <a:custGeom>
                    <a:gdLst>
                      <a:gd name="connsiteX0" fmla="*/ 558137 w 587282"/>
                      <a:gd name="connsiteY0" fmla="*/ 602409 h 645757"/>
                      <a:gd name="connsiteX1" fmla="*/ 516073 w 587282"/>
                      <a:gd name="connsiteY1" fmla="*/ 570624 h 645757"/>
                      <a:gd name="connsiteX2" fmla="*/ 587072 w 587282"/>
                      <a:gd name="connsiteY2" fmla="*/ 612515 h 645757"/>
                      <a:gd name="connsiteX3" fmla="*/ 517715 w 587282"/>
                      <a:gd name="connsiteY3" fmla="*/ 540998 h 645757"/>
                      <a:gd name="connsiteX4" fmla="*/ 390919 w 587282"/>
                      <a:gd name="connsiteY4" fmla="*/ 521564 h 645757"/>
                      <a:gd name="connsiteX5" fmla="*/ 137156 w 587282"/>
                      <a:gd name="connsiteY5" fmla="*/ 352878 h 645757"/>
                      <a:gd name="connsiteX6" fmla="*/ 178442 w 587282"/>
                      <a:gd name="connsiteY6" fmla="*/ 18961 h 645757"/>
                      <a:gd name="connsiteX7" fmla="*/ 47501 w 587282"/>
                      <a:gd name="connsiteY7" fmla="*/ 1859 h 645757"/>
                      <a:gd name="connsiteX8" fmla="*/ 20639 w 587282"/>
                      <a:gd name="connsiteY8" fmla="*/ 434759 h 645757"/>
                      <a:gd name="connsiteX9" fmla="*/ 369413 w 587282"/>
                      <a:gd name="connsiteY9" fmla="*/ 571833 h 645757"/>
                      <a:gd name="connsiteX10" fmla="*/ 454058 w 587282"/>
                      <a:gd name="connsiteY10" fmla="*/ 599559 h 645757"/>
                      <a:gd name="connsiteX11" fmla="*/ 505536 w 587282"/>
                      <a:gd name="connsiteY11" fmla="*/ 599991 h 645757"/>
                      <a:gd name="connsiteX12" fmla="*/ 577139 w 587282"/>
                      <a:gd name="connsiteY12" fmla="*/ 645336 h 645757"/>
                      <a:gd name="connsiteX13" fmla="*/ 558137 w 587282"/>
                      <a:gd name="connsiteY13" fmla="*/ 602409 h 645757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87282" h="645757">
                        <a:moveTo>
                          <a:pt x="558137" y="602409"/>
                        </a:moveTo>
                        <a:cubicBezTo>
                          <a:pt x="542331" y="586776"/>
                          <a:pt x="514432" y="572956"/>
                          <a:pt x="516073" y="570624"/>
                        </a:cubicBezTo>
                        <a:cubicBezTo>
                          <a:pt x="522638" y="561296"/>
                          <a:pt x="591563" y="632553"/>
                          <a:pt x="587072" y="612515"/>
                        </a:cubicBezTo>
                        <a:cubicBezTo>
                          <a:pt x="584567" y="601373"/>
                          <a:pt x="535248" y="543157"/>
                          <a:pt x="517715" y="540998"/>
                        </a:cubicBezTo>
                        <a:cubicBezTo>
                          <a:pt x="500785" y="538839"/>
                          <a:pt x="390919" y="521564"/>
                          <a:pt x="390919" y="521564"/>
                        </a:cubicBezTo>
                        <a:lnTo>
                          <a:pt x="137156" y="352878"/>
                        </a:lnTo>
                        <a:cubicBezTo>
                          <a:pt x="137156" y="352878"/>
                          <a:pt x="124545" y="153357"/>
                          <a:pt x="178442" y="18961"/>
                        </a:cubicBezTo>
                        <a:cubicBezTo>
                          <a:pt x="119536" y="995"/>
                          <a:pt x="108048" y="-2892"/>
                          <a:pt x="47501" y="1859"/>
                        </a:cubicBezTo>
                        <a:cubicBezTo>
                          <a:pt x="12952" y="138242"/>
                          <a:pt x="-24188" y="367821"/>
                          <a:pt x="20639" y="434759"/>
                        </a:cubicBezTo>
                        <a:cubicBezTo>
                          <a:pt x="39555" y="462917"/>
                          <a:pt x="369413" y="571833"/>
                          <a:pt x="369413" y="571833"/>
                        </a:cubicBezTo>
                        <a:cubicBezTo>
                          <a:pt x="369413" y="571833"/>
                          <a:pt x="440757" y="598695"/>
                          <a:pt x="454058" y="599559"/>
                        </a:cubicBezTo>
                        <a:cubicBezTo>
                          <a:pt x="464163" y="600163"/>
                          <a:pt x="491889" y="597831"/>
                          <a:pt x="505536" y="599991"/>
                        </a:cubicBezTo>
                        <a:cubicBezTo>
                          <a:pt x="536371" y="604741"/>
                          <a:pt x="574548" y="650605"/>
                          <a:pt x="577139" y="645336"/>
                        </a:cubicBezTo>
                        <a:cubicBezTo>
                          <a:pt x="579125" y="641363"/>
                          <a:pt x="574289" y="618388"/>
                          <a:pt x="558137" y="602409"/>
                        </a:cubicBezTo>
                        <a:close/>
                      </a:path>
                    </a:pathLst>
                  </a:custGeom>
                  <a:solidFill>
                    <a:srgbClr val="F48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" name="" descr="fa5a4f01-effc-4591-b0f0-8e62e756280d"/>
                  <p:cNvSpPr/>
                  <p:nvPr/>
                </p:nvSpPr>
                <p:spPr>
                  <a:xfrm>
                    <a:off x="8322894" y="1381360"/>
                    <a:ext cx="411505" cy="758180"/>
                  </a:xfrm>
                  <a:custGeom>
                    <a:gdLst>
                      <a:gd name="connsiteX0" fmla="*/ 368348 w 411505"/>
                      <a:gd name="connsiteY0" fmla="*/ 145452 h 758180"/>
                      <a:gd name="connsiteX1" fmla="*/ 319980 w 411505"/>
                      <a:gd name="connsiteY1" fmla="*/ 66421 h 758180"/>
                      <a:gd name="connsiteX2" fmla="*/ 231361 w 411505"/>
                      <a:gd name="connsiteY2" fmla="*/ 0 h 758180"/>
                      <a:gd name="connsiteX3" fmla="*/ 185497 w 411505"/>
                      <a:gd name="connsiteY3" fmla="*/ 1641 h 758180"/>
                      <a:gd name="connsiteX4" fmla="*/ 180833 w 411505"/>
                      <a:gd name="connsiteY4" fmla="*/ 9847 h 758180"/>
                      <a:gd name="connsiteX5" fmla="*/ 84614 w 411505"/>
                      <a:gd name="connsiteY5" fmla="*/ 31094 h 758180"/>
                      <a:gd name="connsiteX6" fmla="*/ 10852 w 411505"/>
                      <a:gd name="connsiteY6" fmla="*/ 756971 h 758180"/>
                      <a:gd name="connsiteX7" fmla="*/ 296400 w 411505"/>
                      <a:gd name="connsiteY7" fmla="*/ 758181 h 758180"/>
                      <a:gd name="connsiteX8" fmla="*/ 386055 w 411505"/>
                      <a:gd name="connsiteY8" fmla="*/ 352919 h 758180"/>
                      <a:gd name="connsiteX9" fmla="*/ 368348 w 411505"/>
                      <a:gd name="connsiteY9" fmla="*/ 145452 h 75818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11505" h="758180">
                        <a:moveTo>
                          <a:pt x="368348" y="145452"/>
                        </a:moveTo>
                        <a:cubicBezTo>
                          <a:pt x="344510" y="101402"/>
                          <a:pt x="319980" y="66421"/>
                          <a:pt x="319980" y="66421"/>
                        </a:cubicBezTo>
                        <a:cubicBezTo>
                          <a:pt x="295277" y="22284"/>
                          <a:pt x="231361" y="0"/>
                          <a:pt x="231361" y="0"/>
                        </a:cubicBezTo>
                        <a:cubicBezTo>
                          <a:pt x="231361" y="0"/>
                          <a:pt x="210027" y="432"/>
                          <a:pt x="185497" y="1641"/>
                        </a:cubicBezTo>
                        <a:cubicBezTo>
                          <a:pt x="183942" y="5701"/>
                          <a:pt x="182388" y="8637"/>
                          <a:pt x="180833" y="9847"/>
                        </a:cubicBezTo>
                        <a:cubicBezTo>
                          <a:pt x="171591" y="16756"/>
                          <a:pt x="118818" y="7860"/>
                          <a:pt x="84614" y="31094"/>
                        </a:cubicBezTo>
                        <a:cubicBezTo>
                          <a:pt x="-29744" y="129473"/>
                          <a:pt x="1868" y="606337"/>
                          <a:pt x="10852" y="756971"/>
                        </a:cubicBezTo>
                        <a:lnTo>
                          <a:pt x="296400" y="758181"/>
                        </a:lnTo>
                        <a:cubicBezTo>
                          <a:pt x="296400" y="758181"/>
                          <a:pt x="315316" y="436183"/>
                          <a:pt x="386055" y="352919"/>
                        </a:cubicBezTo>
                        <a:cubicBezTo>
                          <a:pt x="435460" y="294877"/>
                          <a:pt x="403761" y="210836"/>
                          <a:pt x="368348" y="145452"/>
                        </a:cubicBez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" name="" descr="dae1e9a0-303f-460f-8923-3527892be2c9"/>
                  <p:cNvSpPr/>
                  <p:nvPr/>
                </p:nvSpPr>
                <p:spPr>
                  <a:xfrm>
                    <a:off x="8695734" y="2187995"/>
                    <a:ext cx="586974" cy="1100852"/>
                  </a:xfrm>
                  <a:custGeom>
                    <a:gdLst>
                      <a:gd name="connsiteX0" fmla="*/ 73849 w 586974"/>
                      <a:gd name="connsiteY0" fmla="*/ 1016608 h 1100852"/>
                      <a:gd name="connsiteX1" fmla="*/ 148993 w 586974"/>
                      <a:gd name="connsiteY1" fmla="*/ 872624 h 1100852"/>
                      <a:gd name="connsiteX2" fmla="*/ 586471 w 586974"/>
                      <a:gd name="connsiteY2" fmla="*/ 113667 h 1100852"/>
                      <a:gd name="connsiteX3" fmla="*/ 381768 w 586974"/>
                      <a:gd name="connsiteY3" fmla="*/ 0 h 1100852"/>
                      <a:gd name="connsiteX4" fmla="*/ 303082 w 586974"/>
                      <a:gd name="connsiteY4" fmla="*/ 191143 h 1100852"/>
                      <a:gd name="connsiteX5" fmla="*/ 378399 w 586974"/>
                      <a:gd name="connsiteY5" fmla="*/ 248754 h 1100852"/>
                      <a:gd name="connsiteX6" fmla="*/ 67975 w 586974"/>
                      <a:gd name="connsiteY6" fmla="*/ 814323 h 1100852"/>
                      <a:gd name="connsiteX7" fmla="*/ 0 w 586974"/>
                      <a:gd name="connsiteY7" fmla="*/ 829697 h 1100852"/>
                      <a:gd name="connsiteX8" fmla="*/ 34549 w 586974"/>
                      <a:gd name="connsiteY8" fmla="*/ 1100649 h 1100852"/>
                      <a:gd name="connsiteX9" fmla="*/ 73849 w 586974"/>
                      <a:gd name="connsiteY9" fmla="*/ 1016608 h 110085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586974" h="1100852">
                        <a:moveTo>
                          <a:pt x="73849" y="1016608"/>
                        </a:moveTo>
                        <a:cubicBezTo>
                          <a:pt x="76958" y="1010994"/>
                          <a:pt x="116603" y="915206"/>
                          <a:pt x="148993" y="872624"/>
                        </a:cubicBezTo>
                        <a:cubicBezTo>
                          <a:pt x="196066" y="810695"/>
                          <a:pt x="603228" y="250049"/>
                          <a:pt x="586471" y="113667"/>
                        </a:cubicBezTo>
                        <a:cubicBezTo>
                          <a:pt x="579129" y="54069"/>
                          <a:pt x="402756" y="3541"/>
                          <a:pt x="381768" y="0"/>
                        </a:cubicBezTo>
                        <a:cubicBezTo>
                          <a:pt x="269483" y="15029"/>
                          <a:pt x="387468" y="111680"/>
                          <a:pt x="303082" y="191143"/>
                        </a:cubicBezTo>
                        <a:cubicBezTo>
                          <a:pt x="357929" y="209886"/>
                          <a:pt x="390232" y="233293"/>
                          <a:pt x="378399" y="248754"/>
                        </a:cubicBezTo>
                        <a:cubicBezTo>
                          <a:pt x="330981" y="310510"/>
                          <a:pt x="78945" y="807845"/>
                          <a:pt x="67975" y="814323"/>
                        </a:cubicBezTo>
                        <a:cubicBezTo>
                          <a:pt x="19175" y="842912"/>
                          <a:pt x="0" y="829697"/>
                          <a:pt x="0" y="829697"/>
                        </a:cubicBezTo>
                        <a:cubicBezTo>
                          <a:pt x="0" y="829697"/>
                          <a:pt x="11228" y="1109458"/>
                          <a:pt x="34549" y="1100649"/>
                        </a:cubicBezTo>
                        <a:cubicBezTo>
                          <a:pt x="57870" y="1091580"/>
                          <a:pt x="39300" y="1080178"/>
                          <a:pt x="73849" y="1016608"/>
                        </a:cubicBezTo>
                        <a:close/>
                      </a:path>
                    </a:pathLst>
                  </a:custGeom>
                  <a:solidFill>
                    <a:srgbClr val="F48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" name="" descr="5dde6409-a740-412c-8501-485054cf228f"/>
                  <p:cNvSpPr/>
                  <p:nvPr/>
                </p:nvSpPr>
                <p:spPr>
                  <a:xfrm>
                    <a:off x="8675177" y="3002059"/>
                    <a:ext cx="94837" cy="332556"/>
                  </a:xfrm>
                  <a:custGeom>
                    <a:gdLst>
                      <a:gd name="connsiteX0" fmla="*/ 0 w 94837"/>
                      <a:gd name="connsiteY0" fmla="*/ 17188 h 332556"/>
                      <a:gd name="connsiteX1" fmla="*/ 47073 w 94837"/>
                      <a:gd name="connsiteY1" fmla="*/ 299023 h 332556"/>
                      <a:gd name="connsiteX2" fmla="*/ 79981 w 94837"/>
                      <a:gd name="connsiteY2" fmla="*/ 330203 h 332556"/>
                      <a:gd name="connsiteX3" fmla="*/ 94838 w 94837"/>
                      <a:gd name="connsiteY3" fmla="*/ 202112 h 332556"/>
                      <a:gd name="connsiteX4" fmla="*/ 88705 w 94837"/>
                      <a:gd name="connsiteY4" fmla="*/ 0 h 332556"/>
                      <a:gd name="connsiteX5" fmla="*/ 0 w 94837"/>
                      <a:gd name="connsiteY5" fmla="*/ 17188 h 332556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4837" h="332556">
                        <a:moveTo>
                          <a:pt x="0" y="17188"/>
                        </a:moveTo>
                        <a:lnTo>
                          <a:pt x="47073" y="299023"/>
                        </a:lnTo>
                        <a:cubicBezTo>
                          <a:pt x="57697" y="335472"/>
                          <a:pt x="75490" y="335126"/>
                          <a:pt x="79981" y="330203"/>
                        </a:cubicBezTo>
                        <a:cubicBezTo>
                          <a:pt x="89396" y="320184"/>
                          <a:pt x="93628" y="244867"/>
                          <a:pt x="94838" y="202112"/>
                        </a:cubicBezTo>
                        <a:cubicBezTo>
                          <a:pt x="73590" y="136814"/>
                          <a:pt x="75576" y="13906"/>
                          <a:pt x="88705" y="0"/>
                        </a:cubicBezTo>
                        <a:cubicBezTo>
                          <a:pt x="56747" y="691"/>
                          <a:pt x="86" y="10969"/>
                          <a:pt x="0" y="17188"/>
                        </a:cubicBezTo>
                        <a:close/>
                      </a:path>
                    </a:pathLst>
                  </a:custGeom>
                  <a:solidFill>
                    <a:srgbClr val="35538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" name="" descr="c94f8b14-f695-4665-a180-ce43e1288bd8"/>
                  <p:cNvSpPr/>
                  <p:nvPr/>
                </p:nvSpPr>
                <p:spPr>
                  <a:xfrm>
                    <a:off x="8843517" y="2189895"/>
                    <a:ext cx="379867" cy="297208"/>
                  </a:xfrm>
                  <a:custGeom>
                    <a:gdLst>
                      <a:gd name="connsiteX0" fmla="*/ 0 w 379867"/>
                      <a:gd name="connsiteY0" fmla="*/ 138801 h 297208"/>
                      <a:gd name="connsiteX1" fmla="*/ 169723 w 379867"/>
                      <a:gd name="connsiteY1" fmla="*/ 0 h 297208"/>
                      <a:gd name="connsiteX2" fmla="*/ 379868 w 379867"/>
                      <a:gd name="connsiteY2" fmla="*/ 127141 h 297208"/>
                      <a:gd name="connsiteX3" fmla="*/ 145366 w 379867"/>
                      <a:gd name="connsiteY3" fmla="*/ 297209 h 297208"/>
                      <a:gd name="connsiteX4" fmla="*/ 0 w 379867"/>
                      <a:gd name="connsiteY4" fmla="*/ 138801 h 29720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79867" h="297208">
                        <a:moveTo>
                          <a:pt x="0" y="138801"/>
                        </a:moveTo>
                        <a:cubicBezTo>
                          <a:pt x="63138" y="34031"/>
                          <a:pt x="59770" y="47332"/>
                          <a:pt x="169723" y="0"/>
                        </a:cubicBezTo>
                        <a:cubicBezTo>
                          <a:pt x="213773" y="17706"/>
                          <a:pt x="361211" y="110125"/>
                          <a:pt x="379868" y="127141"/>
                        </a:cubicBezTo>
                        <a:lnTo>
                          <a:pt x="145366" y="297209"/>
                        </a:lnTo>
                        <a:cubicBezTo>
                          <a:pt x="153053" y="278207"/>
                          <a:pt x="71430" y="183801"/>
                          <a:pt x="0" y="138801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3" name="" descr="0bdd7265-8d12-4864-80ea-7f999492fc4a"/>
                  <p:cNvSpPr/>
                  <p:nvPr/>
                </p:nvSpPr>
                <p:spPr>
                  <a:xfrm>
                    <a:off x="8501294" y="1203086"/>
                    <a:ext cx="173561" cy="316961"/>
                  </a:xfrm>
                  <a:custGeom>
                    <a:gdLst>
                      <a:gd name="connsiteX0" fmla="*/ 32922 w 173561"/>
                      <a:gd name="connsiteY0" fmla="*/ 16929 h 316961"/>
                      <a:gd name="connsiteX1" fmla="*/ 360 w 173561"/>
                      <a:gd name="connsiteY1" fmla="*/ 187515 h 316961"/>
                      <a:gd name="connsiteX2" fmla="*/ 146243 w 173561"/>
                      <a:gd name="connsiteY2" fmla="*/ 313792 h 316961"/>
                      <a:gd name="connsiteX3" fmla="*/ 127155 w 173561"/>
                      <a:gd name="connsiteY3" fmla="*/ 204445 h 316961"/>
                      <a:gd name="connsiteX4" fmla="*/ 143307 w 173561"/>
                      <a:gd name="connsiteY4" fmla="*/ 0 h 316961"/>
                      <a:gd name="connsiteX5" fmla="*/ 32922 w 173561"/>
                      <a:gd name="connsiteY5" fmla="*/ 16929 h 31696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73561" h="316961">
                        <a:moveTo>
                          <a:pt x="32922" y="16929"/>
                        </a:moveTo>
                        <a:cubicBezTo>
                          <a:pt x="32922" y="16929"/>
                          <a:pt x="18412" y="156421"/>
                          <a:pt x="360" y="187515"/>
                        </a:cubicBezTo>
                        <a:cubicBezTo>
                          <a:pt x="-6032" y="198571"/>
                          <a:pt x="73863" y="292199"/>
                          <a:pt x="146243" y="313792"/>
                        </a:cubicBezTo>
                        <a:cubicBezTo>
                          <a:pt x="218538" y="335472"/>
                          <a:pt x="124132" y="240116"/>
                          <a:pt x="127155" y="204445"/>
                        </a:cubicBezTo>
                        <a:cubicBezTo>
                          <a:pt x="130178" y="168773"/>
                          <a:pt x="143307" y="0"/>
                          <a:pt x="143307" y="0"/>
                        </a:cubicBezTo>
                        <a:lnTo>
                          <a:pt x="32922" y="16929"/>
                        </a:ln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" name="" descr="ace40216-7cae-43b0-9ebe-33f8f5e0c252"/>
                  <p:cNvSpPr/>
                  <p:nvPr/>
                </p:nvSpPr>
                <p:spPr>
                  <a:xfrm>
                    <a:off x="8528343" y="1203173"/>
                    <a:ext cx="116257" cy="71729"/>
                  </a:xfrm>
                  <a:custGeom>
                    <a:gdLst>
                      <a:gd name="connsiteX0" fmla="*/ 112630 w 116257"/>
                      <a:gd name="connsiteY0" fmla="*/ 48369 h 71729"/>
                      <a:gd name="connsiteX1" fmla="*/ 116258 w 116257"/>
                      <a:gd name="connsiteY1" fmla="*/ 0 h 71729"/>
                      <a:gd name="connsiteX2" fmla="*/ 5873 w 116257"/>
                      <a:gd name="connsiteY2" fmla="*/ 16843 h 71729"/>
                      <a:gd name="connsiteX3" fmla="*/ 0 w 116257"/>
                      <a:gd name="connsiteY3" fmla="*/ 55797 h 71729"/>
                      <a:gd name="connsiteX4" fmla="*/ 112630 w 116257"/>
                      <a:gd name="connsiteY4" fmla="*/ 48369 h 717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6257" h="71729">
                        <a:moveTo>
                          <a:pt x="112630" y="48369"/>
                        </a:moveTo>
                        <a:cubicBezTo>
                          <a:pt x="114703" y="20470"/>
                          <a:pt x="116258" y="0"/>
                          <a:pt x="116258" y="0"/>
                        </a:cubicBezTo>
                        <a:lnTo>
                          <a:pt x="5873" y="16843"/>
                        </a:lnTo>
                        <a:cubicBezTo>
                          <a:pt x="5873" y="16843"/>
                          <a:pt x="3109" y="32994"/>
                          <a:pt x="0" y="55797"/>
                        </a:cubicBezTo>
                        <a:cubicBezTo>
                          <a:pt x="44741" y="81795"/>
                          <a:pt x="84991" y="73590"/>
                          <a:pt x="112630" y="48369"/>
                        </a:cubicBezTo>
                        <a:close/>
                      </a:path>
                    </a:pathLst>
                  </a:custGeom>
                  <a:solidFill>
                    <a:srgbClr val="F47458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" name="" descr="55a3b6d4-ba0c-42dc-991a-67ecdca4c54a"/>
                  <p:cNvSpPr/>
                  <p:nvPr/>
                </p:nvSpPr>
                <p:spPr>
                  <a:xfrm>
                    <a:off x="8476295" y="968130"/>
                    <a:ext cx="223808" cy="289910"/>
                  </a:xfrm>
                  <a:custGeom>
                    <a:gdLst>
                      <a:gd name="connsiteX0" fmla="*/ 92557 w 223808"/>
                      <a:gd name="connsiteY0" fmla="*/ 1232 h 289910"/>
                      <a:gd name="connsiteX1" fmla="*/ 22164 w 223808"/>
                      <a:gd name="connsiteY1" fmla="*/ 52192 h 289910"/>
                      <a:gd name="connsiteX2" fmla="*/ 65350 w 223808"/>
                      <a:gd name="connsiteY2" fmla="*/ 270888 h 289910"/>
                      <a:gd name="connsiteX3" fmla="*/ 223757 w 223808"/>
                      <a:gd name="connsiteY3" fmla="*/ 169486 h 289910"/>
                      <a:gd name="connsiteX4" fmla="*/ 92557 w 223808"/>
                      <a:gd name="connsiteY4" fmla="*/ 1232 h 28991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3808" h="289910">
                        <a:moveTo>
                          <a:pt x="92557" y="1232"/>
                        </a:moveTo>
                        <a:cubicBezTo>
                          <a:pt x="92557" y="1232"/>
                          <a:pt x="49025" y="11078"/>
                          <a:pt x="22164" y="52192"/>
                        </a:cubicBezTo>
                        <a:cubicBezTo>
                          <a:pt x="-4699" y="93305"/>
                          <a:pt x="-23096" y="214400"/>
                          <a:pt x="65350" y="270888"/>
                        </a:cubicBezTo>
                        <a:cubicBezTo>
                          <a:pt x="153796" y="327375"/>
                          <a:pt x="222634" y="247481"/>
                          <a:pt x="223757" y="169486"/>
                        </a:cubicBezTo>
                        <a:cubicBezTo>
                          <a:pt x="224880" y="91491"/>
                          <a:pt x="208297" y="-12502"/>
                          <a:pt x="92557" y="1232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6" name="" descr="3e5e9c3b-3ef0-47e3-a094-d72698bb8f78"/>
                  <p:cNvSpPr/>
                  <p:nvPr/>
                </p:nvSpPr>
                <p:spPr>
                  <a:xfrm>
                    <a:off x="8676559" y="1070265"/>
                    <a:ext cx="48023" cy="70008"/>
                  </a:xfrm>
                  <a:custGeom>
                    <a:gdLst>
                      <a:gd name="connsiteX0" fmla="*/ 43791 w 48023"/>
                      <a:gd name="connsiteY0" fmla="*/ 42994 h 70008"/>
                      <a:gd name="connsiteX1" fmla="*/ 10364 w 48023"/>
                      <a:gd name="connsiteY1" fmla="*/ 69078 h 70008"/>
                      <a:gd name="connsiteX2" fmla="*/ 4232 w 48023"/>
                      <a:gd name="connsiteY2" fmla="*/ 27015 h 70008"/>
                      <a:gd name="connsiteX3" fmla="*/ 37659 w 48023"/>
                      <a:gd name="connsiteY3" fmla="*/ 930 h 70008"/>
                      <a:gd name="connsiteX4" fmla="*/ 43791 w 48023"/>
                      <a:gd name="connsiteY4" fmla="*/ 42994 h 7000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8023" h="70008">
                        <a:moveTo>
                          <a:pt x="43791" y="42994"/>
                        </a:moveTo>
                        <a:cubicBezTo>
                          <a:pt x="36276" y="61823"/>
                          <a:pt x="21248" y="73483"/>
                          <a:pt x="10364" y="69078"/>
                        </a:cubicBezTo>
                        <a:cubicBezTo>
                          <a:pt x="-518" y="64673"/>
                          <a:pt x="-3282" y="45844"/>
                          <a:pt x="4232" y="27015"/>
                        </a:cubicBezTo>
                        <a:cubicBezTo>
                          <a:pt x="11747" y="8186"/>
                          <a:pt x="26776" y="-3475"/>
                          <a:pt x="37659" y="930"/>
                        </a:cubicBezTo>
                        <a:cubicBezTo>
                          <a:pt x="48542" y="5335"/>
                          <a:pt x="51306" y="24164"/>
                          <a:pt x="43791" y="42994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7" name="" descr="269c0d98-2b2b-4bcc-b98a-50aa83c7f18a"/>
                  <p:cNvSpPr/>
                  <p:nvPr/>
                </p:nvSpPr>
                <p:spPr>
                  <a:xfrm>
                    <a:off x="8445001" y="1099036"/>
                    <a:ext cx="54659" cy="75085"/>
                  </a:xfrm>
                  <a:custGeom>
                    <a:gdLst>
                      <a:gd name="connsiteX0" fmla="*/ 52075 w 54659"/>
                      <a:gd name="connsiteY0" fmla="*/ 29683 h 75085"/>
                      <a:gd name="connsiteX1" fmla="*/ 38946 w 54659"/>
                      <a:gd name="connsiteY1" fmla="*/ 74251 h 75085"/>
                      <a:gd name="connsiteX2" fmla="*/ 2584 w 54659"/>
                      <a:gd name="connsiteY2" fmla="*/ 45403 h 75085"/>
                      <a:gd name="connsiteX3" fmla="*/ 15713 w 54659"/>
                      <a:gd name="connsiteY3" fmla="*/ 834 h 75085"/>
                      <a:gd name="connsiteX4" fmla="*/ 52075 w 54659"/>
                      <a:gd name="connsiteY4" fmla="*/ 29683 h 75085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658" h="75085">
                        <a:moveTo>
                          <a:pt x="52075" y="29683"/>
                        </a:moveTo>
                        <a:cubicBezTo>
                          <a:pt x="58467" y="49980"/>
                          <a:pt x="52593" y="69933"/>
                          <a:pt x="38946" y="74251"/>
                        </a:cubicBezTo>
                        <a:cubicBezTo>
                          <a:pt x="25300" y="78570"/>
                          <a:pt x="8975" y="65700"/>
                          <a:pt x="2584" y="45403"/>
                        </a:cubicBezTo>
                        <a:cubicBezTo>
                          <a:pt x="-3808" y="25105"/>
                          <a:pt x="2066" y="5153"/>
                          <a:pt x="15713" y="834"/>
                        </a:cubicBezTo>
                        <a:cubicBezTo>
                          <a:pt x="29359" y="-3484"/>
                          <a:pt x="45684" y="9385"/>
                          <a:pt x="52075" y="29683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" name="" descr="4f9b87f9-f5de-478a-8053-d3d2b3e0a752"/>
                  <p:cNvSpPr/>
                  <p:nvPr/>
                </p:nvSpPr>
                <p:spPr>
                  <a:xfrm>
                    <a:off x="8280626" y="2088062"/>
                    <a:ext cx="810609" cy="398524"/>
                  </a:xfrm>
                  <a:custGeom>
                    <a:gdLst>
                      <a:gd name="connsiteX0" fmla="*/ 550022 w 810609"/>
                      <a:gd name="connsiteY0" fmla="*/ 59425 h 398524"/>
                      <a:gd name="connsiteX1" fmla="*/ 339532 w 810609"/>
                      <a:gd name="connsiteY1" fmla="*/ 38522 h 398524"/>
                      <a:gd name="connsiteX2" fmla="*/ 52774 w 810609"/>
                      <a:gd name="connsiteY2" fmla="*/ 0 h 398524"/>
                      <a:gd name="connsiteX3" fmla="*/ 87 w 810609"/>
                      <a:gd name="connsiteY3" fmla="*/ 197103 h 398524"/>
                      <a:gd name="connsiteX4" fmla="*/ 201422 w 810609"/>
                      <a:gd name="connsiteY4" fmla="*/ 373649 h 398524"/>
                      <a:gd name="connsiteX5" fmla="*/ 707048 w 810609"/>
                      <a:gd name="connsiteY5" fmla="*/ 398524 h 398524"/>
                      <a:gd name="connsiteX6" fmla="*/ 810609 w 810609"/>
                      <a:gd name="connsiteY6" fmla="*/ 95010 h 398524"/>
                      <a:gd name="connsiteX7" fmla="*/ 550022 w 810609"/>
                      <a:gd name="connsiteY7" fmla="*/ 59425 h 39852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810609" h="398524">
                        <a:moveTo>
                          <a:pt x="550022" y="59425"/>
                        </a:moveTo>
                        <a:cubicBezTo>
                          <a:pt x="501136" y="54933"/>
                          <a:pt x="339532" y="38522"/>
                          <a:pt x="339532" y="38522"/>
                        </a:cubicBezTo>
                        <a:lnTo>
                          <a:pt x="52774" y="0"/>
                        </a:lnTo>
                        <a:cubicBezTo>
                          <a:pt x="52774" y="0"/>
                          <a:pt x="2073" y="121095"/>
                          <a:pt x="87" y="197103"/>
                        </a:cubicBezTo>
                        <a:cubicBezTo>
                          <a:pt x="-3368" y="330030"/>
                          <a:pt x="96824" y="380040"/>
                          <a:pt x="201422" y="373649"/>
                        </a:cubicBezTo>
                        <a:cubicBezTo>
                          <a:pt x="263697" y="369848"/>
                          <a:pt x="630349" y="359484"/>
                          <a:pt x="707048" y="398524"/>
                        </a:cubicBezTo>
                        <a:cubicBezTo>
                          <a:pt x="721300" y="290213"/>
                          <a:pt x="737624" y="172918"/>
                          <a:pt x="810609" y="95010"/>
                        </a:cubicBezTo>
                        <a:cubicBezTo>
                          <a:pt x="693747" y="78945"/>
                          <a:pt x="616271" y="65557"/>
                          <a:pt x="550022" y="59425"/>
                        </a:cubicBezTo>
                        <a:close/>
                      </a:path>
                    </a:pathLst>
                  </a:custGeom>
                  <a:solidFill>
                    <a:srgbClr val="184655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9" name="" descr="449b563c-72c0-4363-97f7-6d6183656408"/>
                  <p:cNvSpPr/>
                  <p:nvPr/>
                </p:nvSpPr>
                <p:spPr>
                  <a:xfrm>
                    <a:off x="8765955" y="2317122"/>
                    <a:ext cx="467456" cy="1133774"/>
                  </a:xfrm>
                  <a:custGeom>
                    <a:gdLst>
                      <a:gd name="connsiteX0" fmla="*/ 68321 w 467456"/>
                      <a:gd name="connsiteY0" fmla="*/ 832807 h 1133774"/>
                      <a:gd name="connsiteX1" fmla="*/ 177064 w 467456"/>
                      <a:gd name="connsiteY1" fmla="*/ 213686 h 1133774"/>
                      <a:gd name="connsiteX2" fmla="*/ 252900 w 467456"/>
                      <a:gd name="connsiteY2" fmla="*/ 111594 h 1133774"/>
                      <a:gd name="connsiteX3" fmla="*/ 457517 w 467456"/>
                      <a:gd name="connsiteY3" fmla="*/ 0 h 1133774"/>
                      <a:gd name="connsiteX4" fmla="*/ 167391 w 467456"/>
                      <a:gd name="connsiteY4" fmla="*/ 869083 h 1133774"/>
                      <a:gd name="connsiteX5" fmla="*/ 131978 w 467456"/>
                      <a:gd name="connsiteY5" fmla="*/ 1036733 h 1133774"/>
                      <a:gd name="connsiteX6" fmla="*/ 115999 w 467456"/>
                      <a:gd name="connsiteY6" fmla="*/ 1133125 h 1133774"/>
                      <a:gd name="connsiteX7" fmla="*/ 0 w 467456"/>
                      <a:gd name="connsiteY7" fmla="*/ 877029 h 1133774"/>
                      <a:gd name="connsiteX8" fmla="*/ 68321 w 467456"/>
                      <a:gd name="connsiteY8" fmla="*/ 832807 h 113377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67456" h="1133774">
                        <a:moveTo>
                          <a:pt x="68321" y="832807"/>
                        </a:moveTo>
                        <a:cubicBezTo>
                          <a:pt x="76181" y="824688"/>
                          <a:pt x="139146" y="394292"/>
                          <a:pt x="177064" y="213686"/>
                        </a:cubicBezTo>
                        <a:cubicBezTo>
                          <a:pt x="186220" y="170155"/>
                          <a:pt x="213859" y="132841"/>
                          <a:pt x="252900" y="111594"/>
                        </a:cubicBezTo>
                        <a:lnTo>
                          <a:pt x="457517" y="0"/>
                        </a:lnTo>
                        <a:cubicBezTo>
                          <a:pt x="528429" y="64780"/>
                          <a:pt x="197707" y="792816"/>
                          <a:pt x="167391" y="869083"/>
                        </a:cubicBezTo>
                        <a:cubicBezTo>
                          <a:pt x="146575" y="921598"/>
                          <a:pt x="133446" y="1030169"/>
                          <a:pt x="131978" y="1036733"/>
                        </a:cubicBezTo>
                        <a:cubicBezTo>
                          <a:pt x="114962" y="1111186"/>
                          <a:pt x="137160" y="1117491"/>
                          <a:pt x="115999" y="1133125"/>
                        </a:cubicBezTo>
                        <a:cubicBezTo>
                          <a:pt x="94837" y="1148758"/>
                          <a:pt x="0" y="877029"/>
                          <a:pt x="0" y="877029"/>
                        </a:cubicBezTo>
                        <a:cubicBezTo>
                          <a:pt x="0" y="877029"/>
                          <a:pt x="26862" y="875734"/>
                          <a:pt x="68321" y="832807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" name="" descr="70c1613f-720f-4087-8cb6-769b70919360"/>
                  <p:cNvSpPr/>
                  <p:nvPr/>
                </p:nvSpPr>
                <p:spPr>
                  <a:xfrm>
                    <a:off x="8772692" y="2146793"/>
                    <a:ext cx="398351" cy="39993"/>
                  </a:xfrm>
                  <a:custGeom>
                    <a:gdLst>
                      <a:gd name="connsiteX0" fmla="*/ 0 w 398351"/>
                      <a:gd name="connsiteY0" fmla="*/ 19436 h 39993"/>
                      <a:gd name="connsiteX1" fmla="*/ 0 w 398351"/>
                      <a:gd name="connsiteY1" fmla="*/ 19436 h 39993"/>
                      <a:gd name="connsiteX2" fmla="*/ 22197 w 398351"/>
                      <a:gd name="connsiteY2" fmla="*/ 39129 h 39993"/>
                      <a:gd name="connsiteX3" fmla="*/ 369675 w 398351"/>
                      <a:gd name="connsiteY3" fmla="*/ 39993 h 39993"/>
                      <a:gd name="connsiteX4" fmla="*/ 398351 w 398351"/>
                      <a:gd name="connsiteY4" fmla="*/ 16240 h 39993"/>
                      <a:gd name="connsiteX5" fmla="*/ 392046 w 398351"/>
                      <a:gd name="connsiteY5" fmla="*/ 20473 h 39993"/>
                      <a:gd name="connsiteX6" fmla="*/ 369762 w 398351"/>
                      <a:gd name="connsiteY6" fmla="*/ 780 h 39993"/>
                      <a:gd name="connsiteX7" fmla="*/ 22284 w 398351"/>
                      <a:gd name="connsiteY7" fmla="*/ 2 h 39993"/>
                      <a:gd name="connsiteX8" fmla="*/ 0 w 398351"/>
                      <a:gd name="connsiteY8" fmla="*/ 19436 h 3999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98351" h="39993">
                        <a:moveTo>
                          <a:pt x="0" y="19436"/>
                        </a:moveTo>
                        <a:lnTo>
                          <a:pt x="0" y="19436"/>
                        </a:lnTo>
                        <a:cubicBezTo>
                          <a:pt x="0" y="30233"/>
                          <a:pt x="9933" y="39043"/>
                          <a:pt x="22197" y="39129"/>
                        </a:cubicBezTo>
                        <a:lnTo>
                          <a:pt x="369675" y="39993"/>
                        </a:lnTo>
                        <a:cubicBezTo>
                          <a:pt x="382027" y="39993"/>
                          <a:pt x="394378" y="29369"/>
                          <a:pt x="398351" y="16240"/>
                        </a:cubicBezTo>
                        <a:lnTo>
                          <a:pt x="392046" y="20473"/>
                        </a:lnTo>
                        <a:cubicBezTo>
                          <a:pt x="392046" y="9676"/>
                          <a:pt x="382113" y="866"/>
                          <a:pt x="369762" y="780"/>
                        </a:cubicBezTo>
                        <a:lnTo>
                          <a:pt x="22284" y="2"/>
                        </a:lnTo>
                        <a:cubicBezTo>
                          <a:pt x="10019" y="-170"/>
                          <a:pt x="0" y="8640"/>
                          <a:pt x="0" y="19436"/>
                        </a:cubicBezTo>
                        <a:close/>
                      </a:path>
                    </a:pathLst>
                  </a:custGeom>
                  <a:solidFill>
                    <a:srgbClr val="35538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1" name="" descr="3214baee-3b4d-4a1d-9269-28ad878b4e91"/>
                  <p:cNvSpPr/>
                  <p:nvPr/>
                </p:nvSpPr>
                <p:spPr>
                  <a:xfrm>
                    <a:off x="9105664" y="1676800"/>
                    <a:ext cx="198906" cy="502816"/>
                  </a:xfrm>
                  <a:custGeom>
                    <a:gdLst>
                      <a:gd name="connsiteX0" fmla="*/ 33248 w 198906"/>
                      <a:gd name="connsiteY0" fmla="*/ 502817 h 502816"/>
                      <a:gd name="connsiteX1" fmla="*/ 26943 w 198906"/>
                      <a:gd name="connsiteY1" fmla="*/ 502385 h 502816"/>
                      <a:gd name="connsiteX2" fmla="*/ 600 w 198906"/>
                      <a:gd name="connsiteY2" fmla="*/ 476732 h 502816"/>
                      <a:gd name="connsiteX3" fmla="*/ 133182 w 198906"/>
                      <a:gd name="connsiteY3" fmla="*/ 17834 h 502816"/>
                      <a:gd name="connsiteX4" fmla="*/ 171963 w 198906"/>
                      <a:gd name="connsiteY4" fmla="*/ 386 h 502816"/>
                      <a:gd name="connsiteX5" fmla="*/ 198307 w 198906"/>
                      <a:gd name="connsiteY5" fmla="*/ 26039 h 502816"/>
                      <a:gd name="connsiteX6" fmla="*/ 65724 w 198906"/>
                      <a:gd name="connsiteY6" fmla="*/ 484938 h 502816"/>
                      <a:gd name="connsiteX7" fmla="*/ 33248 w 198906"/>
                      <a:gd name="connsiteY7" fmla="*/ 502817 h 502816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98906" h="502816">
                        <a:moveTo>
                          <a:pt x="33248" y="502817"/>
                        </a:moveTo>
                        <a:cubicBezTo>
                          <a:pt x="31175" y="502817"/>
                          <a:pt x="29102" y="502730"/>
                          <a:pt x="26943" y="502385"/>
                        </a:cubicBezTo>
                        <a:cubicBezTo>
                          <a:pt x="8977" y="500139"/>
                          <a:pt x="-2856" y="488652"/>
                          <a:pt x="600" y="476732"/>
                        </a:cubicBezTo>
                        <a:lnTo>
                          <a:pt x="133182" y="17834"/>
                        </a:lnTo>
                        <a:cubicBezTo>
                          <a:pt x="136637" y="5914"/>
                          <a:pt x="153998" y="-1859"/>
                          <a:pt x="171963" y="386"/>
                        </a:cubicBezTo>
                        <a:cubicBezTo>
                          <a:pt x="189929" y="2632"/>
                          <a:pt x="201762" y="14120"/>
                          <a:pt x="198307" y="26039"/>
                        </a:cubicBezTo>
                        <a:lnTo>
                          <a:pt x="65724" y="484938"/>
                        </a:lnTo>
                        <a:cubicBezTo>
                          <a:pt x="62702" y="495561"/>
                          <a:pt x="48795" y="502817"/>
                          <a:pt x="33248" y="502817"/>
                        </a:cubicBezTo>
                        <a:close/>
                      </a:path>
                    </a:pathLst>
                  </a:custGeom>
                  <a:solidFill>
                    <a:srgbClr val="35538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" name="" descr="fe12490b-9089-458e-a2cb-9ec5a05382eb"/>
                  <p:cNvSpPr/>
                  <p:nvPr/>
                </p:nvSpPr>
                <p:spPr>
                  <a:xfrm>
                    <a:off x="8365012" y="1670018"/>
                    <a:ext cx="703846" cy="482946"/>
                  </a:xfrm>
                  <a:custGeom>
                    <a:gdLst>
                      <a:gd name="connsiteX0" fmla="*/ 671548 w 703846"/>
                      <a:gd name="connsiteY0" fmla="*/ 447411 h 482946"/>
                      <a:gd name="connsiteX1" fmla="*/ 621711 w 703846"/>
                      <a:gd name="connsiteY1" fmla="*/ 430223 h 482946"/>
                      <a:gd name="connsiteX2" fmla="*/ 702988 w 703846"/>
                      <a:gd name="connsiteY2" fmla="*/ 457948 h 482946"/>
                      <a:gd name="connsiteX3" fmla="*/ 614110 w 703846"/>
                      <a:gd name="connsiteY3" fmla="*/ 401461 h 482946"/>
                      <a:gd name="connsiteX4" fmla="*/ 487575 w 703846"/>
                      <a:gd name="connsiteY4" fmla="*/ 422277 h 482946"/>
                      <a:gd name="connsiteX5" fmla="*/ 204962 w 703846"/>
                      <a:gd name="connsiteY5" fmla="*/ 320184 h 482946"/>
                      <a:gd name="connsiteX6" fmla="*/ 160653 w 703846"/>
                      <a:gd name="connsiteY6" fmla="*/ 0 h 482946"/>
                      <a:gd name="connsiteX7" fmla="*/ 0 w 703846"/>
                      <a:gd name="connsiteY7" fmla="*/ 34635 h 482946"/>
                      <a:gd name="connsiteX8" fmla="*/ 108657 w 703846"/>
                      <a:gd name="connsiteY8" fmla="*/ 454580 h 482946"/>
                      <a:gd name="connsiteX9" fmla="*/ 482738 w 703846"/>
                      <a:gd name="connsiteY9" fmla="*/ 476778 h 482946"/>
                      <a:gd name="connsiteX10" fmla="*/ 571788 w 703846"/>
                      <a:gd name="connsiteY10" fmla="*/ 476864 h 482946"/>
                      <a:gd name="connsiteX11" fmla="*/ 620848 w 703846"/>
                      <a:gd name="connsiteY11" fmla="*/ 461317 h 482946"/>
                      <a:gd name="connsiteX12" fmla="*/ 702988 w 703846"/>
                      <a:gd name="connsiteY12" fmla="*/ 482219 h 482946"/>
                      <a:gd name="connsiteX13" fmla="*/ 671548 w 703846"/>
                      <a:gd name="connsiteY13" fmla="*/ 447411 h 482946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703846" h="482946">
                        <a:moveTo>
                          <a:pt x="671548" y="447411"/>
                        </a:moveTo>
                        <a:cubicBezTo>
                          <a:pt x="651683" y="437478"/>
                          <a:pt x="620848" y="432900"/>
                          <a:pt x="621711" y="430223"/>
                        </a:cubicBezTo>
                        <a:cubicBezTo>
                          <a:pt x="625080" y="419340"/>
                          <a:pt x="713439" y="475655"/>
                          <a:pt x="702988" y="457948"/>
                        </a:cubicBezTo>
                        <a:cubicBezTo>
                          <a:pt x="697114" y="448102"/>
                          <a:pt x="631385" y="398092"/>
                          <a:pt x="614110" y="401461"/>
                        </a:cubicBezTo>
                        <a:cubicBezTo>
                          <a:pt x="597354" y="404743"/>
                          <a:pt x="487575" y="422277"/>
                          <a:pt x="487575" y="422277"/>
                        </a:cubicBezTo>
                        <a:lnTo>
                          <a:pt x="204962" y="320184"/>
                        </a:lnTo>
                        <a:cubicBezTo>
                          <a:pt x="204962" y="320184"/>
                          <a:pt x="151066" y="144415"/>
                          <a:pt x="160653" y="0"/>
                        </a:cubicBezTo>
                        <a:cubicBezTo>
                          <a:pt x="99069" y="1209"/>
                          <a:pt x="56056" y="11401"/>
                          <a:pt x="0" y="34635"/>
                        </a:cubicBezTo>
                        <a:cubicBezTo>
                          <a:pt x="9414" y="174991"/>
                          <a:pt x="45259" y="404829"/>
                          <a:pt x="108657" y="454580"/>
                        </a:cubicBezTo>
                        <a:cubicBezTo>
                          <a:pt x="135346" y="475482"/>
                          <a:pt x="482738" y="476778"/>
                          <a:pt x="482738" y="476778"/>
                        </a:cubicBezTo>
                        <a:cubicBezTo>
                          <a:pt x="482738" y="476778"/>
                          <a:pt x="558918" y="480233"/>
                          <a:pt x="571788" y="476864"/>
                        </a:cubicBezTo>
                        <a:cubicBezTo>
                          <a:pt x="581548" y="474359"/>
                          <a:pt x="607287" y="463563"/>
                          <a:pt x="620848" y="461317"/>
                        </a:cubicBezTo>
                        <a:cubicBezTo>
                          <a:pt x="651683" y="456307"/>
                          <a:pt x="702124" y="488093"/>
                          <a:pt x="702988" y="482219"/>
                        </a:cubicBezTo>
                        <a:cubicBezTo>
                          <a:pt x="703507" y="477987"/>
                          <a:pt x="691846" y="457603"/>
                          <a:pt x="671548" y="447411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3" name="" descr="ad886ff7-2ffb-49da-98bc-c819a53104f1"/>
                  <p:cNvSpPr/>
                  <p:nvPr/>
                </p:nvSpPr>
                <p:spPr>
                  <a:xfrm>
                    <a:off x="8347550" y="1399873"/>
                    <a:ext cx="204218" cy="344684"/>
                  </a:xfrm>
                  <a:custGeom>
                    <a:gdLst>
                      <a:gd name="connsiteX0" fmla="*/ 197723 w 204218"/>
                      <a:gd name="connsiteY0" fmla="*/ 116919 h 344684"/>
                      <a:gd name="connsiteX1" fmla="*/ 143049 w 204218"/>
                      <a:gd name="connsiteY1" fmla="*/ 8608 h 344684"/>
                      <a:gd name="connsiteX2" fmla="*/ 55985 w 204218"/>
                      <a:gd name="connsiteY2" fmla="*/ 12667 h 344684"/>
                      <a:gd name="connsiteX3" fmla="*/ 9948 w 204218"/>
                      <a:gd name="connsiteY3" fmla="*/ 106641 h 344684"/>
                      <a:gd name="connsiteX4" fmla="*/ 2347 w 204218"/>
                      <a:gd name="connsiteY4" fmla="*/ 344684 h 344684"/>
                      <a:gd name="connsiteX5" fmla="*/ 196340 w 204218"/>
                      <a:gd name="connsiteY5" fmla="*/ 332592 h 344684"/>
                      <a:gd name="connsiteX6" fmla="*/ 197723 w 204218"/>
                      <a:gd name="connsiteY6" fmla="*/ 116919 h 34468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4217" h="344684">
                        <a:moveTo>
                          <a:pt x="197723" y="116919"/>
                        </a:moveTo>
                        <a:cubicBezTo>
                          <a:pt x="193749" y="72524"/>
                          <a:pt x="188394" y="27782"/>
                          <a:pt x="143049" y="8608"/>
                        </a:cubicBezTo>
                        <a:cubicBezTo>
                          <a:pt x="114977" y="-3312"/>
                          <a:pt x="81465" y="-3657"/>
                          <a:pt x="55985" y="12667"/>
                        </a:cubicBezTo>
                        <a:cubicBezTo>
                          <a:pt x="25754" y="32101"/>
                          <a:pt x="13749" y="72264"/>
                          <a:pt x="9948" y="106641"/>
                        </a:cubicBezTo>
                        <a:cubicBezTo>
                          <a:pt x="1138" y="184722"/>
                          <a:pt x="-2921" y="266258"/>
                          <a:pt x="2347" y="344684"/>
                        </a:cubicBezTo>
                        <a:cubicBezTo>
                          <a:pt x="58490" y="321450"/>
                          <a:pt x="134757" y="333801"/>
                          <a:pt x="196340" y="332592"/>
                        </a:cubicBezTo>
                        <a:cubicBezTo>
                          <a:pt x="209987" y="263753"/>
                          <a:pt x="202818" y="174789"/>
                          <a:pt x="197723" y="116919"/>
                        </a:cubicBezTo>
                        <a:close/>
                      </a:path>
                    </a:pathLst>
                  </a:custGeom>
                  <a:solidFill>
                    <a:srgbClr val="FAE0B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5" name="" descr="09e8f08e-100b-421c-912f-0d0f47945992"/>
                <p:cNvSpPr/>
                <p:nvPr/>
              </p:nvSpPr>
              <p:spPr>
                <a:xfrm>
                  <a:off x="8981435" y="2075208"/>
                  <a:ext cx="83225" cy="34351"/>
                </a:xfrm>
                <a:custGeom>
                  <a:gdLst>
                    <a:gd name="connsiteX0" fmla="*/ 13149 w 83225"/>
                    <a:gd name="connsiteY0" fmla="*/ 330 h 34351"/>
                    <a:gd name="connsiteX1" fmla="*/ 60654 w 83225"/>
                    <a:gd name="connsiteY1" fmla="*/ 13026 h 34351"/>
                    <a:gd name="connsiteX2" fmla="*/ 39665 w 83225"/>
                    <a:gd name="connsiteY2" fmla="*/ 21405 h 34351"/>
                    <a:gd name="connsiteX3" fmla="*/ 35433 w 83225"/>
                    <a:gd name="connsiteY3" fmla="*/ 20541 h 34351"/>
                    <a:gd name="connsiteX4" fmla="*/ 10558 w 83225"/>
                    <a:gd name="connsiteY4" fmla="*/ 20800 h 34351"/>
                    <a:gd name="connsiteX5" fmla="*/ 3561 w 83225"/>
                    <a:gd name="connsiteY5" fmla="*/ 2575 h 34351"/>
                    <a:gd name="connsiteX6" fmla="*/ 3561 w 83225"/>
                    <a:gd name="connsiteY6" fmla="*/ 2575 h 34351"/>
                    <a:gd name="connsiteX7" fmla="*/ 13149 w 83225"/>
                    <a:gd name="connsiteY7" fmla="*/ 330 h 3435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3225" h="34351">
                      <a:moveTo>
                        <a:pt x="13149" y="330"/>
                      </a:moveTo>
                      <a:cubicBezTo>
                        <a:pt x="61431" y="12681"/>
                        <a:pt x="58754" y="11817"/>
                        <a:pt x="60654" y="13026"/>
                      </a:cubicBezTo>
                      <a:cubicBezTo>
                        <a:pt x="94771" y="34533"/>
                        <a:pt x="92093" y="43861"/>
                        <a:pt x="39665" y="21405"/>
                      </a:cubicBezTo>
                      <a:cubicBezTo>
                        <a:pt x="38370" y="20800"/>
                        <a:pt x="36902" y="20541"/>
                        <a:pt x="35433" y="20541"/>
                      </a:cubicBezTo>
                      <a:lnTo>
                        <a:pt x="10558" y="20800"/>
                      </a:lnTo>
                      <a:cubicBezTo>
                        <a:pt x="884" y="20886"/>
                        <a:pt x="-3694" y="8967"/>
                        <a:pt x="3561" y="2575"/>
                      </a:cubicBezTo>
                      <a:lnTo>
                        <a:pt x="3561" y="2575"/>
                      </a:lnTo>
                      <a:cubicBezTo>
                        <a:pt x="6239" y="330"/>
                        <a:pt x="9780" y="-534"/>
                        <a:pt x="13149" y="330"/>
                      </a:cubicBez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" descr="1c225808-6d16-4d19-9ef2-21bdf678f30d"/>
                <p:cNvSpPr/>
                <p:nvPr/>
              </p:nvSpPr>
              <p:spPr>
                <a:xfrm>
                  <a:off x="8758830" y="3150534"/>
                  <a:ext cx="152074" cy="340029"/>
                </a:xfrm>
                <a:custGeom>
                  <a:gdLst>
                    <a:gd name="connsiteX0" fmla="*/ 141175 w 152074"/>
                    <a:gd name="connsiteY0" fmla="*/ 187343 h 340029"/>
                    <a:gd name="connsiteX1" fmla="*/ 150589 w 152074"/>
                    <a:gd name="connsiteY1" fmla="*/ 248840 h 340029"/>
                    <a:gd name="connsiteX2" fmla="*/ 137461 w 152074"/>
                    <a:gd name="connsiteY2" fmla="*/ 339531 h 340029"/>
                    <a:gd name="connsiteX3" fmla="*/ 1942 w 152074"/>
                    <a:gd name="connsiteY3" fmla="*/ 60893 h 340029"/>
                    <a:gd name="connsiteX4" fmla="*/ 7556 w 152074"/>
                    <a:gd name="connsiteY4" fmla="*/ 35154 h 340029"/>
                    <a:gd name="connsiteX5" fmla="*/ 74927 w 152074"/>
                    <a:gd name="connsiteY5" fmla="*/ 0 h 340029"/>
                    <a:gd name="connsiteX6" fmla="*/ 141175 w 152074"/>
                    <a:gd name="connsiteY6" fmla="*/ 187343 h 340029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2074" h="340029">
                      <a:moveTo>
                        <a:pt x="141175" y="187343"/>
                      </a:moveTo>
                      <a:cubicBezTo>
                        <a:pt x="141175" y="187343"/>
                        <a:pt x="145839" y="219560"/>
                        <a:pt x="150589" y="248840"/>
                      </a:cubicBezTo>
                      <a:cubicBezTo>
                        <a:pt x="155340" y="277689"/>
                        <a:pt x="148085" y="325453"/>
                        <a:pt x="137461" y="339531"/>
                      </a:cubicBezTo>
                      <a:cubicBezTo>
                        <a:pt x="126837" y="353696"/>
                        <a:pt x="1942" y="60893"/>
                        <a:pt x="1942" y="60893"/>
                      </a:cubicBezTo>
                      <a:cubicBezTo>
                        <a:pt x="-2031" y="51996"/>
                        <a:pt x="215" y="41545"/>
                        <a:pt x="7556" y="35154"/>
                      </a:cubicBezTo>
                      <a:cubicBezTo>
                        <a:pt x="19303" y="24789"/>
                        <a:pt x="40896" y="10192"/>
                        <a:pt x="74927" y="0"/>
                      </a:cubicBezTo>
                      <a:cubicBezTo>
                        <a:pt x="74927" y="-86"/>
                        <a:pt x="69658" y="150289"/>
                        <a:pt x="141175" y="187343"/>
                      </a:cubicBezTo>
                      <a:close/>
                    </a:path>
                  </a:pathLst>
                </a:custGeom>
                <a:solidFill>
                  <a:srgbClr val="466EB6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8" name="" descr="ff8db541-58f8-482d-944f-6d4ac3dfee5d"/>
            <p:cNvSpPr/>
            <p:nvPr/>
          </p:nvSpPr>
          <p:spPr>
            <a:xfrm>
              <a:off x="489529" y="478438"/>
              <a:ext cx="346542" cy="407234"/>
            </a:xfrm>
            <a:custGeom>
              <a:gdLst>
                <a:gd name="connsiteX0" fmla="*/ 48025 w 234505"/>
                <a:gd name="connsiteY0" fmla="*/ 0 h 275575"/>
                <a:gd name="connsiteX1" fmla="*/ 0 w 234505"/>
                <a:gd name="connsiteY1" fmla="*/ 29229 h 275575"/>
                <a:gd name="connsiteX2" fmla="*/ 49811 w 234505"/>
                <a:gd name="connsiteY2" fmla="*/ 252916 h 275575"/>
                <a:gd name="connsiteX3" fmla="*/ 93048 w 234505"/>
                <a:gd name="connsiteY3" fmla="*/ 271354 h 275575"/>
                <a:gd name="connsiteX4" fmla="*/ 93048 w 234505"/>
                <a:gd name="connsiteY4" fmla="*/ 271354 h 275575"/>
                <a:gd name="connsiteX5" fmla="*/ 106198 w 234505"/>
                <a:gd name="connsiteY5" fmla="*/ 240124 h 275575"/>
                <a:gd name="connsiteX6" fmla="*/ 94048 w 234505"/>
                <a:gd name="connsiteY6" fmla="*/ 187597 h 275575"/>
                <a:gd name="connsiteX7" fmla="*/ 144432 w 234505"/>
                <a:gd name="connsiteY7" fmla="*/ 156938 h 275575"/>
                <a:gd name="connsiteX8" fmla="*/ 186096 w 234505"/>
                <a:gd name="connsiteY8" fmla="*/ 191813 h 275575"/>
                <a:gd name="connsiteX9" fmla="*/ 219685 w 234505"/>
                <a:gd name="connsiteY9" fmla="*/ 194314 h 275575"/>
                <a:gd name="connsiteX10" fmla="*/ 220614 w 234505"/>
                <a:gd name="connsiteY10" fmla="*/ 193743 h 275575"/>
                <a:gd name="connsiteX11" fmla="*/ 224116 w 234505"/>
                <a:gd name="connsiteY11" fmla="*/ 146861 h 275575"/>
                <a:gd name="connsiteX12" fmla="*/ 48025 w 234505"/>
                <a:gd name="connsiteY12" fmla="*/ 0 h 275575"/>
                <a:gd name="connsiteX13" fmla="*/ 80470 w 234505"/>
                <a:gd name="connsiteY13" fmla="*/ 134784 h 275575"/>
                <a:gd name="connsiteX14" fmla="*/ 71251 w 234505"/>
                <a:gd name="connsiteY14" fmla="*/ 93691 h 275575"/>
                <a:gd name="connsiteX15" fmla="*/ 103553 w 234505"/>
                <a:gd name="connsiteY15" fmla="*/ 120705 h 275575"/>
                <a:gd name="connsiteX16" fmla="*/ 80470 w 234505"/>
                <a:gd name="connsiteY16" fmla="*/ 134784 h 275575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505" h="275575">
                  <a:moveTo>
                    <a:pt x="48025" y="0"/>
                  </a:moveTo>
                  <a:lnTo>
                    <a:pt x="0" y="29229"/>
                  </a:lnTo>
                  <a:lnTo>
                    <a:pt x="49811" y="252916"/>
                  </a:lnTo>
                  <a:cubicBezTo>
                    <a:pt x="54099" y="272212"/>
                    <a:pt x="76111" y="281645"/>
                    <a:pt x="93048" y="271354"/>
                  </a:cubicBezTo>
                  <a:lnTo>
                    <a:pt x="93048" y="271354"/>
                  </a:lnTo>
                  <a:cubicBezTo>
                    <a:pt x="103696" y="264851"/>
                    <a:pt x="108985" y="252273"/>
                    <a:pt x="106198" y="240124"/>
                  </a:cubicBezTo>
                  <a:lnTo>
                    <a:pt x="94048" y="187597"/>
                  </a:lnTo>
                  <a:lnTo>
                    <a:pt x="144432" y="156938"/>
                  </a:lnTo>
                  <a:lnTo>
                    <a:pt x="186096" y="191813"/>
                  </a:lnTo>
                  <a:cubicBezTo>
                    <a:pt x="195601" y="199746"/>
                    <a:pt x="209108" y="200746"/>
                    <a:pt x="219685" y="194314"/>
                  </a:cubicBezTo>
                  <a:lnTo>
                    <a:pt x="220614" y="193743"/>
                  </a:lnTo>
                  <a:cubicBezTo>
                    <a:pt x="237551" y="183452"/>
                    <a:pt x="239338" y="159582"/>
                    <a:pt x="224116" y="146861"/>
                  </a:cubicBezTo>
                  <a:lnTo>
                    <a:pt x="48025" y="0"/>
                  </a:lnTo>
                  <a:close/>
                  <a:moveTo>
                    <a:pt x="80470" y="134784"/>
                  </a:moveTo>
                  <a:lnTo>
                    <a:pt x="71251" y="93691"/>
                  </a:lnTo>
                  <a:lnTo>
                    <a:pt x="103553" y="120705"/>
                  </a:lnTo>
                  <a:lnTo>
                    <a:pt x="80470" y="134784"/>
                  </a:lnTo>
                  <a:close/>
                </a:path>
              </a:pathLst>
            </a:custGeom>
            <a:solidFill>
              <a:srgbClr val="F48C7F"/>
            </a:solidFill>
            <a:ln w="71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" descr="6283fd19-9ee7-4f30-b5d3-335e9515f638"/>
            <p:cNvSpPr/>
            <p:nvPr/>
          </p:nvSpPr>
          <p:spPr>
            <a:xfrm>
              <a:off x="226374" y="5644345"/>
              <a:ext cx="263155" cy="314639"/>
            </a:xfrm>
            <a:custGeom>
              <a:gdLst>
                <a:gd name="connsiteX0" fmla="*/ 102624 w 340599"/>
                <a:gd name="connsiteY0" fmla="*/ 0 h 407234"/>
                <a:gd name="connsiteX1" fmla="*/ 211681 w 340599"/>
                <a:gd name="connsiteY1" fmla="*/ 22940 h 407234"/>
                <a:gd name="connsiteX2" fmla="*/ 313733 w 340599"/>
                <a:gd name="connsiteY2" fmla="*/ 74395 h 407234"/>
                <a:gd name="connsiteX3" fmla="*/ 337246 w 340599"/>
                <a:gd name="connsiteY3" fmla="*/ 158582 h 407234"/>
                <a:gd name="connsiteX4" fmla="*/ 254703 w 340599"/>
                <a:gd name="connsiteY4" fmla="*/ 219470 h 407234"/>
                <a:gd name="connsiteX5" fmla="*/ 254417 w 340599"/>
                <a:gd name="connsiteY5" fmla="*/ 220542 h 407234"/>
                <a:gd name="connsiteX6" fmla="*/ 301370 w 340599"/>
                <a:gd name="connsiteY6" fmla="*/ 331385 h 407234"/>
                <a:gd name="connsiteX7" fmla="*/ 241196 w 340599"/>
                <a:gd name="connsiteY7" fmla="*/ 398134 h 407234"/>
                <a:gd name="connsiteX8" fmla="*/ 87974 w 340599"/>
                <a:gd name="connsiteY8" fmla="*/ 390130 h 407234"/>
                <a:gd name="connsiteX9" fmla="*/ 0 w 340599"/>
                <a:gd name="connsiteY9" fmla="*/ 359114 h 407234"/>
                <a:gd name="connsiteX10" fmla="*/ 102624 w 340599"/>
                <a:gd name="connsiteY10" fmla="*/ 0 h 407234"/>
                <a:gd name="connsiteX11" fmla="*/ 144574 w 340599"/>
                <a:gd name="connsiteY11" fmla="*/ 163370 h 407234"/>
                <a:gd name="connsiteX12" fmla="*/ 171732 w 340599"/>
                <a:gd name="connsiteY12" fmla="*/ 171088 h 407234"/>
                <a:gd name="connsiteX13" fmla="*/ 251344 w 340599"/>
                <a:gd name="connsiteY13" fmla="*/ 145146 h 407234"/>
                <a:gd name="connsiteX14" fmla="*/ 204820 w 340599"/>
                <a:gd name="connsiteY14" fmla="*/ 86116 h 407234"/>
                <a:gd name="connsiteX15" fmla="*/ 168944 w 340599"/>
                <a:gd name="connsiteY15" fmla="*/ 78183 h 407234"/>
                <a:gd name="connsiteX16" fmla="*/ 144574 w 340599"/>
                <a:gd name="connsiteY16" fmla="*/ 163370 h 407234"/>
                <a:gd name="connsiteX17" fmla="*/ 98193 w 340599"/>
                <a:gd name="connsiteY17" fmla="*/ 325596 h 407234"/>
                <a:gd name="connsiteX18" fmla="*/ 129925 w 340599"/>
                <a:gd name="connsiteY18" fmla="*/ 335816 h 407234"/>
                <a:gd name="connsiteX19" fmla="*/ 215468 w 340599"/>
                <a:gd name="connsiteY19" fmla="*/ 303371 h 407234"/>
                <a:gd name="connsiteX20" fmla="*/ 155866 w 340599"/>
                <a:gd name="connsiteY20" fmla="*/ 230619 h 407234"/>
                <a:gd name="connsiteX21" fmla="*/ 127637 w 340599"/>
                <a:gd name="connsiteY21" fmla="*/ 222543 h 407234"/>
                <a:gd name="connsiteX22" fmla="*/ 98193 w 340599"/>
                <a:gd name="connsiteY22" fmla="*/ 325596 h 40723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0599" h="407233">
                  <a:moveTo>
                    <a:pt x="102624" y="0"/>
                  </a:moveTo>
                  <a:cubicBezTo>
                    <a:pt x="125565" y="1858"/>
                    <a:pt x="170445" y="11149"/>
                    <a:pt x="211681" y="22940"/>
                  </a:cubicBezTo>
                  <a:cubicBezTo>
                    <a:pt x="262136" y="37376"/>
                    <a:pt x="291651" y="51098"/>
                    <a:pt x="313733" y="74395"/>
                  </a:cubicBezTo>
                  <a:cubicBezTo>
                    <a:pt x="335388" y="95263"/>
                    <a:pt x="346679" y="125493"/>
                    <a:pt x="337246" y="158582"/>
                  </a:cubicBezTo>
                  <a:cubicBezTo>
                    <a:pt x="327955" y="191098"/>
                    <a:pt x="300298" y="216111"/>
                    <a:pt x="254703" y="219470"/>
                  </a:cubicBezTo>
                  <a:lnTo>
                    <a:pt x="254417" y="220542"/>
                  </a:lnTo>
                  <a:cubicBezTo>
                    <a:pt x="292937" y="243840"/>
                    <a:pt x="314877" y="284146"/>
                    <a:pt x="301370" y="331385"/>
                  </a:cubicBezTo>
                  <a:cubicBezTo>
                    <a:pt x="291936" y="364474"/>
                    <a:pt x="269282" y="386199"/>
                    <a:pt x="241196" y="398134"/>
                  </a:cubicBezTo>
                  <a:cubicBezTo>
                    <a:pt x="208608" y="411712"/>
                    <a:pt x="160654" y="410926"/>
                    <a:pt x="87974" y="390130"/>
                  </a:cubicBezTo>
                  <a:cubicBezTo>
                    <a:pt x="47310" y="378481"/>
                    <a:pt x="17652" y="367118"/>
                    <a:pt x="0" y="359114"/>
                  </a:cubicBezTo>
                  <a:lnTo>
                    <a:pt x="102624" y="0"/>
                  </a:lnTo>
                  <a:close/>
                  <a:moveTo>
                    <a:pt x="144574" y="163370"/>
                  </a:moveTo>
                  <a:lnTo>
                    <a:pt x="171732" y="171088"/>
                  </a:lnTo>
                  <a:cubicBezTo>
                    <a:pt x="215111" y="183523"/>
                    <a:pt x="243554" y="172232"/>
                    <a:pt x="251344" y="145146"/>
                  </a:cubicBezTo>
                  <a:cubicBezTo>
                    <a:pt x="259277" y="117489"/>
                    <a:pt x="242268" y="96764"/>
                    <a:pt x="204820" y="86116"/>
                  </a:cubicBezTo>
                  <a:cubicBezTo>
                    <a:pt x="186954" y="80970"/>
                    <a:pt x="176306" y="79112"/>
                    <a:pt x="168944" y="78183"/>
                  </a:cubicBezTo>
                  <a:lnTo>
                    <a:pt x="144574" y="163370"/>
                  </a:lnTo>
                  <a:close/>
                  <a:moveTo>
                    <a:pt x="98193" y="325596"/>
                  </a:moveTo>
                  <a:cubicBezTo>
                    <a:pt x="106054" y="329027"/>
                    <a:pt x="115775" y="331814"/>
                    <a:pt x="129925" y="335816"/>
                  </a:cubicBezTo>
                  <a:cubicBezTo>
                    <a:pt x="167372" y="346536"/>
                    <a:pt x="204462" y="341891"/>
                    <a:pt x="215468" y="303371"/>
                  </a:cubicBezTo>
                  <a:cubicBezTo>
                    <a:pt x="226045" y="266494"/>
                    <a:pt x="197101" y="242411"/>
                    <a:pt x="155866" y="230619"/>
                  </a:cubicBezTo>
                  <a:lnTo>
                    <a:pt x="127637" y="222543"/>
                  </a:lnTo>
                  <a:lnTo>
                    <a:pt x="98193" y="325596"/>
                  </a:lnTo>
                  <a:close/>
                </a:path>
              </a:pathLst>
            </a:custGeom>
            <a:solidFill>
              <a:srgbClr val="96D9C9"/>
            </a:solidFill>
            <a:ln w="71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" descr="c9192aa3-d4fc-4948-85ab-5b5b794764c8"/>
            <p:cNvSpPr/>
            <p:nvPr/>
          </p:nvSpPr>
          <p:spPr>
            <a:xfrm>
              <a:off x="757286" y="6247011"/>
              <a:ext cx="225346" cy="298282"/>
            </a:xfrm>
            <a:custGeom>
              <a:gdLst>
                <a:gd name="connsiteX0" fmla="*/ 290799 w 291663"/>
                <a:gd name="connsiteY0" fmla="*/ 336793 h 386063"/>
                <a:gd name="connsiteX1" fmla="*/ 265572 w 291663"/>
                <a:gd name="connsiteY1" fmla="*/ 377743 h 386063"/>
                <a:gd name="connsiteX2" fmla="*/ 202181 w 291663"/>
                <a:gd name="connsiteY2" fmla="*/ 385890 h 386063"/>
                <a:gd name="connsiteX3" fmla="*/ 149 w 291663"/>
                <a:gd name="connsiteY3" fmla="*/ 205583 h 386063"/>
                <a:gd name="connsiteX4" fmla="*/ 197537 w 291663"/>
                <a:gd name="connsiteY4" fmla="*/ 191 h 386063"/>
                <a:gd name="connsiteX5" fmla="*/ 255710 w 291663"/>
                <a:gd name="connsiteY5" fmla="*/ 3907 h 386063"/>
                <a:gd name="connsiteX6" fmla="*/ 283224 w 291663"/>
                <a:gd name="connsiteY6" fmla="*/ 45072 h 386063"/>
                <a:gd name="connsiteX7" fmla="*/ 282938 w 291663"/>
                <a:gd name="connsiteY7" fmla="*/ 46286 h 386063"/>
                <a:gd name="connsiteX8" fmla="*/ 243703 w 291663"/>
                <a:gd name="connsiteY8" fmla="*/ 72729 h 386063"/>
                <a:gd name="connsiteX9" fmla="*/ 203754 w 291663"/>
                <a:gd name="connsiteY9" fmla="*/ 69941 h 386063"/>
                <a:gd name="connsiteX10" fmla="*/ 88695 w 291663"/>
                <a:gd name="connsiteY10" fmla="*/ 197650 h 386063"/>
                <a:gd name="connsiteX11" fmla="*/ 212616 w 291663"/>
                <a:gd name="connsiteY11" fmla="*/ 315640 h 386063"/>
                <a:gd name="connsiteX12" fmla="*/ 250421 w 291663"/>
                <a:gd name="connsiteY12" fmla="*/ 310851 h 386063"/>
                <a:gd name="connsiteX13" fmla="*/ 290799 w 291663"/>
                <a:gd name="connsiteY13" fmla="*/ 336793 h 386063"/>
                <a:gd name="connsiteX14" fmla="*/ 290799 w 291663"/>
                <a:gd name="connsiteY14" fmla="*/ 336793 h 386063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663" h="386063">
                  <a:moveTo>
                    <a:pt x="290799" y="336793"/>
                  </a:moveTo>
                  <a:cubicBezTo>
                    <a:pt x="294944" y="355017"/>
                    <a:pt x="283795" y="373384"/>
                    <a:pt x="265572" y="377743"/>
                  </a:cubicBezTo>
                  <a:cubicBezTo>
                    <a:pt x="248563" y="381816"/>
                    <a:pt x="226981" y="385032"/>
                    <a:pt x="202181" y="385890"/>
                  </a:cubicBezTo>
                  <a:cubicBezTo>
                    <a:pt x="72972" y="390249"/>
                    <a:pt x="3723" y="312066"/>
                    <a:pt x="149" y="205583"/>
                  </a:cubicBezTo>
                  <a:cubicBezTo>
                    <a:pt x="-4139" y="78017"/>
                    <a:pt x="84407" y="3979"/>
                    <a:pt x="197537" y="191"/>
                  </a:cubicBezTo>
                  <a:cubicBezTo>
                    <a:pt x="219977" y="-595"/>
                    <a:pt x="239772" y="1120"/>
                    <a:pt x="255710" y="3907"/>
                  </a:cubicBezTo>
                  <a:cubicBezTo>
                    <a:pt x="274934" y="7266"/>
                    <a:pt x="287440" y="26062"/>
                    <a:pt x="283224" y="45072"/>
                  </a:cubicBezTo>
                  <a:lnTo>
                    <a:pt x="282938" y="46286"/>
                  </a:lnTo>
                  <a:cubicBezTo>
                    <a:pt x="279007" y="64153"/>
                    <a:pt x="261713" y="75945"/>
                    <a:pt x="243703" y="72729"/>
                  </a:cubicBezTo>
                  <a:cubicBezTo>
                    <a:pt x="231911" y="70585"/>
                    <a:pt x="218547" y="69441"/>
                    <a:pt x="203754" y="69941"/>
                  </a:cubicBezTo>
                  <a:cubicBezTo>
                    <a:pt x="136648" y="72228"/>
                    <a:pt x="85908" y="114464"/>
                    <a:pt x="88695" y="197650"/>
                  </a:cubicBezTo>
                  <a:cubicBezTo>
                    <a:pt x="91196" y="272546"/>
                    <a:pt x="137148" y="318141"/>
                    <a:pt x="212616" y="315640"/>
                  </a:cubicBezTo>
                  <a:cubicBezTo>
                    <a:pt x="225194" y="315211"/>
                    <a:pt x="238343" y="313424"/>
                    <a:pt x="250421" y="310851"/>
                  </a:cubicBezTo>
                  <a:cubicBezTo>
                    <a:pt x="268716" y="306921"/>
                    <a:pt x="286654" y="318570"/>
                    <a:pt x="290799" y="336793"/>
                  </a:cubicBezTo>
                  <a:lnTo>
                    <a:pt x="290799" y="336793"/>
                  </a:lnTo>
                  <a:close/>
                </a:path>
              </a:pathLst>
            </a:custGeom>
            <a:solidFill>
              <a:srgbClr val="F7CC7F"/>
            </a:solidFill>
            <a:ln w="71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" descr="46140bc6-a279-4370-ab60-e31889b70e6c"/>
          <p:cNvSpPr>
            <a:spLocks noGrp="1"/>
          </p:cNvSpPr>
          <p:nvPr>
            <p:ph type="title" hasCustomPrompt="1"/>
          </p:nvPr>
        </p:nvSpPr>
        <p:spPr>
          <a:xfrm>
            <a:off x="6154374" y="1813781"/>
            <a:ext cx="5364526" cy="1960051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4000"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25" name="" descr="518cc0cc-7761-443f-82a9-ab53c28bf8e3"/>
          <p:cNvSpPr>
            <a:spLocks noGrp="1"/>
          </p:cNvSpPr>
          <p:nvPr>
            <p:ph type="body" sz="quarter" idx="1" hasCustomPrompt="1"/>
          </p:nvPr>
        </p:nvSpPr>
        <p:spPr>
          <a:xfrm>
            <a:off x="6154374" y="3785684"/>
            <a:ext cx="5364526" cy="163801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</p:txBody>
      </p:sp>
      <p:sp>
        <p:nvSpPr>
          <p:cNvPr id="4" name="" descr="6e44f3fd-0979-4e5a-af0b-c68597a068cb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2024/3/26</a:t>
            </a:fld>
            <a:endParaRPr lang="en-US" altLang="zh-CN"/>
          </a:p>
        </p:txBody>
      </p:sp>
      <p:sp>
        <p:nvSpPr>
          <p:cNvPr id="6" name="" descr="282ff41a-3b45-4e59-ae02-67c5966be60c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iSlide</a:t>
            </a:r>
            <a:endParaRPr lang="zh-CN" altLang="en-US"/>
          </a:p>
        </p:txBody>
      </p:sp>
      <p:sp>
        <p:nvSpPr>
          <p:cNvPr id="8" name="" descr="d2476f23-15f3-44c0-ade9-a05ead406da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8a583094-733d-4cd6-9fc3-66f25c3126e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" descr="0867f1d5-52e4-4840-9042-4ba48ea41c5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" descr="d9cd8f0d-01f5-4a7b-abad-d0d61496967c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" descr="c4706219-874d-494d-8ec7-c56972e7e69b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d902541b-6301-4b15-919c-09a99fb6010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" descr="d9635214-9864-4150-93f7-99e32a8e263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" descr="f5e35469-9771-4513-b00d-abc9717568b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Closing" preserve="1">
  <p:cSld name="Closing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6" name="" descr="48d9ca23-5a3f-41f2-950e-a12cfcb92ef7"/>
          <p:cNvGrpSpPr/>
          <p:nvPr/>
        </p:nvGrpSpPr>
        <p:grpSpPr>
          <a:xfrm>
            <a:off x="226374" y="478438"/>
            <a:ext cx="11852460" cy="6379819"/>
            <a:chOff x="226374" y="478438"/>
            <a:chExt cx="11852460" cy="6379819"/>
          </a:xfrm>
        </p:grpSpPr>
        <p:grpSp>
          <p:nvGrpSpPr>
            <p:cNvPr id="8" name="" descr="213a9dd7-5c8a-48d3-96ab-924b595e3d98"/>
            <p:cNvGrpSpPr/>
            <p:nvPr/>
          </p:nvGrpSpPr>
          <p:grpSpPr>
            <a:xfrm>
              <a:off x="5065242" y="584958"/>
              <a:ext cx="7013592" cy="6273299"/>
              <a:chOff x="1177012" y="-1235829"/>
              <a:chExt cx="9049247" cy="8094087"/>
            </a:xfrm>
          </p:grpSpPr>
          <p:grpSp>
            <p:nvGrpSpPr>
              <p:cNvPr id="14" name="" descr="7f0bb8da-24d5-42df-b08c-7f222fb0af1a"/>
              <p:cNvGrpSpPr/>
              <p:nvPr/>
            </p:nvGrpSpPr>
            <p:grpSpPr>
              <a:xfrm>
                <a:off x="1177012" y="4398380"/>
                <a:ext cx="820013" cy="738607"/>
                <a:chOff x="1177012" y="4398380"/>
                <a:chExt cx="820013" cy="738607"/>
              </a:xfrm>
            </p:grpSpPr>
            <p:sp>
              <p:nvSpPr>
                <p:cNvPr id="174" name="" descr="6d6d3076-6c64-4ede-a08b-d665cf86aa3d"/>
                <p:cNvSpPr/>
                <p:nvPr/>
              </p:nvSpPr>
              <p:spPr>
                <a:xfrm rot="-784392">
                  <a:off x="1319905" y="4460018"/>
                  <a:ext cx="615503" cy="615331"/>
                </a:xfrm>
                <a:custGeom>
                  <a:gdLst>
                    <a:gd name="connsiteX0" fmla="*/ 615504 w 615503"/>
                    <a:gd name="connsiteY0" fmla="*/ 307665 h 615331"/>
                    <a:gd name="connsiteX1" fmla="*/ 307752 w 615503"/>
                    <a:gd name="connsiteY1" fmla="*/ 615331 h 615331"/>
                    <a:gd name="connsiteX2" fmla="*/ 0 w 615503"/>
                    <a:gd name="connsiteY2" fmla="*/ 307665 h 615331"/>
                    <a:gd name="connsiteX3" fmla="*/ 307752 w 615503"/>
                    <a:gd name="connsiteY3" fmla="*/ 0 h 615331"/>
                    <a:gd name="connsiteX4" fmla="*/ 615504 w 615503"/>
                    <a:gd name="connsiteY4" fmla="*/ 307665 h 61533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5503" h="615331">
                      <a:moveTo>
                        <a:pt x="615504" y="307665"/>
                      </a:moveTo>
                      <a:cubicBezTo>
                        <a:pt x="615504" y="477584"/>
                        <a:pt x="477719" y="615331"/>
                        <a:pt x="307752" y="615331"/>
                      </a:cubicBezTo>
                      <a:cubicBezTo>
                        <a:pt x="137785" y="615331"/>
                        <a:pt x="0" y="477584"/>
                        <a:pt x="0" y="307665"/>
                      </a:cubicBezTo>
                      <a:cubicBezTo>
                        <a:pt x="0" y="137747"/>
                        <a:pt x="137785" y="0"/>
                        <a:pt x="307752" y="0"/>
                      </a:cubicBezTo>
                      <a:cubicBezTo>
                        <a:pt x="477719" y="0"/>
                        <a:pt x="615504" y="137747"/>
                        <a:pt x="615504" y="307665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5" name="" descr="6ecde4f9-dd5f-4c74-a67c-a1a4486d8a0b"/>
                <p:cNvSpPr/>
                <p:nvPr/>
              </p:nvSpPr>
              <p:spPr>
                <a:xfrm>
                  <a:off x="1328209" y="4467879"/>
                  <a:ext cx="599278" cy="599278"/>
                </a:xfrm>
                <a:custGeom>
                  <a:gdLst>
                    <a:gd name="connsiteX0" fmla="*/ 554007 w 599278"/>
                    <a:gd name="connsiteY0" fmla="*/ 458133 h 599278"/>
                    <a:gd name="connsiteX1" fmla="*/ 141145 w 599278"/>
                    <a:gd name="connsiteY1" fmla="*/ 554007 h 599278"/>
                    <a:gd name="connsiteX2" fmla="*/ 45272 w 599278"/>
                    <a:gd name="connsiteY2" fmla="*/ 141145 h 599278"/>
                    <a:gd name="connsiteX3" fmla="*/ 458134 w 599278"/>
                    <a:gd name="connsiteY3" fmla="*/ 45272 h 599278"/>
                    <a:gd name="connsiteX4" fmla="*/ 554007 w 599278"/>
                    <a:gd name="connsiteY4" fmla="*/ 458133 h 599278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9278" h="599278">
                      <a:moveTo>
                        <a:pt x="554007" y="458133"/>
                      </a:moveTo>
                      <a:cubicBezTo>
                        <a:pt x="466598" y="598403"/>
                        <a:pt x="281415" y="641416"/>
                        <a:pt x="141145" y="554007"/>
                      </a:cubicBezTo>
                      <a:cubicBezTo>
                        <a:pt x="876" y="466598"/>
                        <a:pt x="-42138" y="281415"/>
                        <a:pt x="45272" y="141145"/>
                      </a:cubicBezTo>
                      <a:cubicBezTo>
                        <a:pt x="132681" y="876"/>
                        <a:pt x="317864" y="-42138"/>
                        <a:pt x="458134" y="45272"/>
                      </a:cubicBezTo>
                      <a:cubicBezTo>
                        <a:pt x="598403" y="132681"/>
                        <a:pt x="641417" y="317864"/>
                        <a:pt x="554007" y="458133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6" name="" descr="e718dd5e-9a08-46a8-ae4c-f9e76bd8700e"/>
                <p:cNvSpPr/>
                <p:nvPr/>
              </p:nvSpPr>
              <p:spPr>
                <a:xfrm>
                  <a:off x="1384401" y="4523554"/>
                  <a:ext cx="489484" cy="489484"/>
                </a:xfrm>
                <a:custGeom>
                  <a:gdLst>
                    <a:gd name="connsiteX0" fmla="*/ 374129 w 489484"/>
                    <a:gd name="connsiteY0" fmla="*/ 37016 h 489484"/>
                    <a:gd name="connsiteX1" fmla="*/ 452469 w 489484"/>
                    <a:gd name="connsiteY1" fmla="*/ 374129 h 489484"/>
                    <a:gd name="connsiteX2" fmla="*/ 115356 w 489484"/>
                    <a:gd name="connsiteY2" fmla="*/ 452469 h 489484"/>
                    <a:gd name="connsiteX3" fmla="*/ 37016 w 489484"/>
                    <a:gd name="connsiteY3" fmla="*/ 115356 h 489484"/>
                    <a:gd name="connsiteX4" fmla="*/ 374129 w 489484"/>
                    <a:gd name="connsiteY4" fmla="*/ 37016 h 48948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9484" h="489484">
                      <a:moveTo>
                        <a:pt x="374129" y="37016"/>
                      </a:moveTo>
                      <a:cubicBezTo>
                        <a:pt x="488832" y="108532"/>
                        <a:pt x="523899" y="259426"/>
                        <a:pt x="452469" y="374129"/>
                      </a:cubicBezTo>
                      <a:cubicBezTo>
                        <a:pt x="381039" y="488832"/>
                        <a:pt x="230059" y="523899"/>
                        <a:pt x="115356" y="452469"/>
                      </a:cubicBezTo>
                      <a:cubicBezTo>
                        <a:pt x="653" y="380953"/>
                        <a:pt x="-34414" y="230059"/>
                        <a:pt x="37016" y="115356"/>
                      </a:cubicBezTo>
                      <a:cubicBezTo>
                        <a:pt x="108446" y="653"/>
                        <a:pt x="259339" y="-34414"/>
                        <a:pt x="374129" y="3701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7" name="" descr="f3696769-dbd3-4507-beed-ebe0e1baeca3"/>
                <p:cNvSpPr/>
                <p:nvPr/>
              </p:nvSpPr>
              <p:spPr>
                <a:xfrm rot="-4917153">
                  <a:off x="1396194" y="4535673"/>
                  <a:ext cx="464016" cy="464016"/>
                </a:xfrm>
                <a:custGeom>
                  <a:gdLst>
                    <a:gd name="connsiteX0" fmla="*/ 464017 w 464016"/>
                    <a:gd name="connsiteY0" fmla="*/ 232008 h 464016"/>
                    <a:gd name="connsiteX1" fmla="*/ 232008 w 464016"/>
                    <a:gd name="connsiteY1" fmla="*/ 464017 h 464016"/>
                    <a:gd name="connsiteX2" fmla="*/ 0 w 464016"/>
                    <a:gd name="connsiteY2" fmla="*/ 232008 h 464016"/>
                    <a:gd name="connsiteX3" fmla="*/ 232008 w 464016"/>
                    <a:gd name="connsiteY3" fmla="*/ 0 h 464016"/>
                    <a:gd name="connsiteX4" fmla="*/ 464017 w 464016"/>
                    <a:gd name="connsiteY4" fmla="*/ 232008 h 464016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4016" h="464016">
                      <a:moveTo>
                        <a:pt x="464017" y="232008"/>
                      </a:moveTo>
                      <a:cubicBezTo>
                        <a:pt x="464017" y="360143"/>
                        <a:pt x="360143" y="464017"/>
                        <a:pt x="232008" y="464017"/>
                      </a:cubicBezTo>
                      <a:cubicBezTo>
                        <a:pt x="103874" y="464017"/>
                        <a:pt x="0" y="360143"/>
                        <a:pt x="0" y="232008"/>
                      </a:cubicBezTo>
                      <a:cubicBezTo>
                        <a:pt x="0" y="103874"/>
                        <a:pt x="103874" y="0"/>
                        <a:pt x="232008" y="0"/>
                      </a:cubicBezTo>
                      <a:cubicBezTo>
                        <a:pt x="360143" y="0"/>
                        <a:pt x="464017" y="103874"/>
                        <a:pt x="464017" y="2320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78" name="" descr="eaa08e31-51de-40b3-a325-23dad4f2b02f"/>
                <p:cNvGrpSpPr/>
                <p:nvPr/>
              </p:nvGrpSpPr>
              <p:grpSpPr>
                <a:xfrm>
                  <a:off x="1409957" y="4549628"/>
                  <a:ext cx="436040" cy="435953"/>
                  <a:chOff x="1409957" y="4549628"/>
                  <a:chExt cx="436040" cy="435953"/>
                </a:xfrm>
                <a:solidFill>
                  <a:srgbClr val="F7CC7F"/>
                </a:solidFill>
              </p:grpSpPr>
              <p:sp>
                <p:nvSpPr>
                  <p:cNvPr id="190" name="" descr="68bb2a29-8851-4347-836b-c6212c6eb9b9"/>
                  <p:cNvSpPr/>
                  <p:nvPr/>
                </p:nvSpPr>
                <p:spPr>
                  <a:xfrm>
                    <a:off x="1487520" y="4925647"/>
                    <a:ext cx="46671" cy="59934"/>
                  </a:xfrm>
                  <a:custGeom>
                    <a:gdLst>
                      <a:gd name="connsiteX0" fmla="*/ 23811 w 46671"/>
                      <a:gd name="connsiteY0" fmla="*/ 5807 h 59934"/>
                      <a:gd name="connsiteX1" fmla="*/ 1872 w 46671"/>
                      <a:gd name="connsiteY1" fmla="*/ 41047 h 59934"/>
                      <a:gd name="connsiteX2" fmla="*/ 5845 w 46671"/>
                      <a:gd name="connsiteY2" fmla="*/ 58063 h 59934"/>
                      <a:gd name="connsiteX3" fmla="*/ 22861 w 46671"/>
                      <a:gd name="connsiteY3" fmla="*/ 54089 h 59934"/>
                      <a:gd name="connsiteX4" fmla="*/ 44800 w 46671"/>
                      <a:gd name="connsiteY4" fmla="*/ 18849 h 59934"/>
                      <a:gd name="connsiteX5" fmla="*/ 40826 w 46671"/>
                      <a:gd name="connsiteY5" fmla="*/ 1834 h 59934"/>
                      <a:gd name="connsiteX6" fmla="*/ 23811 w 46671"/>
                      <a:gd name="connsiteY6" fmla="*/ 5807 h 5993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6671" h="59934">
                        <a:moveTo>
                          <a:pt x="23811" y="5807"/>
                        </a:moveTo>
                        <a:lnTo>
                          <a:pt x="1872" y="41047"/>
                        </a:lnTo>
                        <a:cubicBezTo>
                          <a:pt x="-1755" y="46834"/>
                          <a:pt x="58" y="54521"/>
                          <a:pt x="5845" y="58063"/>
                        </a:cubicBezTo>
                        <a:cubicBezTo>
                          <a:pt x="11632" y="61690"/>
                          <a:pt x="19320" y="59877"/>
                          <a:pt x="22861" y="54089"/>
                        </a:cubicBezTo>
                        <a:lnTo>
                          <a:pt x="44800" y="18849"/>
                        </a:lnTo>
                        <a:cubicBezTo>
                          <a:pt x="48427" y="13062"/>
                          <a:pt x="46613" y="5375"/>
                          <a:pt x="40826" y="1834"/>
                        </a:cubicBezTo>
                        <a:cubicBezTo>
                          <a:pt x="35039" y="-1707"/>
                          <a:pt x="27439" y="20"/>
                          <a:pt x="23811" y="5807"/>
                        </a:cubicBez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1" name="" descr="5079d3ef-f102-4479-889f-404ed4ae2665"/>
                  <p:cNvSpPr/>
                  <p:nvPr/>
                </p:nvSpPr>
                <p:spPr>
                  <a:xfrm>
                    <a:off x="1786025" y="4861434"/>
                    <a:ext cx="59973" cy="46671"/>
                  </a:xfrm>
                  <a:custGeom>
                    <a:gdLst>
                      <a:gd name="connsiteX0" fmla="*/ 1872 w 59973"/>
                      <a:gd name="connsiteY0" fmla="*/ 5846 h 46671"/>
                      <a:gd name="connsiteX1" fmla="*/ 5845 w 59973"/>
                      <a:gd name="connsiteY1" fmla="*/ 22861 h 46671"/>
                      <a:gd name="connsiteX2" fmla="*/ 41085 w 59973"/>
                      <a:gd name="connsiteY2" fmla="*/ 44800 h 46671"/>
                      <a:gd name="connsiteX3" fmla="*/ 58101 w 59973"/>
                      <a:gd name="connsiteY3" fmla="*/ 40826 h 46671"/>
                      <a:gd name="connsiteX4" fmla="*/ 54128 w 59973"/>
                      <a:gd name="connsiteY4" fmla="*/ 23811 h 46671"/>
                      <a:gd name="connsiteX5" fmla="*/ 18888 w 59973"/>
                      <a:gd name="connsiteY5" fmla="*/ 1872 h 46671"/>
                      <a:gd name="connsiteX6" fmla="*/ 1872 w 59973"/>
                      <a:gd name="connsiteY6" fmla="*/ 5846 h 4667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9973" h="46671">
                        <a:moveTo>
                          <a:pt x="1872" y="5846"/>
                        </a:moveTo>
                        <a:cubicBezTo>
                          <a:pt x="-1755" y="11632"/>
                          <a:pt x="58" y="19320"/>
                          <a:pt x="5845" y="22861"/>
                        </a:cubicBezTo>
                        <a:lnTo>
                          <a:pt x="41085" y="44800"/>
                        </a:lnTo>
                        <a:cubicBezTo>
                          <a:pt x="46872" y="48427"/>
                          <a:pt x="54560" y="46613"/>
                          <a:pt x="58101" y="40826"/>
                        </a:cubicBezTo>
                        <a:cubicBezTo>
                          <a:pt x="61729" y="35040"/>
                          <a:pt x="59915" y="27352"/>
                          <a:pt x="54128" y="23811"/>
                        </a:cubicBezTo>
                        <a:lnTo>
                          <a:pt x="18888" y="1872"/>
                        </a:lnTo>
                        <a:cubicBezTo>
                          <a:pt x="13101" y="-1755"/>
                          <a:pt x="5500" y="58"/>
                          <a:pt x="1872" y="5846"/>
                        </a:cubicBez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2" name="" descr="4367594c-7a80-4f06-b928-f2ce2c6ac608"/>
                  <p:cNvSpPr/>
                  <p:nvPr/>
                </p:nvSpPr>
                <p:spPr>
                  <a:xfrm>
                    <a:off x="1721850" y="4549628"/>
                    <a:ext cx="46671" cy="59973"/>
                  </a:xfrm>
                  <a:custGeom>
                    <a:gdLst>
                      <a:gd name="connsiteX0" fmla="*/ 23811 w 46671"/>
                      <a:gd name="connsiteY0" fmla="*/ 5845 h 59973"/>
                      <a:gd name="connsiteX1" fmla="*/ 1872 w 46671"/>
                      <a:gd name="connsiteY1" fmla="*/ 41086 h 59973"/>
                      <a:gd name="connsiteX2" fmla="*/ 5845 w 46671"/>
                      <a:gd name="connsiteY2" fmla="*/ 58101 h 59973"/>
                      <a:gd name="connsiteX3" fmla="*/ 22861 w 46671"/>
                      <a:gd name="connsiteY3" fmla="*/ 54128 h 59973"/>
                      <a:gd name="connsiteX4" fmla="*/ 44800 w 46671"/>
                      <a:gd name="connsiteY4" fmla="*/ 18888 h 59973"/>
                      <a:gd name="connsiteX5" fmla="*/ 40826 w 46671"/>
                      <a:gd name="connsiteY5" fmla="*/ 1872 h 59973"/>
                      <a:gd name="connsiteX6" fmla="*/ 23811 w 46671"/>
                      <a:gd name="connsiteY6" fmla="*/ 5845 h 5997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6671" h="59973">
                        <a:moveTo>
                          <a:pt x="23811" y="5845"/>
                        </a:moveTo>
                        <a:lnTo>
                          <a:pt x="1872" y="41086"/>
                        </a:lnTo>
                        <a:cubicBezTo>
                          <a:pt x="-1755" y="46872"/>
                          <a:pt x="58" y="54560"/>
                          <a:pt x="5845" y="58101"/>
                        </a:cubicBezTo>
                        <a:cubicBezTo>
                          <a:pt x="11632" y="61729"/>
                          <a:pt x="19320" y="59915"/>
                          <a:pt x="22861" y="54128"/>
                        </a:cubicBezTo>
                        <a:lnTo>
                          <a:pt x="44800" y="18888"/>
                        </a:lnTo>
                        <a:cubicBezTo>
                          <a:pt x="48427" y="13101"/>
                          <a:pt x="46613" y="5414"/>
                          <a:pt x="40826" y="1872"/>
                        </a:cubicBezTo>
                        <a:cubicBezTo>
                          <a:pt x="35039" y="-1756"/>
                          <a:pt x="27352" y="58"/>
                          <a:pt x="23811" y="5845"/>
                        </a:cubicBez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3" name="" descr="b9f8cb53-535b-45c1-90e5-4ab59a5b72c2"/>
                  <p:cNvSpPr/>
                  <p:nvPr/>
                </p:nvSpPr>
                <p:spPr>
                  <a:xfrm>
                    <a:off x="1409957" y="4627143"/>
                    <a:ext cx="59973" cy="46633"/>
                  </a:xfrm>
                  <a:custGeom>
                    <a:gdLst>
                      <a:gd name="connsiteX0" fmla="*/ 1872 w 59973"/>
                      <a:gd name="connsiteY0" fmla="*/ 5807 h 46633"/>
                      <a:gd name="connsiteX1" fmla="*/ 5845 w 59973"/>
                      <a:gd name="connsiteY1" fmla="*/ 22822 h 46633"/>
                      <a:gd name="connsiteX2" fmla="*/ 41085 w 59973"/>
                      <a:gd name="connsiteY2" fmla="*/ 44761 h 46633"/>
                      <a:gd name="connsiteX3" fmla="*/ 58101 w 59973"/>
                      <a:gd name="connsiteY3" fmla="*/ 40788 h 46633"/>
                      <a:gd name="connsiteX4" fmla="*/ 54128 w 59973"/>
                      <a:gd name="connsiteY4" fmla="*/ 23772 h 46633"/>
                      <a:gd name="connsiteX5" fmla="*/ 18888 w 59973"/>
                      <a:gd name="connsiteY5" fmla="*/ 1834 h 46633"/>
                      <a:gd name="connsiteX6" fmla="*/ 1872 w 59973"/>
                      <a:gd name="connsiteY6" fmla="*/ 5807 h 4663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9973" h="46633">
                        <a:moveTo>
                          <a:pt x="1872" y="5807"/>
                        </a:moveTo>
                        <a:cubicBezTo>
                          <a:pt x="-1755" y="11594"/>
                          <a:pt x="58" y="19281"/>
                          <a:pt x="5845" y="22822"/>
                        </a:cubicBezTo>
                        <a:lnTo>
                          <a:pt x="41085" y="44761"/>
                        </a:lnTo>
                        <a:cubicBezTo>
                          <a:pt x="46872" y="48389"/>
                          <a:pt x="54560" y="46575"/>
                          <a:pt x="58101" y="40788"/>
                        </a:cubicBezTo>
                        <a:cubicBezTo>
                          <a:pt x="61729" y="35001"/>
                          <a:pt x="59915" y="27314"/>
                          <a:pt x="54128" y="23772"/>
                        </a:cubicBezTo>
                        <a:lnTo>
                          <a:pt x="18888" y="1834"/>
                        </a:lnTo>
                        <a:cubicBezTo>
                          <a:pt x="13187" y="-1707"/>
                          <a:pt x="5500" y="20"/>
                          <a:pt x="1872" y="5807"/>
                        </a:cubicBez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79" name="" descr="648d1eef-342f-4396-804d-b937d5fdd419"/>
                <p:cNvSpPr/>
                <p:nvPr/>
              </p:nvSpPr>
              <p:spPr>
                <a:xfrm>
                  <a:off x="1395498" y="4416579"/>
                  <a:ext cx="87529" cy="85091"/>
                </a:xfrm>
                <a:custGeom>
                  <a:gdLst>
                    <a:gd name="connsiteX0" fmla="*/ 26351 w 87529"/>
                    <a:gd name="connsiteY0" fmla="*/ 81629 h 85091"/>
                    <a:gd name="connsiteX1" fmla="*/ 1043 w 87529"/>
                    <a:gd name="connsiteY1" fmla="*/ 39997 h 85091"/>
                    <a:gd name="connsiteX2" fmla="*/ 3462 w 87529"/>
                    <a:gd name="connsiteY2" fmla="*/ 30065 h 85091"/>
                    <a:gd name="connsiteX3" fmla="*/ 51226 w 87529"/>
                    <a:gd name="connsiteY3" fmla="*/ 1043 h 85091"/>
                    <a:gd name="connsiteX4" fmla="*/ 61159 w 87529"/>
                    <a:gd name="connsiteY4" fmla="*/ 3462 h 85091"/>
                    <a:gd name="connsiteX5" fmla="*/ 86466 w 87529"/>
                    <a:gd name="connsiteY5" fmla="*/ 45094 h 85091"/>
                    <a:gd name="connsiteX6" fmla="*/ 84048 w 87529"/>
                    <a:gd name="connsiteY6" fmla="*/ 55027 h 85091"/>
                    <a:gd name="connsiteX7" fmla="*/ 36370 w 87529"/>
                    <a:gd name="connsiteY7" fmla="*/ 84048 h 85091"/>
                    <a:gd name="connsiteX8" fmla="*/ 26351 w 87529"/>
                    <a:gd name="connsiteY8" fmla="*/ 81629 h 8509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7529" h="85091">
                      <a:moveTo>
                        <a:pt x="26351" y="81629"/>
                      </a:moveTo>
                      <a:lnTo>
                        <a:pt x="1043" y="39997"/>
                      </a:lnTo>
                      <a:cubicBezTo>
                        <a:pt x="-1029" y="36543"/>
                        <a:pt x="93" y="32138"/>
                        <a:pt x="3462" y="30065"/>
                      </a:cubicBezTo>
                      <a:lnTo>
                        <a:pt x="51226" y="1043"/>
                      </a:lnTo>
                      <a:cubicBezTo>
                        <a:pt x="54681" y="-1029"/>
                        <a:pt x="59086" y="93"/>
                        <a:pt x="61159" y="3462"/>
                      </a:cubicBezTo>
                      <a:lnTo>
                        <a:pt x="86466" y="45094"/>
                      </a:lnTo>
                      <a:cubicBezTo>
                        <a:pt x="88539" y="48549"/>
                        <a:pt x="87503" y="52953"/>
                        <a:pt x="84048" y="55027"/>
                      </a:cubicBezTo>
                      <a:lnTo>
                        <a:pt x="36370" y="84048"/>
                      </a:lnTo>
                      <a:cubicBezTo>
                        <a:pt x="32829" y="86121"/>
                        <a:pt x="28424" y="84998"/>
                        <a:pt x="26351" y="81629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0" name="" descr="009ca987-a097-4a29-9816-af20808117a6"/>
                <p:cNvSpPr/>
                <p:nvPr/>
              </p:nvSpPr>
              <p:spPr>
                <a:xfrm>
                  <a:off x="1236465" y="4694852"/>
                  <a:ext cx="68030" cy="74508"/>
                </a:xfrm>
                <a:custGeom>
                  <a:gdLst>
                    <a:gd name="connsiteX0" fmla="*/ 61439 w 68030"/>
                    <a:gd name="connsiteY0" fmla="*/ 4433 h 74508"/>
                    <a:gd name="connsiteX1" fmla="*/ 12897 w 68030"/>
                    <a:gd name="connsiteY1" fmla="*/ 28 h 74508"/>
                    <a:gd name="connsiteX2" fmla="*/ 5037 w 68030"/>
                    <a:gd name="connsiteY2" fmla="*/ 6592 h 74508"/>
                    <a:gd name="connsiteX3" fmla="*/ 28 w 68030"/>
                    <a:gd name="connsiteY3" fmla="*/ 62216 h 74508"/>
                    <a:gd name="connsiteX4" fmla="*/ 6592 w 68030"/>
                    <a:gd name="connsiteY4" fmla="*/ 70076 h 74508"/>
                    <a:gd name="connsiteX5" fmla="*/ 55133 w 68030"/>
                    <a:gd name="connsiteY5" fmla="*/ 74481 h 74508"/>
                    <a:gd name="connsiteX6" fmla="*/ 62993 w 68030"/>
                    <a:gd name="connsiteY6" fmla="*/ 67916 h 74508"/>
                    <a:gd name="connsiteX7" fmla="*/ 68003 w 68030"/>
                    <a:gd name="connsiteY7" fmla="*/ 12292 h 74508"/>
                    <a:gd name="connsiteX8" fmla="*/ 61439 w 68030"/>
                    <a:gd name="connsiteY8" fmla="*/ 4433 h 74508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8030" h="74508">
                      <a:moveTo>
                        <a:pt x="61439" y="4433"/>
                      </a:moveTo>
                      <a:lnTo>
                        <a:pt x="12897" y="28"/>
                      </a:lnTo>
                      <a:cubicBezTo>
                        <a:pt x="8924" y="-318"/>
                        <a:pt x="5383" y="2619"/>
                        <a:pt x="5037" y="6592"/>
                      </a:cubicBezTo>
                      <a:lnTo>
                        <a:pt x="28" y="62216"/>
                      </a:lnTo>
                      <a:cubicBezTo>
                        <a:pt x="-318" y="66189"/>
                        <a:pt x="2619" y="69730"/>
                        <a:pt x="6592" y="70076"/>
                      </a:cubicBezTo>
                      <a:lnTo>
                        <a:pt x="55133" y="74481"/>
                      </a:lnTo>
                      <a:cubicBezTo>
                        <a:pt x="59107" y="74826"/>
                        <a:pt x="62648" y="71890"/>
                        <a:pt x="62993" y="67916"/>
                      </a:cubicBezTo>
                      <a:lnTo>
                        <a:pt x="68003" y="12292"/>
                      </a:lnTo>
                      <a:cubicBezTo>
                        <a:pt x="68348" y="8320"/>
                        <a:pt x="65412" y="4864"/>
                        <a:pt x="61439" y="4433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81" name="" descr="53350f53-1ab8-4411-ab73-81205cc75f7b"/>
                <p:cNvGrpSpPr/>
                <p:nvPr/>
              </p:nvGrpSpPr>
              <p:grpSpPr>
                <a:xfrm>
                  <a:off x="1177012" y="4444947"/>
                  <a:ext cx="198454" cy="190440"/>
                  <a:chOff x="1177012" y="4444947"/>
                  <a:chExt cx="198454" cy="190440"/>
                </a:xfrm>
                <a:solidFill>
                  <a:srgbClr val="F7CC7F"/>
                </a:solidFill>
              </p:grpSpPr>
              <p:sp>
                <p:nvSpPr>
                  <p:cNvPr id="187" name="" descr="53bd6520-d3a8-4088-ad5b-9f1363ea1a84"/>
                  <p:cNvSpPr/>
                  <p:nvPr/>
                </p:nvSpPr>
                <p:spPr>
                  <a:xfrm>
                    <a:off x="1257793" y="4509834"/>
                    <a:ext cx="81691" cy="93351"/>
                  </a:xfrm>
                  <a:custGeom>
                    <a:gdLst>
                      <a:gd name="connsiteX0" fmla="*/ 42789 w 81691"/>
                      <a:gd name="connsiteY0" fmla="*/ 90035 h 93351"/>
                      <a:gd name="connsiteX1" fmla="*/ 33115 w 81691"/>
                      <a:gd name="connsiteY1" fmla="*/ 92281 h 93351"/>
                      <a:gd name="connsiteX2" fmla="*/ 3317 w 81691"/>
                      <a:gd name="connsiteY2" fmla="*/ 73710 h 93351"/>
                      <a:gd name="connsiteX3" fmla="*/ 1071 w 81691"/>
                      <a:gd name="connsiteY3" fmla="*/ 64036 h 93351"/>
                      <a:gd name="connsiteX4" fmla="*/ 38902 w 81691"/>
                      <a:gd name="connsiteY4" fmla="*/ 3317 h 93351"/>
                      <a:gd name="connsiteX5" fmla="*/ 48576 w 81691"/>
                      <a:gd name="connsiteY5" fmla="*/ 1071 h 93351"/>
                      <a:gd name="connsiteX6" fmla="*/ 78375 w 81691"/>
                      <a:gd name="connsiteY6" fmla="*/ 19641 h 93351"/>
                      <a:gd name="connsiteX7" fmla="*/ 80620 w 81691"/>
                      <a:gd name="connsiteY7" fmla="*/ 29315 h 93351"/>
                      <a:gd name="connsiteX8" fmla="*/ 42789 w 81691"/>
                      <a:gd name="connsiteY8" fmla="*/ 90035 h 933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81691" h="93351">
                        <a:moveTo>
                          <a:pt x="42789" y="90035"/>
                        </a:moveTo>
                        <a:cubicBezTo>
                          <a:pt x="40716" y="93317"/>
                          <a:pt x="36397" y="94353"/>
                          <a:pt x="33115" y="92281"/>
                        </a:cubicBezTo>
                        <a:lnTo>
                          <a:pt x="3317" y="73710"/>
                        </a:lnTo>
                        <a:cubicBezTo>
                          <a:pt x="34" y="71637"/>
                          <a:pt x="-1002" y="67319"/>
                          <a:pt x="1071" y="64036"/>
                        </a:cubicBezTo>
                        <a:lnTo>
                          <a:pt x="38902" y="3317"/>
                        </a:lnTo>
                        <a:cubicBezTo>
                          <a:pt x="40975" y="34"/>
                          <a:pt x="45294" y="-1002"/>
                          <a:pt x="48576" y="1071"/>
                        </a:cubicBezTo>
                        <a:lnTo>
                          <a:pt x="78375" y="19641"/>
                        </a:lnTo>
                        <a:cubicBezTo>
                          <a:pt x="81657" y="21714"/>
                          <a:pt x="82693" y="26033"/>
                          <a:pt x="80620" y="29315"/>
                        </a:cubicBezTo>
                        <a:lnTo>
                          <a:pt x="42789" y="90035"/>
                        </a:ln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8" name="" descr="1e2183ab-580d-4297-9aab-4108d336ff12"/>
                  <p:cNvSpPr/>
                  <p:nvPr/>
                </p:nvSpPr>
                <p:spPr>
                  <a:xfrm>
                    <a:off x="1177012" y="4444947"/>
                    <a:ext cx="190479" cy="190440"/>
                  </a:xfrm>
                  <a:custGeom>
                    <a:gdLst>
                      <a:gd name="connsiteX0" fmla="*/ 144471 w 190479"/>
                      <a:gd name="connsiteY0" fmla="*/ 154404 h 190440"/>
                      <a:gd name="connsiteX1" fmla="*/ 54557 w 190479"/>
                      <a:gd name="connsiteY1" fmla="*/ 160537 h 190440"/>
                      <a:gd name="connsiteX2" fmla="*/ 29941 w 190479"/>
                      <a:gd name="connsiteY2" fmla="*/ 54471 h 190440"/>
                      <a:gd name="connsiteX3" fmla="*/ 136007 w 190479"/>
                      <a:gd name="connsiteY3" fmla="*/ 29855 h 190440"/>
                      <a:gd name="connsiteX4" fmla="*/ 170124 w 190479"/>
                      <a:gd name="connsiteY4" fmla="*/ 113291 h 190440"/>
                      <a:gd name="connsiteX5" fmla="*/ 186276 w 190479"/>
                      <a:gd name="connsiteY5" fmla="*/ 123310 h 190440"/>
                      <a:gd name="connsiteX6" fmla="*/ 145594 w 190479"/>
                      <a:gd name="connsiteY6" fmla="*/ 14394 h 190440"/>
                      <a:gd name="connsiteX7" fmla="*/ 14394 w 190479"/>
                      <a:gd name="connsiteY7" fmla="*/ 44884 h 190440"/>
                      <a:gd name="connsiteX8" fmla="*/ 44884 w 190479"/>
                      <a:gd name="connsiteY8" fmla="*/ 176084 h 190440"/>
                      <a:gd name="connsiteX9" fmla="*/ 160537 w 190479"/>
                      <a:gd name="connsiteY9" fmla="*/ 164510 h 190440"/>
                      <a:gd name="connsiteX10" fmla="*/ 144471 w 190479"/>
                      <a:gd name="connsiteY10" fmla="*/ 154404 h 19044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90479" h="190440">
                        <a:moveTo>
                          <a:pt x="144471" y="154404"/>
                        </a:moveTo>
                        <a:cubicBezTo>
                          <a:pt x="119682" y="175048"/>
                          <a:pt x="83492" y="178502"/>
                          <a:pt x="54557" y="160537"/>
                        </a:cubicBezTo>
                        <a:cubicBezTo>
                          <a:pt x="18453" y="138080"/>
                          <a:pt x="7398" y="90575"/>
                          <a:pt x="29941" y="54471"/>
                        </a:cubicBezTo>
                        <a:cubicBezTo>
                          <a:pt x="52398" y="18367"/>
                          <a:pt x="99903" y="7311"/>
                          <a:pt x="136007" y="29855"/>
                        </a:cubicBezTo>
                        <a:cubicBezTo>
                          <a:pt x="164942" y="47820"/>
                          <a:pt x="177725" y="81851"/>
                          <a:pt x="170124" y="113291"/>
                        </a:cubicBezTo>
                        <a:lnTo>
                          <a:pt x="186276" y="123310"/>
                        </a:lnTo>
                        <a:cubicBezTo>
                          <a:pt x="198714" y="82974"/>
                          <a:pt x="183080" y="37715"/>
                          <a:pt x="145594" y="14394"/>
                        </a:cubicBezTo>
                        <a:cubicBezTo>
                          <a:pt x="101026" y="-13418"/>
                          <a:pt x="42120" y="315"/>
                          <a:pt x="14394" y="44884"/>
                        </a:cubicBezTo>
                        <a:cubicBezTo>
                          <a:pt x="-13418" y="89452"/>
                          <a:pt x="315" y="148358"/>
                          <a:pt x="44884" y="176084"/>
                        </a:cubicBezTo>
                        <a:cubicBezTo>
                          <a:pt x="82369" y="199405"/>
                          <a:pt x="129874" y="193445"/>
                          <a:pt x="160537" y="164510"/>
                        </a:cubicBezTo>
                        <a:lnTo>
                          <a:pt x="144471" y="154404"/>
                        </a:ln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9" name="" descr="ff3f99f5-0902-4c31-8433-9a71bd7f6e88"/>
                  <p:cNvSpPr/>
                  <p:nvPr/>
                </p:nvSpPr>
                <p:spPr>
                  <a:xfrm>
                    <a:off x="1311637" y="4554265"/>
                    <a:ext cx="63829" cy="59942"/>
                  </a:xfrm>
                  <a:custGeom>
                    <a:gdLst>
                      <a:gd name="connsiteX0" fmla="*/ 49923 w 63829"/>
                      <a:gd name="connsiteY0" fmla="*/ 47332 h 59942"/>
                      <a:gd name="connsiteX1" fmla="*/ 63829 w 63829"/>
                      <a:gd name="connsiteY1" fmla="*/ 26775 h 59942"/>
                      <a:gd name="connsiteX2" fmla="*/ 20902 w 63829"/>
                      <a:gd name="connsiteY2" fmla="*/ 0 h 59942"/>
                      <a:gd name="connsiteX3" fmla="*/ 0 w 63829"/>
                      <a:gd name="connsiteY3" fmla="*/ 33512 h 59942"/>
                      <a:gd name="connsiteX4" fmla="*/ 42409 w 63829"/>
                      <a:gd name="connsiteY4" fmla="*/ 59942 h 59942"/>
                      <a:gd name="connsiteX5" fmla="*/ 49923 w 63829"/>
                      <a:gd name="connsiteY5" fmla="*/ 47332 h 5994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3829" h="59942">
                        <a:moveTo>
                          <a:pt x="49923" y="47332"/>
                        </a:moveTo>
                        <a:cubicBezTo>
                          <a:pt x="54328" y="40249"/>
                          <a:pt x="58993" y="33426"/>
                          <a:pt x="63829" y="26775"/>
                        </a:cubicBezTo>
                        <a:lnTo>
                          <a:pt x="20902" y="0"/>
                        </a:lnTo>
                        <a:lnTo>
                          <a:pt x="0" y="33512"/>
                        </a:lnTo>
                        <a:lnTo>
                          <a:pt x="42409" y="59942"/>
                        </a:lnTo>
                        <a:cubicBezTo>
                          <a:pt x="44741" y="55796"/>
                          <a:pt x="47246" y="51564"/>
                          <a:pt x="49923" y="47332"/>
                        </a:cubicBez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2" name="" descr="81009c5e-6f2f-4896-99f4-fff2fe2aadf8"/>
                <p:cNvGrpSpPr/>
                <p:nvPr/>
              </p:nvGrpSpPr>
              <p:grpSpPr>
                <a:xfrm>
                  <a:off x="1540612" y="4602892"/>
                  <a:ext cx="273283" cy="186927"/>
                  <a:chOff x="1540612" y="4602892"/>
                  <a:chExt cx="273283" cy="186927"/>
                </a:xfrm>
                <a:solidFill>
                  <a:srgbClr val="FAE0B2"/>
                </a:solidFill>
              </p:grpSpPr>
              <p:sp>
                <p:nvSpPr>
                  <p:cNvPr id="183" name="" descr="5d5bc70c-44b7-457d-8dd4-7223fb8700f4"/>
                  <p:cNvSpPr/>
                  <p:nvPr/>
                </p:nvSpPr>
                <p:spPr>
                  <a:xfrm>
                    <a:off x="1605181" y="4744700"/>
                    <a:ext cx="45140" cy="45119"/>
                  </a:xfrm>
                  <a:custGeom>
                    <a:gdLst>
                      <a:gd name="connsiteX0" fmla="*/ 34500 w 45140"/>
                      <a:gd name="connsiteY0" fmla="*/ 3385 h 45119"/>
                      <a:gd name="connsiteX1" fmla="*/ 41755 w 45140"/>
                      <a:gd name="connsiteY1" fmla="*/ 34479 h 45119"/>
                      <a:gd name="connsiteX2" fmla="*/ 10661 w 45140"/>
                      <a:gd name="connsiteY2" fmla="*/ 41734 h 45119"/>
                      <a:gd name="connsiteX3" fmla="*/ 3406 w 45140"/>
                      <a:gd name="connsiteY3" fmla="*/ 10640 h 45119"/>
                      <a:gd name="connsiteX4" fmla="*/ 34500 w 45140"/>
                      <a:gd name="connsiteY4" fmla="*/ 3385 h 4511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140" h="45119">
                        <a:moveTo>
                          <a:pt x="34500" y="3385"/>
                        </a:moveTo>
                        <a:cubicBezTo>
                          <a:pt x="45037" y="9949"/>
                          <a:pt x="48320" y="23856"/>
                          <a:pt x="41755" y="34479"/>
                        </a:cubicBezTo>
                        <a:cubicBezTo>
                          <a:pt x="35191" y="45016"/>
                          <a:pt x="21285" y="48299"/>
                          <a:pt x="10661" y="41734"/>
                        </a:cubicBezTo>
                        <a:cubicBezTo>
                          <a:pt x="37" y="35170"/>
                          <a:pt x="-3159" y="21264"/>
                          <a:pt x="3406" y="10640"/>
                        </a:cubicBezTo>
                        <a:cubicBezTo>
                          <a:pt x="9970" y="103"/>
                          <a:pt x="23876" y="-3179"/>
                          <a:pt x="34500" y="3385"/>
                        </a:cubicBezTo>
                        <a:close/>
                      </a:path>
                    </a:pathLst>
                  </a:custGeom>
                  <a:solidFill>
                    <a:srgbClr val="FAE0B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4" name="" descr="72b7c9e0-df1b-43b8-a75f-960c5830af68"/>
                  <p:cNvSpPr/>
                  <p:nvPr/>
                </p:nvSpPr>
                <p:spPr>
                  <a:xfrm>
                    <a:off x="1540612" y="4602892"/>
                    <a:ext cx="95301" cy="173382"/>
                  </a:xfrm>
                  <a:custGeom>
                    <a:gdLst>
                      <a:gd name="connsiteX0" fmla="*/ 0 w 95301"/>
                      <a:gd name="connsiteY0" fmla="*/ 0 h 173382"/>
                      <a:gd name="connsiteX1" fmla="*/ 94146 w 95301"/>
                      <a:gd name="connsiteY1" fmla="*/ 160567 h 173382"/>
                      <a:gd name="connsiteX2" fmla="*/ 91123 w 95301"/>
                      <a:gd name="connsiteY2" fmla="*/ 172227 h 173382"/>
                      <a:gd name="connsiteX3" fmla="*/ 79549 w 95301"/>
                      <a:gd name="connsiteY3" fmla="*/ 169205 h 173382"/>
                      <a:gd name="connsiteX4" fmla="*/ 0 w 95301"/>
                      <a:gd name="connsiteY4" fmla="*/ 0 h 17338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5301" h="173382">
                        <a:moveTo>
                          <a:pt x="0" y="0"/>
                        </a:moveTo>
                        <a:lnTo>
                          <a:pt x="94146" y="160567"/>
                        </a:lnTo>
                        <a:cubicBezTo>
                          <a:pt x="96478" y="164627"/>
                          <a:pt x="95183" y="169809"/>
                          <a:pt x="91123" y="172227"/>
                        </a:cubicBezTo>
                        <a:cubicBezTo>
                          <a:pt x="87064" y="174560"/>
                          <a:pt x="81881" y="173264"/>
                          <a:pt x="79549" y="169205"/>
                        </a:cubicBezTo>
                        <a:cubicBezTo>
                          <a:pt x="79031" y="168513"/>
                          <a:pt x="82659" y="176028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AE0B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5" name="" descr="78b3060d-a860-4dbd-a266-fa58fd387a39"/>
                  <p:cNvSpPr/>
                  <p:nvPr/>
                </p:nvSpPr>
                <p:spPr>
                  <a:xfrm>
                    <a:off x="1620067" y="4747826"/>
                    <a:ext cx="193828" cy="28165"/>
                  </a:xfrm>
                  <a:custGeom>
                    <a:gdLst>
                      <a:gd name="connsiteX0" fmla="*/ 193828 w 193828"/>
                      <a:gd name="connsiteY0" fmla="*/ 0 h 28165"/>
                      <a:gd name="connsiteX1" fmla="*/ 9768 w 193828"/>
                      <a:gd name="connsiteY1" fmla="*/ 28071 h 28165"/>
                      <a:gd name="connsiteX2" fmla="*/ 94 w 193828"/>
                      <a:gd name="connsiteY2" fmla="*/ 20989 h 28165"/>
                      <a:gd name="connsiteX3" fmla="*/ 7177 w 193828"/>
                      <a:gd name="connsiteY3" fmla="*/ 11315 h 28165"/>
                      <a:gd name="connsiteX4" fmla="*/ 193828 w 193828"/>
                      <a:gd name="connsiteY4" fmla="*/ 0 h 28165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93828" h="28165">
                        <a:moveTo>
                          <a:pt x="193828" y="0"/>
                        </a:moveTo>
                        <a:lnTo>
                          <a:pt x="9768" y="28071"/>
                        </a:lnTo>
                        <a:cubicBezTo>
                          <a:pt x="5104" y="28762"/>
                          <a:pt x="785" y="25567"/>
                          <a:pt x="94" y="20989"/>
                        </a:cubicBezTo>
                        <a:cubicBezTo>
                          <a:pt x="-597" y="16325"/>
                          <a:pt x="2599" y="12006"/>
                          <a:pt x="7177" y="11315"/>
                        </a:cubicBezTo>
                        <a:cubicBezTo>
                          <a:pt x="7954" y="11142"/>
                          <a:pt x="-338" y="11660"/>
                          <a:pt x="193828" y="0"/>
                        </a:cubicBezTo>
                        <a:close/>
                      </a:path>
                    </a:pathLst>
                  </a:custGeom>
                  <a:solidFill>
                    <a:srgbClr val="FAE0B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6" name="" descr="b6434d09-f621-4436-95ac-83af53cb3b27"/>
                  <p:cNvSpPr/>
                  <p:nvPr/>
                </p:nvSpPr>
                <p:spPr>
                  <a:xfrm>
                    <a:off x="1618510" y="4758056"/>
                    <a:ext cx="18417" cy="18455"/>
                  </a:xfrm>
                  <a:custGeom>
                    <a:gdLst>
                      <a:gd name="connsiteX0" fmla="*/ 14089 w 18417"/>
                      <a:gd name="connsiteY0" fmla="*/ 1430 h 18455"/>
                      <a:gd name="connsiteX1" fmla="*/ 17026 w 18417"/>
                      <a:gd name="connsiteY1" fmla="*/ 14127 h 18455"/>
                      <a:gd name="connsiteX2" fmla="*/ 4329 w 18417"/>
                      <a:gd name="connsiteY2" fmla="*/ 17064 h 18455"/>
                      <a:gd name="connsiteX3" fmla="*/ 1392 w 18417"/>
                      <a:gd name="connsiteY3" fmla="*/ 4367 h 18455"/>
                      <a:gd name="connsiteX4" fmla="*/ 14089 w 18417"/>
                      <a:gd name="connsiteY4" fmla="*/ 1430 h 18455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417" h="18455">
                        <a:moveTo>
                          <a:pt x="14089" y="1430"/>
                        </a:moveTo>
                        <a:cubicBezTo>
                          <a:pt x="18408" y="4108"/>
                          <a:pt x="19703" y="9809"/>
                          <a:pt x="17026" y="14127"/>
                        </a:cubicBezTo>
                        <a:cubicBezTo>
                          <a:pt x="14348" y="18446"/>
                          <a:pt x="8647" y="19741"/>
                          <a:pt x="4329" y="17064"/>
                        </a:cubicBezTo>
                        <a:cubicBezTo>
                          <a:pt x="10" y="14386"/>
                          <a:pt x="-1285" y="8686"/>
                          <a:pt x="1392" y="4367"/>
                        </a:cubicBezTo>
                        <a:cubicBezTo>
                          <a:pt x="4070" y="49"/>
                          <a:pt x="9770" y="-1334"/>
                          <a:pt x="14089" y="1430"/>
                        </a:cubicBezTo>
                        <a:close/>
                      </a:path>
                    </a:pathLst>
                  </a:custGeom>
                  <a:solidFill>
                    <a:srgbClr val="FAE0B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5" name="" descr="3ae7c8c8-b9c3-4629-84e0-40b1d3c0653a"/>
              <p:cNvSpPr/>
              <p:nvPr/>
            </p:nvSpPr>
            <p:spPr>
              <a:xfrm>
                <a:off x="9125525" y="5508943"/>
                <a:ext cx="1100734" cy="1123709"/>
              </a:xfrm>
              <a:custGeom>
                <a:gdLst>
                  <a:gd name="connsiteX0" fmla="*/ 871415 w 1100734"/>
                  <a:gd name="connsiteY0" fmla="*/ 279934 h 1123709"/>
                  <a:gd name="connsiteX1" fmla="*/ 893354 w 1100734"/>
                  <a:gd name="connsiteY1" fmla="*/ 282612 h 1123709"/>
                  <a:gd name="connsiteX2" fmla="*/ 1033882 w 1100734"/>
                  <a:gd name="connsiteY2" fmla="*/ 275615 h 1123709"/>
                  <a:gd name="connsiteX3" fmla="*/ 1100734 w 1100734"/>
                  <a:gd name="connsiteY3" fmla="*/ 448793 h 1123709"/>
                  <a:gd name="connsiteX4" fmla="*/ 991991 w 1100734"/>
                  <a:gd name="connsiteY4" fmla="*/ 538102 h 1123709"/>
                  <a:gd name="connsiteX5" fmla="*/ 977568 w 1100734"/>
                  <a:gd name="connsiteY5" fmla="*/ 554859 h 1123709"/>
                  <a:gd name="connsiteX6" fmla="*/ 955024 w 1100734"/>
                  <a:gd name="connsiteY6" fmla="*/ 699015 h 1123709"/>
                  <a:gd name="connsiteX7" fmla="*/ 963661 w 1100734"/>
                  <a:gd name="connsiteY7" fmla="*/ 719313 h 1123709"/>
                  <a:gd name="connsiteX8" fmla="*/ 1039929 w 1100734"/>
                  <a:gd name="connsiteY8" fmla="*/ 837471 h 1123709"/>
                  <a:gd name="connsiteX9" fmla="*/ 923412 w 1100734"/>
                  <a:gd name="connsiteY9" fmla="*/ 981972 h 1123709"/>
                  <a:gd name="connsiteX10" fmla="*/ 791779 w 1100734"/>
                  <a:gd name="connsiteY10" fmla="*/ 932481 h 1123709"/>
                  <a:gd name="connsiteX11" fmla="*/ 770100 w 1100734"/>
                  <a:gd name="connsiteY11" fmla="*/ 928335 h 1123709"/>
                  <a:gd name="connsiteX12" fmla="*/ 633977 w 1100734"/>
                  <a:gd name="connsiteY12" fmla="*/ 980936 h 1123709"/>
                  <a:gd name="connsiteX13" fmla="*/ 620675 w 1100734"/>
                  <a:gd name="connsiteY13" fmla="*/ 998556 h 1123709"/>
                  <a:gd name="connsiteX14" fmla="*/ 556500 w 1100734"/>
                  <a:gd name="connsiteY14" fmla="*/ 1123710 h 1123709"/>
                  <a:gd name="connsiteX15" fmla="*/ 373131 w 1100734"/>
                  <a:gd name="connsiteY15" fmla="*/ 1095035 h 1123709"/>
                  <a:gd name="connsiteX16" fmla="*/ 350155 w 1100734"/>
                  <a:gd name="connsiteY16" fmla="*/ 956233 h 1123709"/>
                  <a:gd name="connsiteX17" fmla="*/ 342900 w 1100734"/>
                  <a:gd name="connsiteY17" fmla="*/ 935417 h 1123709"/>
                  <a:gd name="connsiteX18" fmla="*/ 229320 w 1100734"/>
                  <a:gd name="connsiteY18" fmla="*/ 843862 h 1123709"/>
                  <a:gd name="connsiteX19" fmla="*/ 207381 w 1100734"/>
                  <a:gd name="connsiteY19" fmla="*/ 841185 h 1123709"/>
                  <a:gd name="connsiteX20" fmla="*/ 66852 w 1100734"/>
                  <a:gd name="connsiteY20" fmla="*/ 848181 h 1123709"/>
                  <a:gd name="connsiteX21" fmla="*/ 0 w 1100734"/>
                  <a:gd name="connsiteY21" fmla="*/ 675004 h 1123709"/>
                  <a:gd name="connsiteX22" fmla="*/ 108744 w 1100734"/>
                  <a:gd name="connsiteY22" fmla="*/ 585694 h 1123709"/>
                  <a:gd name="connsiteX23" fmla="*/ 123168 w 1100734"/>
                  <a:gd name="connsiteY23" fmla="*/ 568938 h 1123709"/>
                  <a:gd name="connsiteX24" fmla="*/ 145711 w 1100734"/>
                  <a:gd name="connsiteY24" fmla="*/ 424781 h 1123709"/>
                  <a:gd name="connsiteX25" fmla="*/ 137074 w 1100734"/>
                  <a:gd name="connsiteY25" fmla="*/ 404398 h 1123709"/>
                  <a:gd name="connsiteX26" fmla="*/ 60806 w 1100734"/>
                  <a:gd name="connsiteY26" fmla="*/ 286240 h 1123709"/>
                  <a:gd name="connsiteX27" fmla="*/ 177324 w 1100734"/>
                  <a:gd name="connsiteY27" fmla="*/ 141738 h 1123709"/>
                  <a:gd name="connsiteX28" fmla="*/ 308956 w 1100734"/>
                  <a:gd name="connsiteY28" fmla="*/ 191230 h 1123709"/>
                  <a:gd name="connsiteX29" fmla="*/ 330635 w 1100734"/>
                  <a:gd name="connsiteY29" fmla="*/ 195375 h 1123709"/>
                  <a:gd name="connsiteX30" fmla="*/ 466758 w 1100734"/>
                  <a:gd name="connsiteY30" fmla="*/ 142774 h 1123709"/>
                  <a:gd name="connsiteX31" fmla="*/ 480060 w 1100734"/>
                  <a:gd name="connsiteY31" fmla="*/ 125154 h 1123709"/>
                  <a:gd name="connsiteX32" fmla="*/ 544235 w 1100734"/>
                  <a:gd name="connsiteY32" fmla="*/ 0 h 1123709"/>
                  <a:gd name="connsiteX33" fmla="*/ 727604 w 1100734"/>
                  <a:gd name="connsiteY33" fmla="*/ 28676 h 1123709"/>
                  <a:gd name="connsiteX34" fmla="*/ 750580 w 1100734"/>
                  <a:gd name="connsiteY34" fmla="*/ 167477 h 1123709"/>
                  <a:gd name="connsiteX35" fmla="*/ 757835 w 1100734"/>
                  <a:gd name="connsiteY35" fmla="*/ 188293 h 1123709"/>
                  <a:gd name="connsiteX36" fmla="*/ 871415 w 1100734"/>
                  <a:gd name="connsiteY36" fmla="*/ 279934 h 1123709"/>
                  <a:gd name="connsiteX37" fmla="*/ 484465 w 1100734"/>
                  <a:gd name="connsiteY37" fmla="*/ 391355 h 1123709"/>
                  <a:gd name="connsiteX38" fmla="*/ 379781 w 1100734"/>
                  <a:gd name="connsiteY38" fmla="*/ 627757 h 1123709"/>
                  <a:gd name="connsiteX39" fmla="*/ 616184 w 1100734"/>
                  <a:gd name="connsiteY39" fmla="*/ 732441 h 1123709"/>
                  <a:gd name="connsiteX40" fmla="*/ 720868 w 1100734"/>
                  <a:gd name="connsiteY40" fmla="*/ 496039 h 1123709"/>
                  <a:gd name="connsiteX41" fmla="*/ 484465 w 1100734"/>
                  <a:gd name="connsiteY41" fmla="*/ 391355 h 1123709"/>
                  <a:gd name="connsiteX42" fmla="*/ 442229 w 1100734"/>
                  <a:gd name="connsiteY42" fmla="*/ 282007 h 1123709"/>
                  <a:gd name="connsiteX43" fmla="*/ 270433 w 1100734"/>
                  <a:gd name="connsiteY43" fmla="*/ 669994 h 1123709"/>
                  <a:gd name="connsiteX44" fmla="*/ 658420 w 1100734"/>
                  <a:gd name="connsiteY44" fmla="*/ 841789 h 1123709"/>
                  <a:gd name="connsiteX45" fmla="*/ 830215 w 1100734"/>
                  <a:gd name="connsiteY45" fmla="*/ 453802 h 1123709"/>
                  <a:gd name="connsiteX46" fmla="*/ 442229 w 1100734"/>
                  <a:gd name="connsiteY46" fmla="*/ 282007 h 1123709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1100734" h="1123709">
                    <a:moveTo>
                      <a:pt x="871415" y="279934"/>
                    </a:moveTo>
                    <a:cubicBezTo>
                      <a:pt x="877634" y="284944"/>
                      <a:pt x="886099" y="285980"/>
                      <a:pt x="893354" y="282612"/>
                    </a:cubicBezTo>
                    <a:cubicBezTo>
                      <a:pt x="928767" y="266201"/>
                      <a:pt x="998642" y="269742"/>
                      <a:pt x="1033882" y="275615"/>
                    </a:cubicBezTo>
                    <a:lnTo>
                      <a:pt x="1100734" y="448793"/>
                    </a:lnTo>
                    <a:cubicBezTo>
                      <a:pt x="1078624" y="476864"/>
                      <a:pt x="1029305" y="526356"/>
                      <a:pt x="991991" y="538102"/>
                    </a:cubicBezTo>
                    <a:cubicBezTo>
                      <a:pt x="984390" y="540521"/>
                      <a:pt x="978776" y="546999"/>
                      <a:pt x="977568" y="554859"/>
                    </a:cubicBezTo>
                    <a:lnTo>
                      <a:pt x="955024" y="699015"/>
                    </a:lnTo>
                    <a:cubicBezTo>
                      <a:pt x="953815" y="706875"/>
                      <a:pt x="957183" y="714735"/>
                      <a:pt x="963661" y="719313"/>
                    </a:cubicBezTo>
                    <a:cubicBezTo>
                      <a:pt x="995533" y="741770"/>
                      <a:pt x="1027490" y="804045"/>
                      <a:pt x="1039929" y="837471"/>
                    </a:cubicBezTo>
                    <a:lnTo>
                      <a:pt x="923412" y="981972"/>
                    </a:lnTo>
                    <a:cubicBezTo>
                      <a:pt x="887999" y="976876"/>
                      <a:pt x="820455" y="958911"/>
                      <a:pt x="791779" y="932481"/>
                    </a:cubicBezTo>
                    <a:cubicBezTo>
                      <a:pt x="785906" y="927126"/>
                      <a:pt x="777528" y="925485"/>
                      <a:pt x="770100" y="928335"/>
                    </a:cubicBezTo>
                    <a:lnTo>
                      <a:pt x="633977" y="980936"/>
                    </a:lnTo>
                    <a:cubicBezTo>
                      <a:pt x="626548" y="983786"/>
                      <a:pt x="621366" y="990696"/>
                      <a:pt x="620675" y="998556"/>
                    </a:cubicBezTo>
                    <a:cubicBezTo>
                      <a:pt x="617134" y="1037424"/>
                      <a:pt x="579216" y="1096157"/>
                      <a:pt x="556500" y="1123710"/>
                    </a:cubicBezTo>
                    <a:lnTo>
                      <a:pt x="373131" y="1095035"/>
                    </a:lnTo>
                    <a:cubicBezTo>
                      <a:pt x="359829" y="1061867"/>
                      <a:pt x="341691" y="994324"/>
                      <a:pt x="350155" y="956233"/>
                    </a:cubicBezTo>
                    <a:cubicBezTo>
                      <a:pt x="351883" y="948460"/>
                      <a:pt x="349032" y="940341"/>
                      <a:pt x="342900" y="935417"/>
                    </a:cubicBezTo>
                    <a:lnTo>
                      <a:pt x="229320" y="843862"/>
                    </a:lnTo>
                    <a:cubicBezTo>
                      <a:pt x="223101" y="838853"/>
                      <a:pt x="214636" y="837816"/>
                      <a:pt x="207381" y="841185"/>
                    </a:cubicBezTo>
                    <a:cubicBezTo>
                      <a:pt x="171968" y="857595"/>
                      <a:pt x="102093" y="854054"/>
                      <a:pt x="66852" y="848181"/>
                    </a:cubicBezTo>
                    <a:lnTo>
                      <a:pt x="0" y="675004"/>
                    </a:lnTo>
                    <a:cubicBezTo>
                      <a:pt x="22111" y="646932"/>
                      <a:pt x="71430" y="597441"/>
                      <a:pt x="108744" y="585694"/>
                    </a:cubicBezTo>
                    <a:cubicBezTo>
                      <a:pt x="116344" y="583276"/>
                      <a:pt x="121958" y="576798"/>
                      <a:pt x="123168" y="568938"/>
                    </a:cubicBezTo>
                    <a:lnTo>
                      <a:pt x="145711" y="424781"/>
                    </a:lnTo>
                    <a:cubicBezTo>
                      <a:pt x="146920" y="416922"/>
                      <a:pt x="143552" y="409061"/>
                      <a:pt x="137074" y="404398"/>
                    </a:cubicBezTo>
                    <a:cubicBezTo>
                      <a:pt x="105116" y="381941"/>
                      <a:pt x="73244" y="319666"/>
                      <a:pt x="60806" y="286240"/>
                    </a:cubicBezTo>
                    <a:lnTo>
                      <a:pt x="177324" y="141738"/>
                    </a:lnTo>
                    <a:cubicBezTo>
                      <a:pt x="212736" y="146834"/>
                      <a:pt x="280280" y="164799"/>
                      <a:pt x="308956" y="191230"/>
                    </a:cubicBezTo>
                    <a:cubicBezTo>
                      <a:pt x="314829" y="196585"/>
                      <a:pt x="323207" y="198226"/>
                      <a:pt x="330635" y="195375"/>
                    </a:cubicBezTo>
                    <a:lnTo>
                      <a:pt x="466758" y="142774"/>
                    </a:lnTo>
                    <a:cubicBezTo>
                      <a:pt x="474187" y="139924"/>
                      <a:pt x="479369" y="133100"/>
                      <a:pt x="480060" y="125154"/>
                    </a:cubicBezTo>
                    <a:cubicBezTo>
                      <a:pt x="483601" y="86286"/>
                      <a:pt x="521519" y="27553"/>
                      <a:pt x="544235" y="0"/>
                    </a:cubicBezTo>
                    <a:lnTo>
                      <a:pt x="727604" y="28676"/>
                    </a:lnTo>
                    <a:cubicBezTo>
                      <a:pt x="740906" y="61843"/>
                      <a:pt x="759044" y="129386"/>
                      <a:pt x="750580" y="167477"/>
                    </a:cubicBezTo>
                    <a:cubicBezTo>
                      <a:pt x="748852" y="175250"/>
                      <a:pt x="751703" y="183369"/>
                      <a:pt x="757835" y="188293"/>
                    </a:cubicBezTo>
                    <a:lnTo>
                      <a:pt x="871415" y="279934"/>
                    </a:lnTo>
                    <a:close/>
                    <a:moveTo>
                      <a:pt x="484465" y="391355"/>
                    </a:moveTo>
                    <a:cubicBezTo>
                      <a:pt x="390319" y="427718"/>
                      <a:pt x="343418" y="533525"/>
                      <a:pt x="379781" y="627757"/>
                    </a:cubicBezTo>
                    <a:cubicBezTo>
                      <a:pt x="416144" y="721990"/>
                      <a:pt x="521951" y="768804"/>
                      <a:pt x="616184" y="732441"/>
                    </a:cubicBezTo>
                    <a:cubicBezTo>
                      <a:pt x="710330" y="696079"/>
                      <a:pt x="757230" y="590272"/>
                      <a:pt x="720868" y="496039"/>
                    </a:cubicBezTo>
                    <a:cubicBezTo>
                      <a:pt x="684504" y="401806"/>
                      <a:pt x="578611" y="354992"/>
                      <a:pt x="484465" y="391355"/>
                    </a:cubicBezTo>
                    <a:close/>
                    <a:moveTo>
                      <a:pt x="442229" y="282007"/>
                    </a:moveTo>
                    <a:cubicBezTo>
                      <a:pt x="287621" y="341691"/>
                      <a:pt x="210750" y="515386"/>
                      <a:pt x="270433" y="669994"/>
                    </a:cubicBezTo>
                    <a:cubicBezTo>
                      <a:pt x="330117" y="824601"/>
                      <a:pt x="503813" y="901473"/>
                      <a:pt x="658420" y="841789"/>
                    </a:cubicBezTo>
                    <a:cubicBezTo>
                      <a:pt x="812941" y="782106"/>
                      <a:pt x="889899" y="608410"/>
                      <a:pt x="830215" y="453802"/>
                    </a:cubicBezTo>
                    <a:cubicBezTo>
                      <a:pt x="770532" y="299196"/>
                      <a:pt x="596836" y="222324"/>
                      <a:pt x="442229" y="282007"/>
                    </a:cubicBezTo>
                    <a:close/>
                  </a:path>
                </a:pathLst>
              </a:custGeom>
              <a:solidFill>
                <a:srgbClr val="9BC1F9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" descr="f1d2f3d6-7b20-4e9b-9de1-cd2fca1fa8ed"/>
              <p:cNvSpPr/>
              <p:nvPr/>
            </p:nvSpPr>
            <p:spPr>
              <a:xfrm>
                <a:off x="6491498" y="-1235829"/>
                <a:ext cx="816153" cy="821497"/>
              </a:xfrm>
              <a:custGeom>
                <a:gdLst>
                  <a:gd name="connsiteX0" fmla="*/ 1001579 w 1134420"/>
                  <a:gd name="connsiteY0" fmla="*/ 546826 h 1141848"/>
                  <a:gd name="connsiteX1" fmla="*/ 1017471 w 1134420"/>
                  <a:gd name="connsiteY1" fmla="*/ 562805 h 1141848"/>
                  <a:gd name="connsiteX2" fmla="*/ 1134421 w 1134420"/>
                  <a:gd name="connsiteY2" fmla="*/ 645550 h 1141848"/>
                  <a:gd name="connsiteX3" fmla="*/ 1079142 w 1134420"/>
                  <a:gd name="connsiteY3" fmla="*/ 826242 h 1141848"/>
                  <a:gd name="connsiteX4" fmla="*/ 935935 w 1134420"/>
                  <a:gd name="connsiteY4" fmla="*/ 829438 h 1141848"/>
                  <a:gd name="connsiteX5" fmla="*/ 913911 w 1134420"/>
                  <a:gd name="connsiteY5" fmla="*/ 833757 h 1141848"/>
                  <a:gd name="connsiteX6" fmla="*/ 805254 w 1134420"/>
                  <a:gd name="connsiteY6" fmla="*/ 935072 h 1141848"/>
                  <a:gd name="connsiteX7" fmla="*/ 799380 w 1134420"/>
                  <a:gd name="connsiteY7" fmla="*/ 956752 h 1141848"/>
                  <a:gd name="connsiteX8" fmla="*/ 786251 w 1134420"/>
                  <a:gd name="connsiteY8" fmla="*/ 1099353 h 1141848"/>
                  <a:gd name="connsiteX9" fmla="*/ 602105 w 1134420"/>
                  <a:gd name="connsiteY9" fmla="*/ 1141849 h 1141848"/>
                  <a:gd name="connsiteX10" fmla="*/ 527738 w 1134420"/>
                  <a:gd name="connsiteY10" fmla="*/ 1019458 h 1141848"/>
                  <a:gd name="connsiteX11" fmla="*/ 512968 w 1134420"/>
                  <a:gd name="connsiteY11" fmla="*/ 1002529 h 1141848"/>
                  <a:gd name="connsiteX12" fmla="*/ 370885 w 1134420"/>
                  <a:gd name="connsiteY12" fmla="*/ 959083 h 1141848"/>
                  <a:gd name="connsiteX13" fmla="*/ 349119 w 1134420"/>
                  <a:gd name="connsiteY13" fmla="*/ 964871 h 1141848"/>
                  <a:gd name="connsiteX14" fmla="*/ 219041 w 1134420"/>
                  <a:gd name="connsiteY14" fmla="*/ 1024727 h 1141848"/>
                  <a:gd name="connsiteX15" fmla="*/ 90173 w 1134420"/>
                  <a:gd name="connsiteY15" fmla="*/ 886531 h 1141848"/>
                  <a:gd name="connsiteX16" fmla="*/ 159012 w 1134420"/>
                  <a:gd name="connsiteY16" fmla="*/ 760945 h 1141848"/>
                  <a:gd name="connsiteX17" fmla="*/ 166267 w 1134420"/>
                  <a:gd name="connsiteY17" fmla="*/ 739697 h 1141848"/>
                  <a:gd name="connsiteX18" fmla="*/ 132841 w 1134420"/>
                  <a:gd name="connsiteY18" fmla="*/ 595022 h 1141848"/>
                  <a:gd name="connsiteX19" fmla="*/ 116949 w 1134420"/>
                  <a:gd name="connsiteY19" fmla="*/ 579043 h 1141848"/>
                  <a:gd name="connsiteX20" fmla="*/ 0 w 1134420"/>
                  <a:gd name="connsiteY20" fmla="*/ 496298 h 1141848"/>
                  <a:gd name="connsiteX21" fmla="*/ 55278 w 1134420"/>
                  <a:gd name="connsiteY21" fmla="*/ 315606 h 1141848"/>
                  <a:gd name="connsiteX22" fmla="*/ 198485 w 1134420"/>
                  <a:gd name="connsiteY22" fmla="*/ 312410 h 1141848"/>
                  <a:gd name="connsiteX23" fmla="*/ 220509 w 1134420"/>
                  <a:gd name="connsiteY23" fmla="*/ 308092 h 1141848"/>
                  <a:gd name="connsiteX24" fmla="*/ 329166 w 1134420"/>
                  <a:gd name="connsiteY24" fmla="*/ 206777 h 1141848"/>
                  <a:gd name="connsiteX25" fmla="*/ 335040 w 1134420"/>
                  <a:gd name="connsiteY25" fmla="*/ 185097 h 1141848"/>
                  <a:gd name="connsiteX26" fmla="*/ 348255 w 1134420"/>
                  <a:gd name="connsiteY26" fmla="*/ 42495 h 1141848"/>
                  <a:gd name="connsiteX27" fmla="*/ 532402 w 1134420"/>
                  <a:gd name="connsiteY27" fmla="*/ 0 h 1141848"/>
                  <a:gd name="connsiteX28" fmla="*/ 606768 w 1134420"/>
                  <a:gd name="connsiteY28" fmla="*/ 122390 h 1141848"/>
                  <a:gd name="connsiteX29" fmla="*/ 621539 w 1134420"/>
                  <a:gd name="connsiteY29" fmla="*/ 139319 h 1141848"/>
                  <a:gd name="connsiteX30" fmla="*/ 763622 w 1134420"/>
                  <a:gd name="connsiteY30" fmla="*/ 182765 h 1141848"/>
                  <a:gd name="connsiteX31" fmla="*/ 785388 w 1134420"/>
                  <a:gd name="connsiteY31" fmla="*/ 176978 h 1141848"/>
                  <a:gd name="connsiteX32" fmla="*/ 915465 w 1134420"/>
                  <a:gd name="connsiteY32" fmla="*/ 117121 h 1141848"/>
                  <a:gd name="connsiteX33" fmla="*/ 1044333 w 1134420"/>
                  <a:gd name="connsiteY33" fmla="*/ 255318 h 1141848"/>
                  <a:gd name="connsiteX34" fmla="*/ 975494 w 1134420"/>
                  <a:gd name="connsiteY34" fmla="*/ 380904 h 1141848"/>
                  <a:gd name="connsiteX35" fmla="*/ 968239 w 1134420"/>
                  <a:gd name="connsiteY35" fmla="*/ 402152 h 1141848"/>
                  <a:gd name="connsiteX36" fmla="*/ 1001579 w 1134420"/>
                  <a:gd name="connsiteY36" fmla="*/ 546826 h 1141848"/>
                  <a:gd name="connsiteX37" fmla="*/ 621625 w 1134420"/>
                  <a:gd name="connsiteY37" fmla="*/ 392996 h 1141848"/>
                  <a:gd name="connsiteX38" fmla="*/ 389282 w 1134420"/>
                  <a:gd name="connsiteY38" fmla="*/ 516509 h 1141848"/>
                  <a:gd name="connsiteX39" fmla="*/ 512795 w 1134420"/>
                  <a:gd name="connsiteY39" fmla="*/ 748852 h 1141848"/>
                  <a:gd name="connsiteX40" fmla="*/ 745138 w 1134420"/>
                  <a:gd name="connsiteY40" fmla="*/ 625339 h 1141848"/>
                  <a:gd name="connsiteX41" fmla="*/ 621625 w 1134420"/>
                  <a:gd name="connsiteY41" fmla="*/ 392996 h 1141848"/>
                  <a:gd name="connsiteX42" fmla="*/ 656606 w 1134420"/>
                  <a:gd name="connsiteY42" fmla="*/ 278812 h 1141848"/>
                  <a:gd name="connsiteX43" fmla="*/ 275183 w 1134420"/>
                  <a:gd name="connsiteY43" fmla="*/ 481615 h 1141848"/>
                  <a:gd name="connsiteX44" fmla="*/ 477987 w 1134420"/>
                  <a:gd name="connsiteY44" fmla="*/ 863037 h 1141848"/>
                  <a:gd name="connsiteX45" fmla="*/ 859409 w 1134420"/>
                  <a:gd name="connsiteY45" fmla="*/ 660234 h 1141848"/>
                  <a:gd name="connsiteX46" fmla="*/ 656606 w 1134420"/>
                  <a:gd name="connsiteY46" fmla="*/ 278812 h 114184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1134420" h="1141848">
                    <a:moveTo>
                      <a:pt x="1001579" y="546826"/>
                    </a:moveTo>
                    <a:cubicBezTo>
                      <a:pt x="1003393" y="554686"/>
                      <a:pt x="1009525" y="560905"/>
                      <a:pt x="1017471" y="562805"/>
                    </a:cubicBezTo>
                    <a:cubicBezTo>
                      <a:pt x="1056166" y="571961"/>
                      <a:pt x="1109890" y="618602"/>
                      <a:pt x="1134421" y="645550"/>
                    </a:cubicBezTo>
                    <a:lnTo>
                      <a:pt x="1079142" y="826242"/>
                    </a:lnTo>
                    <a:cubicBezTo>
                      <a:pt x="1043816" y="834880"/>
                      <a:pt x="973162" y="843517"/>
                      <a:pt x="935935" y="829438"/>
                    </a:cubicBezTo>
                    <a:cubicBezTo>
                      <a:pt x="928335" y="826588"/>
                      <a:pt x="919783" y="828229"/>
                      <a:pt x="913911" y="833757"/>
                    </a:cubicBezTo>
                    <a:lnTo>
                      <a:pt x="805254" y="935072"/>
                    </a:lnTo>
                    <a:cubicBezTo>
                      <a:pt x="799294" y="940600"/>
                      <a:pt x="797048" y="949064"/>
                      <a:pt x="799380" y="956752"/>
                    </a:cubicBezTo>
                    <a:cubicBezTo>
                      <a:pt x="810781" y="994842"/>
                      <a:pt x="797307" y="1064718"/>
                      <a:pt x="786251" y="1099353"/>
                    </a:cubicBezTo>
                    <a:lnTo>
                      <a:pt x="602105" y="1141849"/>
                    </a:lnTo>
                    <a:cubicBezTo>
                      <a:pt x="576970" y="1115505"/>
                      <a:pt x="534130" y="1058671"/>
                      <a:pt x="527738" y="1019458"/>
                    </a:cubicBezTo>
                    <a:cubicBezTo>
                      <a:pt x="526442" y="1011426"/>
                      <a:pt x="520655" y="1004861"/>
                      <a:pt x="512968" y="1002529"/>
                    </a:cubicBezTo>
                    <a:lnTo>
                      <a:pt x="370885" y="959083"/>
                    </a:lnTo>
                    <a:cubicBezTo>
                      <a:pt x="363111" y="956752"/>
                      <a:pt x="354733" y="958997"/>
                      <a:pt x="349119" y="964871"/>
                    </a:cubicBezTo>
                    <a:cubicBezTo>
                      <a:pt x="321911" y="993805"/>
                      <a:pt x="254541" y="1017040"/>
                      <a:pt x="219041" y="1024727"/>
                    </a:cubicBezTo>
                    <a:lnTo>
                      <a:pt x="90173" y="886531"/>
                    </a:lnTo>
                    <a:cubicBezTo>
                      <a:pt x="100365" y="851636"/>
                      <a:pt x="128263" y="786079"/>
                      <a:pt x="159012" y="760945"/>
                    </a:cubicBezTo>
                    <a:cubicBezTo>
                      <a:pt x="165317" y="755848"/>
                      <a:pt x="168082" y="747556"/>
                      <a:pt x="166267" y="739697"/>
                    </a:cubicBezTo>
                    <a:lnTo>
                      <a:pt x="132841" y="595022"/>
                    </a:lnTo>
                    <a:cubicBezTo>
                      <a:pt x="131027" y="587162"/>
                      <a:pt x="124895" y="580944"/>
                      <a:pt x="116949" y="579043"/>
                    </a:cubicBezTo>
                    <a:cubicBezTo>
                      <a:pt x="78254" y="569888"/>
                      <a:pt x="24530" y="523247"/>
                      <a:pt x="0" y="496298"/>
                    </a:cubicBezTo>
                    <a:lnTo>
                      <a:pt x="55278" y="315606"/>
                    </a:lnTo>
                    <a:cubicBezTo>
                      <a:pt x="90605" y="306969"/>
                      <a:pt x="161258" y="298331"/>
                      <a:pt x="198485" y="312410"/>
                    </a:cubicBezTo>
                    <a:cubicBezTo>
                      <a:pt x="206085" y="315261"/>
                      <a:pt x="214637" y="313620"/>
                      <a:pt x="220509" y="308092"/>
                    </a:cubicBezTo>
                    <a:lnTo>
                      <a:pt x="329166" y="206777"/>
                    </a:lnTo>
                    <a:cubicBezTo>
                      <a:pt x="335126" y="201249"/>
                      <a:pt x="337372" y="192784"/>
                      <a:pt x="335040" y="185097"/>
                    </a:cubicBezTo>
                    <a:cubicBezTo>
                      <a:pt x="323639" y="147007"/>
                      <a:pt x="337113" y="77131"/>
                      <a:pt x="348255" y="42495"/>
                    </a:cubicBezTo>
                    <a:lnTo>
                      <a:pt x="532402" y="0"/>
                    </a:lnTo>
                    <a:cubicBezTo>
                      <a:pt x="557536" y="26344"/>
                      <a:pt x="600377" y="83177"/>
                      <a:pt x="606768" y="122390"/>
                    </a:cubicBezTo>
                    <a:cubicBezTo>
                      <a:pt x="608064" y="130423"/>
                      <a:pt x="613852" y="136987"/>
                      <a:pt x="621539" y="139319"/>
                    </a:cubicBezTo>
                    <a:lnTo>
                      <a:pt x="763622" y="182765"/>
                    </a:lnTo>
                    <a:cubicBezTo>
                      <a:pt x="771395" y="185097"/>
                      <a:pt x="779773" y="182851"/>
                      <a:pt x="785388" y="176978"/>
                    </a:cubicBezTo>
                    <a:cubicBezTo>
                      <a:pt x="812595" y="148043"/>
                      <a:pt x="879966" y="124809"/>
                      <a:pt x="915465" y="117121"/>
                    </a:cubicBezTo>
                    <a:lnTo>
                      <a:pt x="1044333" y="255318"/>
                    </a:lnTo>
                    <a:cubicBezTo>
                      <a:pt x="1034142" y="290213"/>
                      <a:pt x="1006243" y="355770"/>
                      <a:pt x="975494" y="380904"/>
                    </a:cubicBezTo>
                    <a:cubicBezTo>
                      <a:pt x="969189" y="386000"/>
                      <a:pt x="966425" y="394292"/>
                      <a:pt x="968239" y="402152"/>
                    </a:cubicBezTo>
                    <a:lnTo>
                      <a:pt x="1001579" y="546826"/>
                    </a:lnTo>
                    <a:close/>
                    <a:moveTo>
                      <a:pt x="621625" y="392996"/>
                    </a:moveTo>
                    <a:cubicBezTo>
                      <a:pt x="523333" y="362939"/>
                      <a:pt x="419340" y="418303"/>
                      <a:pt x="389282" y="516509"/>
                    </a:cubicBezTo>
                    <a:cubicBezTo>
                      <a:pt x="359225" y="614802"/>
                      <a:pt x="414589" y="718795"/>
                      <a:pt x="512795" y="748852"/>
                    </a:cubicBezTo>
                    <a:cubicBezTo>
                      <a:pt x="611087" y="778910"/>
                      <a:pt x="715080" y="723545"/>
                      <a:pt x="745138" y="625339"/>
                    </a:cubicBezTo>
                    <a:cubicBezTo>
                      <a:pt x="775282" y="527047"/>
                      <a:pt x="719918" y="422968"/>
                      <a:pt x="621625" y="392996"/>
                    </a:cubicBezTo>
                    <a:close/>
                    <a:moveTo>
                      <a:pt x="656606" y="278812"/>
                    </a:moveTo>
                    <a:cubicBezTo>
                      <a:pt x="495262" y="229493"/>
                      <a:pt x="324503" y="320270"/>
                      <a:pt x="275183" y="481615"/>
                    </a:cubicBezTo>
                    <a:cubicBezTo>
                      <a:pt x="225865" y="642959"/>
                      <a:pt x="316642" y="813718"/>
                      <a:pt x="477987" y="863037"/>
                    </a:cubicBezTo>
                    <a:cubicBezTo>
                      <a:pt x="639331" y="912356"/>
                      <a:pt x="810090" y="821578"/>
                      <a:pt x="859409" y="660234"/>
                    </a:cubicBezTo>
                    <a:cubicBezTo>
                      <a:pt x="908642" y="498889"/>
                      <a:pt x="817864" y="328130"/>
                      <a:pt x="656606" y="278812"/>
                    </a:cubicBezTo>
                    <a:close/>
                  </a:path>
                </a:pathLst>
              </a:custGeom>
              <a:solidFill>
                <a:srgbClr val="F7A491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" descr="cbb90aa2-174a-465f-b51f-1f0f34d46703"/>
              <p:cNvSpPr/>
              <p:nvPr/>
            </p:nvSpPr>
            <p:spPr>
              <a:xfrm>
                <a:off x="7941699" y="3574106"/>
                <a:ext cx="2128916" cy="2038139"/>
              </a:xfrm>
              <a:custGeom>
                <a:gdLst>
                  <a:gd name="connsiteX0" fmla="*/ 1171733 w 2128916"/>
                  <a:gd name="connsiteY0" fmla="*/ 210232 h 2038139"/>
                  <a:gd name="connsiteX1" fmla="*/ 1206628 w 2128916"/>
                  <a:gd name="connsiteY1" fmla="*/ 186565 h 2038139"/>
                  <a:gd name="connsiteX2" fmla="*/ 1399844 w 2128916"/>
                  <a:gd name="connsiteY2" fmla="*/ 0 h 2038139"/>
                  <a:gd name="connsiteX3" fmla="*/ 1713550 w 2128916"/>
                  <a:gd name="connsiteY3" fmla="*/ 164886 h 2038139"/>
                  <a:gd name="connsiteX4" fmla="*/ 1669500 w 2128916"/>
                  <a:gd name="connsiteY4" fmla="*/ 429878 h 2038139"/>
                  <a:gd name="connsiteX5" fmla="*/ 1669759 w 2128916"/>
                  <a:gd name="connsiteY5" fmla="*/ 472028 h 2038139"/>
                  <a:gd name="connsiteX6" fmla="*/ 1818579 w 2128916"/>
                  <a:gd name="connsiteY6" fmla="*/ 707566 h 2038139"/>
                  <a:gd name="connsiteX7" fmla="*/ 1856583 w 2128916"/>
                  <a:gd name="connsiteY7" fmla="*/ 725964 h 2038139"/>
                  <a:gd name="connsiteX8" fmla="*/ 2114838 w 2128916"/>
                  <a:gd name="connsiteY8" fmla="*/ 799985 h 2038139"/>
                  <a:gd name="connsiteX9" fmla="*/ 2128917 w 2128916"/>
                  <a:gd name="connsiteY9" fmla="*/ 1154113 h 2038139"/>
                  <a:gd name="connsiteX10" fmla="*/ 1877399 w 2128916"/>
                  <a:gd name="connsiteY10" fmla="*/ 1248433 h 2038139"/>
                  <a:gd name="connsiteX11" fmla="*/ 1841036 w 2128916"/>
                  <a:gd name="connsiteY11" fmla="*/ 1269767 h 2038139"/>
                  <a:gd name="connsiteX12" fmla="*/ 1711477 w 2128916"/>
                  <a:gd name="connsiteY12" fmla="*/ 1516361 h 2038139"/>
                  <a:gd name="connsiteX13" fmla="*/ 1714500 w 2128916"/>
                  <a:gd name="connsiteY13" fmla="*/ 1558424 h 2038139"/>
                  <a:gd name="connsiteX14" fmla="*/ 1779452 w 2128916"/>
                  <a:gd name="connsiteY14" fmla="*/ 1819097 h 2038139"/>
                  <a:gd name="connsiteX15" fmla="*/ 1479825 w 2128916"/>
                  <a:gd name="connsiteY15" fmla="*/ 2008340 h 2038139"/>
                  <a:gd name="connsiteX16" fmla="*/ 1272358 w 2128916"/>
                  <a:gd name="connsiteY16" fmla="*/ 1837668 h 2038139"/>
                  <a:gd name="connsiteX17" fmla="*/ 1235649 w 2128916"/>
                  <a:gd name="connsiteY17" fmla="*/ 1816852 h 2038139"/>
                  <a:gd name="connsiteX18" fmla="*/ 957270 w 2128916"/>
                  <a:gd name="connsiteY18" fmla="*/ 1827908 h 2038139"/>
                  <a:gd name="connsiteX19" fmla="*/ 922375 w 2128916"/>
                  <a:gd name="connsiteY19" fmla="*/ 1851574 h 2038139"/>
                  <a:gd name="connsiteX20" fmla="*/ 729159 w 2128916"/>
                  <a:gd name="connsiteY20" fmla="*/ 2038139 h 2038139"/>
                  <a:gd name="connsiteX21" fmla="*/ 415453 w 2128916"/>
                  <a:gd name="connsiteY21" fmla="*/ 1873253 h 2038139"/>
                  <a:gd name="connsiteX22" fmla="*/ 459503 w 2128916"/>
                  <a:gd name="connsiteY22" fmla="*/ 1608262 h 2038139"/>
                  <a:gd name="connsiteX23" fmla="*/ 459158 w 2128916"/>
                  <a:gd name="connsiteY23" fmla="*/ 1566112 h 2038139"/>
                  <a:gd name="connsiteX24" fmla="*/ 310337 w 2128916"/>
                  <a:gd name="connsiteY24" fmla="*/ 1330573 h 2038139"/>
                  <a:gd name="connsiteX25" fmla="*/ 272333 w 2128916"/>
                  <a:gd name="connsiteY25" fmla="*/ 1312175 h 2038139"/>
                  <a:gd name="connsiteX26" fmla="*/ 14079 w 2128916"/>
                  <a:gd name="connsiteY26" fmla="*/ 1238154 h 2038139"/>
                  <a:gd name="connsiteX27" fmla="*/ 0 w 2128916"/>
                  <a:gd name="connsiteY27" fmla="*/ 884026 h 2038139"/>
                  <a:gd name="connsiteX28" fmla="*/ 251518 w 2128916"/>
                  <a:gd name="connsiteY28" fmla="*/ 789707 h 2038139"/>
                  <a:gd name="connsiteX29" fmla="*/ 287881 w 2128916"/>
                  <a:gd name="connsiteY29" fmla="*/ 768373 h 2038139"/>
                  <a:gd name="connsiteX30" fmla="*/ 417440 w 2128916"/>
                  <a:gd name="connsiteY30" fmla="*/ 521778 h 2038139"/>
                  <a:gd name="connsiteX31" fmla="*/ 414417 w 2128916"/>
                  <a:gd name="connsiteY31" fmla="*/ 479715 h 2038139"/>
                  <a:gd name="connsiteX32" fmla="*/ 349465 w 2128916"/>
                  <a:gd name="connsiteY32" fmla="*/ 219042 h 2038139"/>
                  <a:gd name="connsiteX33" fmla="*/ 649092 w 2128916"/>
                  <a:gd name="connsiteY33" fmla="*/ 29799 h 2038139"/>
                  <a:gd name="connsiteX34" fmla="*/ 856559 w 2128916"/>
                  <a:gd name="connsiteY34" fmla="*/ 200471 h 2038139"/>
                  <a:gd name="connsiteX35" fmla="*/ 893267 w 2128916"/>
                  <a:gd name="connsiteY35" fmla="*/ 221287 h 2038139"/>
                  <a:gd name="connsiteX36" fmla="*/ 1171733 w 2128916"/>
                  <a:gd name="connsiteY36" fmla="*/ 210232 h 2038139"/>
                  <a:gd name="connsiteX37" fmla="*/ 755503 w 2128916"/>
                  <a:gd name="connsiteY37" fmla="*/ 856732 h 2038139"/>
                  <a:gd name="connsiteX38" fmla="*/ 902077 w 2128916"/>
                  <a:gd name="connsiteY38" fmla="*/ 1328068 h 2038139"/>
                  <a:gd name="connsiteX39" fmla="*/ 1373414 w 2128916"/>
                  <a:gd name="connsiteY39" fmla="*/ 1181494 h 2038139"/>
                  <a:gd name="connsiteX40" fmla="*/ 1226839 w 2128916"/>
                  <a:gd name="connsiteY40" fmla="*/ 710157 h 2038139"/>
                  <a:gd name="connsiteX41" fmla="*/ 755503 w 2128916"/>
                  <a:gd name="connsiteY41" fmla="*/ 856732 h 2038139"/>
                  <a:gd name="connsiteX42" fmla="*/ 557363 w 2128916"/>
                  <a:gd name="connsiteY42" fmla="*/ 752566 h 2038139"/>
                  <a:gd name="connsiteX43" fmla="*/ 797998 w 2128916"/>
                  <a:gd name="connsiteY43" fmla="*/ 1526207 h 2038139"/>
                  <a:gd name="connsiteX44" fmla="*/ 1571640 w 2128916"/>
                  <a:gd name="connsiteY44" fmla="*/ 1285573 h 2038139"/>
                  <a:gd name="connsiteX45" fmla="*/ 1331005 w 2128916"/>
                  <a:gd name="connsiteY45" fmla="*/ 511932 h 2038139"/>
                  <a:gd name="connsiteX46" fmla="*/ 557363 w 2128916"/>
                  <a:gd name="connsiteY46" fmla="*/ 752566 h 2038139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2128916" h="2038139">
                    <a:moveTo>
                      <a:pt x="1171733" y="210232"/>
                    </a:moveTo>
                    <a:cubicBezTo>
                      <a:pt x="1186935" y="209627"/>
                      <a:pt x="1200495" y="200471"/>
                      <a:pt x="1206628" y="186565"/>
                    </a:cubicBezTo>
                    <a:cubicBezTo>
                      <a:pt x="1236945" y="118503"/>
                      <a:pt x="1341715" y="35672"/>
                      <a:pt x="1399844" y="0"/>
                    </a:cubicBezTo>
                    <a:lnTo>
                      <a:pt x="1713550" y="164886"/>
                    </a:lnTo>
                    <a:cubicBezTo>
                      <a:pt x="1717091" y="233034"/>
                      <a:pt x="1708367" y="366307"/>
                      <a:pt x="1669500" y="429878"/>
                    </a:cubicBezTo>
                    <a:cubicBezTo>
                      <a:pt x="1661553" y="442834"/>
                      <a:pt x="1661726" y="459244"/>
                      <a:pt x="1669759" y="472028"/>
                    </a:cubicBezTo>
                    <a:lnTo>
                      <a:pt x="1818579" y="707566"/>
                    </a:lnTo>
                    <a:cubicBezTo>
                      <a:pt x="1826698" y="720436"/>
                      <a:pt x="1841468" y="727518"/>
                      <a:pt x="1856583" y="725964"/>
                    </a:cubicBezTo>
                    <a:cubicBezTo>
                      <a:pt x="1930691" y="718190"/>
                      <a:pt x="2054809" y="767509"/>
                      <a:pt x="2114838" y="799985"/>
                    </a:cubicBezTo>
                    <a:lnTo>
                      <a:pt x="2128917" y="1154113"/>
                    </a:lnTo>
                    <a:cubicBezTo>
                      <a:pt x="2071651" y="1191254"/>
                      <a:pt x="1951939" y="1250333"/>
                      <a:pt x="1877399" y="1248433"/>
                    </a:cubicBezTo>
                    <a:cubicBezTo>
                      <a:pt x="1862197" y="1248087"/>
                      <a:pt x="1848118" y="1256379"/>
                      <a:pt x="1841036" y="1269767"/>
                    </a:cubicBezTo>
                    <a:lnTo>
                      <a:pt x="1711477" y="1516361"/>
                    </a:lnTo>
                    <a:cubicBezTo>
                      <a:pt x="1704395" y="1529835"/>
                      <a:pt x="1705603" y="1546160"/>
                      <a:pt x="1714500" y="1558424"/>
                    </a:cubicBezTo>
                    <a:cubicBezTo>
                      <a:pt x="1758291" y="1618713"/>
                      <a:pt x="1777638" y="1750863"/>
                      <a:pt x="1779452" y="1819097"/>
                    </a:cubicBezTo>
                    <a:lnTo>
                      <a:pt x="1479825" y="2008340"/>
                    </a:lnTo>
                    <a:cubicBezTo>
                      <a:pt x="1419018" y="1977332"/>
                      <a:pt x="1308030" y="1903138"/>
                      <a:pt x="1272358" y="1837668"/>
                    </a:cubicBezTo>
                    <a:cubicBezTo>
                      <a:pt x="1265102" y="1824367"/>
                      <a:pt x="1250851" y="1816247"/>
                      <a:pt x="1235649" y="1816852"/>
                    </a:cubicBezTo>
                    <a:lnTo>
                      <a:pt x="957270" y="1827908"/>
                    </a:lnTo>
                    <a:cubicBezTo>
                      <a:pt x="942068" y="1828512"/>
                      <a:pt x="928508" y="1837754"/>
                      <a:pt x="922375" y="1851574"/>
                    </a:cubicBezTo>
                    <a:cubicBezTo>
                      <a:pt x="892058" y="1919635"/>
                      <a:pt x="787288" y="2002467"/>
                      <a:pt x="729159" y="2038139"/>
                    </a:cubicBezTo>
                    <a:lnTo>
                      <a:pt x="415453" y="1873253"/>
                    </a:lnTo>
                    <a:cubicBezTo>
                      <a:pt x="411912" y="1805105"/>
                      <a:pt x="420636" y="1671832"/>
                      <a:pt x="459503" y="1608262"/>
                    </a:cubicBezTo>
                    <a:cubicBezTo>
                      <a:pt x="467450" y="1595306"/>
                      <a:pt x="467277" y="1578895"/>
                      <a:pt x="459158" y="1566112"/>
                    </a:cubicBezTo>
                    <a:lnTo>
                      <a:pt x="310337" y="1330573"/>
                    </a:lnTo>
                    <a:cubicBezTo>
                      <a:pt x="302218" y="1317703"/>
                      <a:pt x="287448" y="1310621"/>
                      <a:pt x="272333" y="1312175"/>
                    </a:cubicBezTo>
                    <a:cubicBezTo>
                      <a:pt x="198226" y="1319949"/>
                      <a:pt x="74108" y="1270630"/>
                      <a:pt x="14079" y="1238154"/>
                    </a:cubicBezTo>
                    <a:lnTo>
                      <a:pt x="0" y="884026"/>
                    </a:lnTo>
                    <a:cubicBezTo>
                      <a:pt x="57265" y="846885"/>
                      <a:pt x="176978" y="787806"/>
                      <a:pt x="251518" y="789707"/>
                    </a:cubicBezTo>
                    <a:cubicBezTo>
                      <a:pt x="266719" y="790052"/>
                      <a:pt x="280798" y="781760"/>
                      <a:pt x="287881" y="768373"/>
                    </a:cubicBezTo>
                    <a:lnTo>
                      <a:pt x="417440" y="521778"/>
                    </a:lnTo>
                    <a:cubicBezTo>
                      <a:pt x="424522" y="508304"/>
                      <a:pt x="423313" y="491980"/>
                      <a:pt x="414417" y="479715"/>
                    </a:cubicBezTo>
                    <a:cubicBezTo>
                      <a:pt x="370625" y="419426"/>
                      <a:pt x="351364" y="287276"/>
                      <a:pt x="349465" y="219042"/>
                    </a:cubicBezTo>
                    <a:lnTo>
                      <a:pt x="649092" y="29799"/>
                    </a:lnTo>
                    <a:cubicBezTo>
                      <a:pt x="709898" y="60807"/>
                      <a:pt x="820887" y="135001"/>
                      <a:pt x="856559" y="200471"/>
                    </a:cubicBezTo>
                    <a:cubicBezTo>
                      <a:pt x="863814" y="213773"/>
                      <a:pt x="878066" y="221892"/>
                      <a:pt x="893267" y="221287"/>
                    </a:cubicBezTo>
                    <a:lnTo>
                      <a:pt x="1171733" y="210232"/>
                    </a:lnTo>
                    <a:close/>
                    <a:moveTo>
                      <a:pt x="755503" y="856732"/>
                    </a:moveTo>
                    <a:cubicBezTo>
                      <a:pt x="665848" y="1027405"/>
                      <a:pt x="731491" y="1238413"/>
                      <a:pt x="902077" y="1328068"/>
                    </a:cubicBezTo>
                    <a:cubicBezTo>
                      <a:pt x="1072750" y="1417723"/>
                      <a:pt x="1283759" y="1352080"/>
                      <a:pt x="1373414" y="1181494"/>
                    </a:cubicBezTo>
                    <a:cubicBezTo>
                      <a:pt x="1463069" y="1010821"/>
                      <a:pt x="1397425" y="799812"/>
                      <a:pt x="1226839" y="710157"/>
                    </a:cubicBezTo>
                    <a:cubicBezTo>
                      <a:pt x="1056166" y="620416"/>
                      <a:pt x="845158" y="686059"/>
                      <a:pt x="755503" y="856732"/>
                    </a:cubicBezTo>
                    <a:close/>
                    <a:moveTo>
                      <a:pt x="557363" y="752566"/>
                    </a:moveTo>
                    <a:cubicBezTo>
                      <a:pt x="410184" y="1032673"/>
                      <a:pt x="517891" y="1379028"/>
                      <a:pt x="797998" y="1526207"/>
                    </a:cubicBezTo>
                    <a:cubicBezTo>
                      <a:pt x="1078105" y="1673387"/>
                      <a:pt x="1424460" y="1565680"/>
                      <a:pt x="1571640" y="1285573"/>
                    </a:cubicBezTo>
                    <a:cubicBezTo>
                      <a:pt x="1718819" y="1005466"/>
                      <a:pt x="1611111" y="659111"/>
                      <a:pt x="1331005" y="511932"/>
                    </a:cubicBezTo>
                    <a:cubicBezTo>
                      <a:pt x="1050898" y="364752"/>
                      <a:pt x="704543" y="472459"/>
                      <a:pt x="557363" y="752566"/>
                    </a:cubicBezTo>
                    <a:close/>
                  </a:path>
                </a:pathLst>
              </a:custGeom>
              <a:solidFill>
                <a:srgbClr val="F7CC7F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9" name="" descr="024c9c73-371e-403b-9586-0b24b3efbea4"/>
              <p:cNvGrpSpPr/>
              <p:nvPr/>
            </p:nvGrpSpPr>
            <p:grpSpPr>
              <a:xfrm>
                <a:off x="1553315" y="2854760"/>
                <a:ext cx="1601863" cy="3965926"/>
                <a:chOff x="1553315" y="2854760"/>
                <a:chExt cx="1601863" cy="3965926"/>
              </a:xfrm>
            </p:grpSpPr>
            <p:grpSp>
              <p:nvGrpSpPr>
                <p:cNvPr id="146" name="" descr="6a0e28f9-65f6-48f6-974c-41e927ac637e"/>
                <p:cNvGrpSpPr/>
                <p:nvPr/>
              </p:nvGrpSpPr>
              <p:grpSpPr>
                <a:xfrm>
                  <a:off x="1800758" y="4673631"/>
                  <a:ext cx="913285" cy="2141787"/>
                  <a:chOff x="1800758" y="4673631"/>
                  <a:chExt cx="913285" cy="2141787"/>
                </a:xfrm>
              </p:grpSpPr>
              <p:sp>
                <p:nvSpPr>
                  <p:cNvPr id="168" name="" descr="0e010671-4328-4673-a6cf-3932866e827f"/>
                  <p:cNvSpPr/>
                  <p:nvPr/>
                </p:nvSpPr>
                <p:spPr>
                  <a:xfrm>
                    <a:off x="1800763" y="6463794"/>
                    <a:ext cx="209457" cy="347436"/>
                  </a:xfrm>
                  <a:custGeom>
                    <a:gdLst>
                      <a:gd name="connsiteX0" fmla="*/ 102442 w 209457"/>
                      <a:gd name="connsiteY0" fmla="*/ 0 h 347436"/>
                      <a:gd name="connsiteX1" fmla="*/ 58478 w 209457"/>
                      <a:gd name="connsiteY1" fmla="*/ 154435 h 347436"/>
                      <a:gd name="connsiteX2" fmla="*/ 5704 w 209457"/>
                      <a:gd name="connsiteY2" fmla="*/ 314915 h 347436"/>
                      <a:gd name="connsiteX3" fmla="*/ 40512 w 209457"/>
                      <a:gd name="connsiteY3" fmla="*/ 343332 h 347436"/>
                      <a:gd name="connsiteX4" fmla="*/ 151242 w 209457"/>
                      <a:gd name="connsiteY4" fmla="*/ 289176 h 347436"/>
                      <a:gd name="connsiteX5" fmla="*/ 173008 w 209457"/>
                      <a:gd name="connsiteY5" fmla="*/ 189675 h 347436"/>
                      <a:gd name="connsiteX6" fmla="*/ 209458 w 209457"/>
                      <a:gd name="connsiteY6" fmla="*/ 29799 h 347436"/>
                      <a:gd name="connsiteX7" fmla="*/ 102442 w 209457"/>
                      <a:gd name="connsiteY7" fmla="*/ 0 h 347436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09457" h="347436">
                        <a:moveTo>
                          <a:pt x="102442" y="0"/>
                        </a:moveTo>
                        <a:cubicBezTo>
                          <a:pt x="102442" y="0"/>
                          <a:pt x="90090" y="130509"/>
                          <a:pt x="58478" y="154435"/>
                        </a:cubicBezTo>
                        <a:cubicBezTo>
                          <a:pt x="26779" y="178360"/>
                          <a:pt x="-15457" y="267065"/>
                          <a:pt x="5704" y="314915"/>
                        </a:cubicBezTo>
                        <a:cubicBezTo>
                          <a:pt x="12268" y="329858"/>
                          <a:pt x="25484" y="338581"/>
                          <a:pt x="40512" y="343332"/>
                        </a:cubicBezTo>
                        <a:cubicBezTo>
                          <a:pt x="84994" y="357584"/>
                          <a:pt x="132327" y="333572"/>
                          <a:pt x="151242" y="289176"/>
                        </a:cubicBezTo>
                        <a:cubicBezTo>
                          <a:pt x="161866" y="264387"/>
                          <a:pt x="171108" y="231307"/>
                          <a:pt x="173008" y="189675"/>
                        </a:cubicBezTo>
                        <a:cubicBezTo>
                          <a:pt x="177759" y="83695"/>
                          <a:pt x="209458" y="29799"/>
                          <a:pt x="209458" y="29799"/>
                        </a:cubicBezTo>
                        <a:lnTo>
                          <a:pt x="102442" y="0"/>
                        </a:ln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9" name="" descr="a53fc17c-03de-482c-a7f0-12abd04117f6"/>
                  <p:cNvSpPr/>
                  <p:nvPr/>
                </p:nvSpPr>
                <p:spPr>
                  <a:xfrm>
                    <a:off x="2371415" y="6517259"/>
                    <a:ext cx="321779" cy="297904"/>
                  </a:xfrm>
                  <a:custGeom>
                    <a:gdLst>
                      <a:gd name="connsiteX0" fmla="*/ 18414 w 321779"/>
                      <a:gd name="connsiteY0" fmla="*/ 0 h 297904"/>
                      <a:gd name="connsiteX1" fmla="*/ 20314 w 321779"/>
                      <a:gd name="connsiteY1" fmla="*/ 174473 h 297904"/>
                      <a:gd name="connsiteX2" fmla="*/ 2867 w 321779"/>
                      <a:gd name="connsiteY2" fmla="*/ 266115 h 297904"/>
                      <a:gd name="connsiteX3" fmla="*/ 26619 w 321779"/>
                      <a:gd name="connsiteY3" fmla="*/ 293063 h 297904"/>
                      <a:gd name="connsiteX4" fmla="*/ 313895 w 321779"/>
                      <a:gd name="connsiteY4" fmla="*/ 297900 h 297904"/>
                      <a:gd name="connsiteX5" fmla="*/ 306554 w 321779"/>
                      <a:gd name="connsiteY5" fmla="*/ 278034 h 297904"/>
                      <a:gd name="connsiteX6" fmla="*/ 203252 w 321779"/>
                      <a:gd name="connsiteY6" fmla="*/ 218523 h 297904"/>
                      <a:gd name="connsiteX7" fmla="*/ 177599 w 321779"/>
                      <a:gd name="connsiteY7" fmla="*/ 202371 h 297904"/>
                      <a:gd name="connsiteX8" fmla="*/ 136486 w 321779"/>
                      <a:gd name="connsiteY8" fmla="*/ 164540 h 297904"/>
                      <a:gd name="connsiteX9" fmla="*/ 114029 w 321779"/>
                      <a:gd name="connsiteY9" fmla="*/ 24702 h 297904"/>
                      <a:gd name="connsiteX10" fmla="*/ 18414 w 321779"/>
                      <a:gd name="connsiteY10" fmla="*/ 0 h 29790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21779" h="297904">
                        <a:moveTo>
                          <a:pt x="18414" y="0"/>
                        </a:moveTo>
                        <a:cubicBezTo>
                          <a:pt x="18414" y="0"/>
                          <a:pt x="28433" y="131632"/>
                          <a:pt x="20314" y="174473"/>
                        </a:cubicBezTo>
                        <a:cubicBezTo>
                          <a:pt x="15996" y="197362"/>
                          <a:pt x="-8189" y="244521"/>
                          <a:pt x="2867" y="266115"/>
                        </a:cubicBezTo>
                        <a:cubicBezTo>
                          <a:pt x="13923" y="287708"/>
                          <a:pt x="26619" y="293063"/>
                          <a:pt x="26619" y="293063"/>
                        </a:cubicBezTo>
                        <a:lnTo>
                          <a:pt x="313895" y="297900"/>
                        </a:lnTo>
                        <a:cubicBezTo>
                          <a:pt x="329529" y="298159"/>
                          <a:pt x="319164" y="287708"/>
                          <a:pt x="306554" y="278034"/>
                        </a:cubicBezTo>
                        <a:cubicBezTo>
                          <a:pt x="285911" y="262228"/>
                          <a:pt x="269241" y="251777"/>
                          <a:pt x="203252" y="218523"/>
                        </a:cubicBezTo>
                        <a:cubicBezTo>
                          <a:pt x="198933" y="216364"/>
                          <a:pt x="183300" y="205999"/>
                          <a:pt x="177599" y="202371"/>
                        </a:cubicBezTo>
                        <a:cubicBezTo>
                          <a:pt x="163261" y="193302"/>
                          <a:pt x="148923" y="178965"/>
                          <a:pt x="136486" y="164540"/>
                        </a:cubicBezTo>
                        <a:cubicBezTo>
                          <a:pt x="115842" y="140615"/>
                          <a:pt x="114029" y="24702"/>
                          <a:pt x="114029" y="24702"/>
                        </a:cubicBezTo>
                        <a:lnTo>
                          <a:pt x="18414" y="0"/>
                        </a:ln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0" name="" descr="2e8e9ae9-e197-4a39-82a7-801d451a014e"/>
                  <p:cNvSpPr/>
                  <p:nvPr/>
                </p:nvSpPr>
                <p:spPr>
                  <a:xfrm>
                    <a:off x="2340027" y="4734179"/>
                    <a:ext cx="294887" cy="1833435"/>
                  </a:xfrm>
                  <a:custGeom>
                    <a:gdLst>
                      <a:gd name="connsiteX0" fmla="*/ 274372 w 294887"/>
                      <a:gd name="connsiteY0" fmla="*/ 32994 h 1833435"/>
                      <a:gd name="connsiteX1" fmla="*/ 286809 w 294887"/>
                      <a:gd name="connsiteY1" fmla="*/ 386864 h 1833435"/>
                      <a:gd name="connsiteX2" fmla="*/ 149045 w 294887"/>
                      <a:gd name="connsiteY2" fmla="*/ 1826008 h 1833435"/>
                      <a:gd name="connsiteX3" fmla="*/ 22336 w 294887"/>
                      <a:gd name="connsiteY3" fmla="*/ 1833436 h 1833435"/>
                      <a:gd name="connsiteX4" fmla="*/ 570 w 294887"/>
                      <a:gd name="connsiteY4" fmla="*/ 1215352 h 1833435"/>
                      <a:gd name="connsiteX5" fmla="*/ 42892 w 294887"/>
                      <a:gd name="connsiteY5" fmla="*/ 1013585 h 1833435"/>
                      <a:gd name="connsiteX6" fmla="*/ 30282 w 294887"/>
                      <a:gd name="connsiteY6" fmla="*/ 575502 h 1833435"/>
                      <a:gd name="connsiteX7" fmla="*/ 190158 w 294887"/>
                      <a:gd name="connsiteY7" fmla="*/ 0 h 1833435"/>
                      <a:gd name="connsiteX8" fmla="*/ 274372 w 294887"/>
                      <a:gd name="connsiteY8" fmla="*/ 32994 h 1833435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94887" h="1833435">
                        <a:moveTo>
                          <a:pt x="274372" y="32994"/>
                        </a:moveTo>
                        <a:cubicBezTo>
                          <a:pt x="274372" y="32994"/>
                          <a:pt x="310562" y="246767"/>
                          <a:pt x="286809" y="386864"/>
                        </a:cubicBezTo>
                        <a:cubicBezTo>
                          <a:pt x="263057" y="526961"/>
                          <a:pt x="149045" y="1826008"/>
                          <a:pt x="149045" y="1826008"/>
                        </a:cubicBezTo>
                        <a:lnTo>
                          <a:pt x="22336" y="1833436"/>
                        </a:lnTo>
                        <a:cubicBezTo>
                          <a:pt x="22336" y="1833436"/>
                          <a:pt x="-4181" y="1290842"/>
                          <a:pt x="570" y="1215352"/>
                        </a:cubicBezTo>
                        <a:cubicBezTo>
                          <a:pt x="5320" y="1139862"/>
                          <a:pt x="42892" y="1013585"/>
                          <a:pt x="42892" y="1013585"/>
                        </a:cubicBezTo>
                        <a:lnTo>
                          <a:pt x="30282" y="575502"/>
                        </a:lnTo>
                        <a:lnTo>
                          <a:pt x="190158" y="0"/>
                        </a:lnTo>
                        <a:lnTo>
                          <a:pt x="274372" y="32994"/>
                        </a:lnTo>
                        <a:close/>
                      </a:path>
                    </a:pathLst>
                  </a:custGeom>
                  <a:solidFill>
                    <a:srgbClr val="35538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1" name="" descr="9d390052-55ab-4588-bf2f-cd33b54d77f7"/>
                  <p:cNvSpPr/>
                  <p:nvPr/>
                </p:nvSpPr>
                <p:spPr>
                  <a:xfrm>
                    <a:off x="1887398" y="4673631"/>
                    <a:ext cx="710934" cy="1838013"/>
                  </a:xfrm>
                  <a:custGeom>
                    <a:gdLst>
                      <a:gd name="connsiteX0" fmla="*/ 354647 w 710934"/>
                      <a:gd name="connsiteY0" fmla="*/ 48628 h 1838013"/>
                      <a:gd name="connsiteX1" fmla="*/ 231134 w 710934"/>
                      <a:gd name="connsiteY1" fmla="*/ 334263 h 1838013"/>
                      <a:gd name="connsiteX2" fmla="*/ 202890 w 710934"/>
                      <a:gd name="connsiteY2" fmla="*/ 1030687 h 1838013"/>
                      <a:gd name="connsiteX3" fmla="*/ 70135 w 710934"/>
                      <a:gd name="connsiteY3" fmla="*/ 1382742 h 1838013"/>
                      <a:gd name="connsiteX4" fmla="*/ 0 w 710934"/>
                      <a:gd name="connsiteY4" fmla="*/ 1811929 h 1838013"/>
                      <a:gd name="connsiteX5" fmla="*/ 126623 w 710934"/>
                      <a:gd name="connsiteY5" fmla="*/ 1838014 h 1838013"/>
                      <a:gd name="connsiteX6" fmla="*/ 420895 w 710934"/>
                      <a:gd name="connsiteY6" fmla="*/ 1062300 h 1838013"/>
                      <a:gd name="connsiteX7" fmla="*/ 651769 w 710934"/>
                      <a:gd name="connsiteY7" fmla="*/ 361125 h 1838013"/>
                      <a:gd name="connsiteX8" fmla="*/ 710935 w 710934"/>
                      <a:gd name="connsiteY8" fmla="*/ 0 h 1838013"/>
                      <a:gd name="connsiteX9" fmla="*/ 354647 w 710934"/>
                      <a:gd name="connsiteY9" fmla="*/ 48628 h 183801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710934" h="1838012">
                        <a:moveTo>
                          <a:pt x="354647" y="48628"/>
                        </a:moveTo>
                        <a:cubicBezTo>
                          <a:pt x="354647" y="48628"/>
                          <a:pt x="254886" y="204963"/>
                          <a:pt x="231134" y="334263"/>
                        </a:cubicBezTo>
                        <a:cubicBezTo>
                          <a:pt x="207381" y="463650"/>
                          <a:pt x="248581" y="861137"/>
                          <a:pt x="202890" y="1030687"/>
                        </a:cubicBezTo>
                        <a:cubicBezTo>
                          <a:pt x="178187" y="1122501"/>
                          <a:pt x="84386" y="1264153"/>
                          <a:pt x="70135" y="1382742"/>
                        </a:cubicBezTo>
                        <a:cubicBezTo>
                          <a:pt x="55883" y="1501332"/>
                          <a:pt x="0" y="1811929"/>
                          <a:pt x="0" y="1811929"/>
                        </a:cubicBezTo>
                        <a:lnTo>
                          <a:pt x="126623" y="1838014"/>
                        </a:lnTo>
                        <a:lnTo>
                          <a:pt x="420895" y="1062300"/>
                        </a:lnTo>
                        <a:lnTo>
                          <a:pt x="651769" y="361125"/>
                        </a:lnTo>
                        <a:lnTo>
                          <a:pt x="710935" y="0"/>
                        </a:lnTo>
                        <a:lnTo>
                          <a:pt x="354647" y="48628"/>
                        </a:lnTo>
                        <a:close/>
                      </a:path>
                    </a:pathLst>
                  </a:custGeom>
                  <a:solidFill>
                    <a:srgbClr val="466EB6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2" name="" descr="96540598-3a37-49e4-a870-0e044bec4675"/>
                  <p:cNvSpPr/>
                  <p:nvPr/>
                </p:nvSpPr>
                <p:spPr>
                  <a:xfrm>
                    <a:off x="1800758" y="6669361"/>
                    <a:ext cx="159884" cy="143343"/>
                  </a:xfrm>
                  <a:custGeom>
                    <a:gdLst>
                      <a:gd name="connsiteX0" fmla="*/ 159884 w 159884"/>
                      <a:gd name="connsiteY0" fmla="*/ 60375 h 143343"/>
                      <a:gd name="connsiteX1" fmla="*/ 21083 w 159884"/>
                      <a:gd name="connsiteY1" fmla="*/ 0 h 143343"/>
                      <a:gd name="connsiteX2" fmla="*/ 5709 w 159884"/>
                      <a:gd name="connsiteY2" fmla="*/ 109435 h 143343"/>
                      <a:gd name="connsiteX3" fmla="*/ 74202 w 159884"/>
                      <a:gd name="connsiteY3" fmla="*/ 143293 h 143343"/>
                      <a:gd name="connsiteX4" fmla="*/ 141400 w 159884"/>
                      <a:gd name="connsiteY4" fmla="*/ 104252 h 143343"/>
                      <a:gd name="connsiteX5" fmla="*/ 159884 w 159884"/>
                      <a:gd name="connsiteY5" fmla="*/ 60375 h 14334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59884" h="143343">
                        <a:moveTo>
                          <a:pt x="159884" y="60375"/>
                        </a:moveTo>
                        <a:cubicBezTo>
                          <a:pt x="90872" y="73503"/>
                          <a:pt x="44922" y="31440"/>
                          <a:pt x="21083" y="0"/>
                        </a:cubicBezTo>
                        <a:cubicBezTo>
                          <a:pt x="3549" y="35672"/>
                          <a:pt x="-7247" y="80154"/>
                          <a:pt x="5709" y="109435"/>
                        </a:cubicBezTo>
                        <a:cubicBezTo>
                          <a:pt x="17110" y="135260"/>
                          <a:pt x="48031" y="142256"/>
                          <a:pt x="74202" y="143293"/>
                        </a:cubicBezTo>
                        <a:cubicBezTo>
                          <a:pt x="101842" y="144329"/>
                          <a:pt x="127667" y="129300"/>
                          <a:pt x="141400" y="104252"/>
                        </a:cubicBezTo>
                        <a:cubicBezTo>
                          <a:pt x="147706" y="92505"/>
                          <a:pt x="154356" y="77908"/>
                          <a:pt x="159884" y="60375"/>
                        </a:cubicBezTo>
                        <a:close/>
                      </a:path>
                    </a:pathLst>
                  </a:custGeom>
                  <a:solidFill>
                    <a:srgbClr val="3C8F7C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3" name="" descr="997bdeb8-6382-49c6-b297-e8f45bc5352f"/>
                  <p:cNvSpPr/>
                  <p:nvPr/>
                </p:nvSpPr>
                <p:spPr>
                  <a:xfrm>
                    <a:off x="2370864" y="6712893"/>
                    <a:ext cx="343179" cy="102525"/>
                  </a:xfrm>
                  <a:custGeom>
                    <a:gdLst>
                      <a:gd name="connsiteX0" fmla="*/ 178236 w 343179"/>
                      <a:gd name="connsiteY0" fmla="*/ 6650 h 102525"/>
                      <a:gd name="connsiteX1" fmla="*/ 14732 w 343179"/>
                      <a:gd name="connsiteY1" fmla="*/ 0 h 102525"/>
                      <a:gd name="connsiteX2" fmla="*/ 1604 w 343179"/>
                      <a:gd name="connsiteY2" fmla="*/ 71171 h 102525"/>
                      <a:gd name="connsiteX3" fmla="*/ 27256 w 343179"/>
                      <a:gd name="connsiteY3" fmla="*/ 99069 h 102525"/>
                      <a:gd name="connsiteX4" fmla="*/ 334398 w 343179"/>
                      <a:gd name="connsiteY4" fmla="*/ 102524 h 102525"/>
                      <a:gd name="connsiteX5" fmla="*/ 341135 w 343179"/>
                      <a:gd name="connsiteY5" fmla="*/ 87755 h 102525"/>
                      <a:gd name="connsiteX6" fmla="*/ 178236 w 343179"/>
                      <a:gd name="connsiteY6" fmla="*/ 6650 h 102525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43179" h="102524">
                        <a:moveTo>
                          <a:pt x="178236" y="6650"/>
                        </a:moveTo>
                        <a:cubicBezTo>
                          <a:pt x="102228" y="26948"/>
                          <a:pt x="46086" y="13128"/>
                          <a:pt x="14732" y="0"/>
                        </a:cubicBezTo>
                        <a:cubicBezTo>
                          <a:pt x="6613" y="23925"/>
                          <a:pt x="-4097" y="53897"/>
                          <a:pt x="1604" y="71171"/>
                        </a:cubicBezTo>
                        <a:cubicBezTo>
                          <a:pt x="8600" y="92333"/>
                          <a:pt x="18533" y="98897"/>
                          <a:pt x="27256" y="99069"/>
                        </a:cubicBezTo>
                        <a:cubicBezTo>
                          <a:pt x="96614" y="100970"/>
                          <a:pt x="281452" y="101833"/>
                          <a:pt x="334398" y="102524"/>
                        </a:cubicBezTo>
                        <a:cubicBezTo>
                          <a:pt x="341826" y="102611"/>
                          <a:pt x="345886" y="93628"/>
                          <a:pt x="341135" y="87755"/>
                        </a:cubicBezTo>
                        <a:cubicBezTo>
                          <a:pt x="327920" y="71430"/>
                          <a:pt x="183850" y="10278"/>
                          <a:pt x="178236" y="6650"/>
                        </a:cubicBezTo>
                        <a:close/>
                      </a:path>
                    </a:pathLst>
                  </a:custGeom>
                  <a:solidFill>
                    <a:srgbClr val="3C8F7C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47" name="" descr="feaaa623-0149-4656-ada8-9e9dfc7ccf5e"/>
                <p:cNvSpPr/>
                <p:nvPr/>
              </p:nvSpPr>
              <p:spPr>
                <a:xfrm>
                  <a:off x="1721994" y="3395576"/>
                  <a:ext cx="911744" cy="1067750"/>
                </a:xfrm>
                <a:custGeom>
                  <a:gdLst>
                    <a:gd name="connsiteX0" fmla="*/ 904410 w 911744"/>
                    <a:gd name="connsiteY0" fmla="*/ 203232 h 1067750"/>
                    <a:gd name="connsiteX1" fmla="*/ 611174 w 911744"/>
                    <a:gd name="connsiteY1" fmla="*/ 22713 h 1067750"/>
                    <a:gd name="connsiteX2" fmla="*/ 516423 w 911744"/>
                    <a:gd name="connsiteY2" fmla="*/ 98635 h 1067750"/>
                    <a:gd name="connsiteX3" fmla="*/ 380299 w 911744"/>
                    <a:gd name="connsiteY3" fmla="*/ 341601 h 1067750"/>
                    <a:gd name="connsiteX4" fmla="*/ 114617 w 911744"/>
                    <a:gd name="connsiteY4" fmla="*/ 441016 h 1067750"/>
                    <a:gd name="connsiteX5" fmla="*/ 0 w 911744"/>
                    <a:gd name="connsiteY5" fmla="*/ 680010 h 1067750"/>
                    <a:gd name="connsiteX6" fmla="*/ 116171 w 911744"/>
                    <a:gd name="connsiteY6" fmla="*/ 992680 h 1067750"/>
                    <a:gd name="connsiteX7" fmla="*/ 445770 w 911744"/>
                    <a:gd name="connsiteY7" fmla="*/ 1053227 h 1067750"/>
                    <a:gd name="connsiteX8" fmla="*/ 722595 w 911744"/>
                    <a:gd name="connsiteY8" fmla="*/ 852669 h 1067750"/>
                    <a:gd name="connsiteX9" fmla="*/ 874870 w 911744"/>
                    <a:gd name="connsiteY9" fmla="*/ 546218 h 1067750"/>
                    <a:gd name="connsiteX10" fmla="*/ 904410 w 911744"/>
                    <a:gd name="connsiteY10" fmla="*/ 203232 h 106775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11744" h="1067750">
                      <a:moveTo>
                        <a:pt x="904410" y="203232"/>
                      </a:moveTo>
                      <a:cubicBezTo>
                        <a:pt x="881953" y="56917"/>
                        <a:pt x="749630" y="-48285"/>
                        <a:pt x="611174" y="22713"/>
                      </a:cubicBezTo>
                      <a:cubicBezTo>
                        <a:pt x="580080" y="38692"/>
                        <a:pt x="537930" y="71082"/>
                        <a:pt x="516423" y="98635"/>
                      </a:cubicBezTo>
                      <a:cubicBezTo>
                        <a:pt x="457258" y="174556"/>
                        <a:pt x="442920" y="268616"/>
                        <a:pt x="380299" y="341601"/>
                      </a:cubicBezTo>
                      <a:cubicBezTo>
                        <a:pt x="326230" y="404567"/>
                        <a:pt x="181988" y="392648"/>
                        <a:pt x="114617" y="441016"/>
                      </a:cubicBezTo>
                      <a:cubicBezTo>
                        <a:pt x="47246" y="489385"/>
                        <a:pt x="0" y="576190"/>
                        <a:pt x="0" y="680010"/>
                      </a:cubicBezTo>
                      <a:cubicBezTo>
                        <a:pt x="0" y="796095"/>
                        <a:pt x="26171" y="919263"/>
                        <a:pt x="116171" y="992680"/>
                      </a:cubicBezTo>
                      <a:cubicBezTo>
                        <a:pt x="206085" y="1066096"/>
                        <a:pt x="333917" y="1084321"/>
                        <a:pt x="445770" y="1053227"/>
                      </a:cubicBezTo>
                      <a:cubicBezTo>
                        <a:pt x="557623" y="1022133"/>
                        <a:pt x="653583" y="945952"/>
                        <a:pt x="722595" y="852669"/>
                      </a:cubicBezTo>
                      <a:cubicBezTo>
                        <a:pt x="791693" y="759386"/>
                        <a:pt x="840494" y="657121"/>
                        <a:pt x="874870" y="546218"/>
                      </a:cubicBezTo>
                      <a:cubicBezTo>
                        <a:pt x="913306" y="422533"/>
                        <a:pt x="918920" y="297810"/>
                        <a:pt x="904410" y="203232"/>
                      </a:cubicBezTo>
                      <a:close/>
                    </a:path>
                  </a:pathLst>
                </a:custGeom>
                <a:solidFill>
                  <a:srgbClr val="184655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48" name="" descr="ecd4469e-b4f2-47fe-9fd7-c8568d41c462"/>
                <p:cNvSpPr/>
                <p:nvPr/>
              </p:nvSpPr>
              <p:spPr>
                <a:xfrm>
                  <a:off x="1553315" y="2854760"/>
                  <a:ext cx="566599" cy="1001007"/>
                </a:xfrm>
                <a:custGeom>
                  <a:gdLst>
                    <a:gd name="connsiteX0" fmla="*/ 566599 w 566599"/>
                    <a:gd name="connsiteY0" fmla="*/ 942447 h 1001007"/>
                    <a:gd name="connsiteX1" fmla="*/ 355331 w 566599"/>
                    <a:gd name="connsiteY1" fmla="*/ 574671 h 1001007"/>
                    <a:gd name="connsiteX2" fmla="*/ 202452 w 566599"/>
                    <a:gd name="connsiteY2" fmla="*/ 243863 h 1001007"/>
                    <a:gd name="connsiteX3" fmla="*/ 259199 w 566599"/>
                    <a:gd name="connsiteY3" fmla="*/ 108344 h 1001007"/>
                    <a:gd name="connsiteX4" fmla="*/ 203920 w 566599"/>
                    <a:gd name="connsiteY4" fmla="*/ 164141 h 1001007"/>
                    <a:gd name="connsiteX5" fmla="*/ 120484 w 566599"/>
                    <a:gd name="connsiteY5" fmla="*/ 292 h 1001007"/>
                    <a:gd name="connsiteX6" fmla="*/ 139140 w 566599"/>
                    <a:gd name="connsiteY6" fmla="*/ 107394 h 1001007"/>
                    <a:gd name="connsiteX7" fmla="*/ 75829 w 566599"/>
                    <a:gd name="connsiteY7" fmla="*/ 15235 h 1001007"/>
                    <a:gd name="connsiteX8" fmla="*/ 109515 w 566599"/>
                    <a:gd name="connsiteY8" fmla="*/ 115254 h 1001007"/>
                    <a:gd name="connsiteX9" fmla="*/ 29965 w 566599"/>
                    <a:gd name="connsiteY9" fmla="*/ 57039 h 1001007"/>
                    <a:gd name="connsiteX10" fmla="*/ 75225 w 566599"/>
                    <a:gd name="connsiteY10" fmla="*/ 136329 h 1001007"/>
                    <a:gd name="connsiteX11" fmla="*/ 426 w 566599"/>
                    <a:gd name="connsiteY11" fmla="*/ 113095 h 1001007"/>
                    <a:gd name="connsiteX12" fmla="*/ 70129 w 566599"/>
                    <a:gd name="connsiteY12" fmla="*/ 173124 h 1001007"/>
                    <a:gd name="connsiteX13" fmla="*/ 129553 w 566599"/>
                    <a:gd name="connsiteY13" fmla="*/ 277981 h 1001007"/>
                    <a:gd name="connsiteX14" fmla="*/ 223440 w 566599"/>
                    <a:gd name="connsiteY14" fmla="*/ 657935 h 1001007"/>
                    <a:gd name="connsiteX15" fmla="*/ 425466 w 566599"/>
                    <a:gd name="connsiteY15" fmla="*/ 1001007 h 1001007"/>
                    <a:gd name="connsiteX16" fmla="*/ 566599 w 566599"/>
                    <a:gd name="connsiteY16" fmla="*/ 942447 h 1001007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566599" h="1001007">
                      <a:moveTo>
                        <a:pt x="566599" y="942447"/>
                      </a:moveTo>
                      <a:cubicBezTo>
                        <a:pt x="566599" y="942447"/>
                        <a:pt x="396704" y="639105"/>
                        <a:pt x="355331" y="574671"/>
                      </a:cubicBezTo>
                      <a:cubicBezTo>
                        <a:pt x="313959" y="510237"/>
                        <a:pt x="206252" y="253969"/>
                        <a:pt x="202452" y="243863"/>
                      </a:cubicBezTo>
                      <a:cubicBezTo>
                        <a:pt x="198565" y="233758"/>
                        <a:pt x="276646" y="112490"/>
                        <a:pt x="259199" y="108344"/>
                      </a:cubicBezTo>
                      <a:cubicBezTo>
                        <a:pt x="241751" y="104198"/>
                        <a:pt x="222490" y="172260"/>
                        <a:pt x="203920" y="164141"/>
                      </a:cubicBezTo>
                      <a:cubicBezTo>
                        <a:pt x="185350" y="156022"/>
                        <a:pt x="131108" y="-7827"/>
                        <a:pt x="120484" y="292"/>
                      </a:cubicBezTo>
                      <a:cubicBezTo>
                        <a:pt x="100704" y="15494"/>
                        <a:pt x="149764" y="101953"/>
                        <a:pt x="139140" y="107394"/>
                      </a:cubicBezTo>
                      <a:cubicBezTo>
                        <a:pt x="128603" y="112836"/>
                        <a:pt x="96559" y="12298"/>
                        <a:pt x="75829" y="15235"/>
                      </a:cubicBezTo>
                      <a:cubicBezTo>
                        <a:pt x="55100" y="18171"/>
                        <a:pt x="115301" y="107394"/>
                        <a:pt x="109515" y="115254"/>
                      </a:cubicBezTo>
                      <a:cubicBezTo>
                        <a:pt x="103728" y="123114"/>
                        <a:pt x="41194" y="39074"/>
                        <a:pt x="29965" y="57039"/>
                      </a:cubicBezTo>
                      <a:cubicBezTo>
                        <a:pt x="23833" y="66799"/>
                        <a:pt x="87403" y="130369"/>
                        <a:pt x="75225" y="136329"/>
                      </a:cubicBezTo>
                      <a:cubicBezTo>
                        <a:pt x="63046" y="142289"/>
                        <a:pt x="6472" y="101176"/>
                        <a:pt x="426" y="113095"/>
                      </a:cubicBezTo>
                      <a:cubicBezTo>
                        <a:pt x="-5534" y="124928"/>
                        <a:pt x="52768" y="141166"/>
                        <a:pt x="70129" y="173124"/>
                      </a:cubicBezTo>
                      <a:cubicBezTo>
                        <a:pt x="87576" y="205082"/>
                        <a:pt x="117288" y="218901"/>
                        <a:pt x="129553" y="277981"/>
                      </a:cubicBezTo>
                      <a:cubicBezTo>
                        <a:pt x="141904" y="337146"/>
                        <a:pt x="160302" y="551178"/>
                        <a:pt x="223440" y="657935"/>
                      </a:cubicBezTo>
                      <a:cubicBezTo>
                        <a:pt x="286579" y="764691"/>
                        <a:pt x="425466" y="1001007"/>
                        <a:pt x="425466" y="1001007"/>
                      </a:cubicBezTo>
                      <a:lnTo>
                        <a:pt x="566599" y="942447"/>
                      </a:lnTo>
                      <a:close/>
                    </a:path>
                  </a:pathLst>
                </a:custGeom>
                <a:solidFill>
                  <a:srgbClr val="F79C8D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49" name="" descr="bff902a3-5f9c-4e7c-aded-4402492d08bc"/>
                <p:cNvGrpSpPr/>
                <p:nvPr/>
              </p:nvGrpSpPr>
              <p:grpSpPr>
                <a:xfrm>
                  <a:off x="2412372" y="3953973"/>
                  <a:ext cx="477986" cy="637517"/>
                  <a:chOff x="2412372" y="3953973"/>
                  <a:chExt cx="477986" cy="637517"/>
                </a:xfrm>
              </p:grpSpPr>
              <p:sp>
                <p:nvSpPr>
                  <p:cNvPr id="165" name="" descr="97cbf565-62df-4023-8d6e-8319f956cc6e"/>
                  <p:cNvSpPr/>
                  <p:nvPr/>
                </p:nvSpPr>
                <p:spPr>
                  <a:xfrm>
                    <a:off x="2462037" y="4157381"/>
                    <a:ext cx="382199" cy="434110"/>
                  </a:xfrm>
                  <a:custGeom>
                    <a:gdLst>
                      <a:gd name="connsiteX0" fmla="*/ 136210 w 382199"/>
                      <a:gd name="connsiteY0" fmla="*/ 0 h 434110"/>
                      <a:gd name="connsiteX1" fmla="*/ 0 w 382199"/>
                      <a:gd name="connsiteY1" fmla="*/ 78254 h 434110"/>
                      <a:gd name="connsiteX2" fmla="*/ 273370 w 382199"/>
                      <a:gd name="connsiteY2" fmla="*/ 434110 h 434110"/>
                      <a:gd name="connsiteX3" fmla="*/ 382200 w 382199"/>
                      <a:gd name="connsiteY3" fmla="*/ 337891 h 434110"/>
                      <a:gd name="connsiteX4" fmla="*/ 136210 w 382199"/>
                      <a:gd name="connsiteY4" fmla="*/ 0 h 43411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82199" h="434110">
                        <a:moveTo>
                          <a:pt x="136210" y="0"/>
                        </a:moveTo>
                        <a:lnTo>
                          <a:pt x="0" y="78254"/>
                        </a:lnTo>
                        <a:cubicBezTo>
                          <a:pt x="0" y="78254"/>
                          <a:pt x="258514" y="418563"/>
                          <a:pt x="273370" y="434110"/>
                        </a:cubicBezTo>
                        <a:lnTo>
                          <a:pt x="382200" y="337891"/>
                        </a:lnTo>
                        <a:lnTo>
                          <a:pt x="136210" y="0"/>
                        </a:lnTo>
                        <a:close/>
                      </a:path>
                    </a:pathLst>
                  </a:custGeom>
                  <a:solidFill>
                    <a:srgbClr val="F48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6" name="" descr="5615ac04-d4ed-40ec-8d1d-984f10c49236"/>
                  <p:cNvSpPr/>
                  <p:nvPr/>
                </p:nvSpPr>
                <p:spPr>
                  <a:xfrm>
                    <a:off x="2412372" y="3953973"/>
                    <a:ext cx="310251" cy="443524"/>
                  </a:xfrm>
                  <a:custGeom>
                    <a:gdLst>
                      <a:gd name="connsiteX0" fmla="*/ 72812 w 310251"/>
                      <a:gd name="connsiteY0" fmla="*/ 0 h 443524"/>
                      <a:gd name="connsiteX1" fmla="*/ 310251 w 310251"/>
                      <a:gd name="connsiteY1" fmla="*/ 346528 h 443524"/>
                      <a:gd name="connsiteX2" fmla="*/ 129127 w 310251"/>
                      <a:gd name="connsiteY2" fmla="*/ 443524 h 443524"/>
                      <a:gd name="connsiteX3" fmla="*/ 0 w 310251"/>
                      <a:gd name="connsiteY3" fmla="*/ 243053 h 443524"/>
                      <a:gd name="connsiteX4" fmla="*/ 72812 w 310251"/>
                      <a:gd name="connsiteY4" fmla="*/ 0 h 44352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10251" h="443524">
                        <a:moveTo>
                          <a:pt x="72812" y="0"/>
                        </a:moveTo>
                        <a:cubicBezTo>
                          <a:pt x="72812" y="0"/>
                          <a:pt x="178533" y="20125"/>
                          <a:pt x="310251" y="346528"/>
                        </a:cubicBezTo>
                        <a:lnTo>
                          <a:pt x="129127" y="443524"/>
                        </a:lnTo>
                        <a:lnTo>
                          <a:pt x="0" y="243053"/>
                        </a:lnTo>
                        <a:lnTo>
                          <a:pt x="72812" y="0"/>
                        </a:lnTo>
                        <a:close/>
                      </a:path>
                    </a:pathLst>
                  </a:custGeom>
                  <a:solidFill>
                    <a:srgbClr val="F47458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7" name="" descr="097054ee-0911-4945-8283-fe55076307e7"/>
                  <p:cNvSpPr/>
                  <p:nvPr/>
                </p:nvSpPr>
                <p:spPr>
                  <a:xfrm>
                    <a:off x="2716121" y="3974919"/>
                    <a:ext cx="174237" cy="616572"/>
                  </a:xfrm>
                  <a:custGeom>
                    <a:gdLst>
                      <a:gd name="connsiteX0" fmla="*/ 108508 w 174237"/>
                      <a:gd name="connsiteY0" fmla="*/ 561 h 616572"/>
                      <a:gd name="connsiteX1" fmla="*/ 45197 w 174237"/>
                      <a:gd name="connsiteY1" fmla="*/ 27682 h 616572"/>
                      <a:gd name="connsiteX2" fmla="*/ 6502 w 174237"/>
                      <a:gd name="connsiteY2" fmla="*/ 504028 h 616572"/>
                      <a:gd name="connsiteX3" fmla="*/ 19285 w 174237"/>
                      <a:gd name="connsiteY3" fmla="*/ 616572 h 616572"/>
                      <a:gd name="connsiteX4" fmla="*/ 141934 w 174237"/>
                      <a:gd name="connsiteY4" fmla="*/ 460842 h 616572"/>
                      <a:gd name="connsiteX5" fmla="*/ 174238 w 174237"/>
                      <a:gd name="connsiteY5" fmla="*/ 25696 h 616572"/>
                      <a:gd name="connsiteX6" fmla="*/ 108508 w 174237"/>
                      <a:gd name="connsiteY6" fmla="*/ 561 h 61657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4237" h="616572">
                        <a:moveTo>
                          <a:pt x="108508" y="561"/>
                        </a:moveTo>
                        <a:cubicBezTo>
                          <a:pt x="108508" y="561"/>
                          <a:pt x="84583" y="-6262"/>
                          <a:pt x="45197" y="27682"/>
                        </a:cubicBezTo>
                        <a:cubicBezTo>
                          <a:pt x="-3517" y="69573"/>
                          <a:pt x="-6281" y="391484"/>
                          <a:pt x="6502" y="504028"/>
                        </a:cubicBezTo>
                        <a:cubicBezTo>
                          <a:pt x="19285" y="616572"/>
                          <a:pt x="19285" y="616572"/>
                          <a:pt x="19285" y="616572"/>
                        </a:cubicBezTo>
                        <a:cubicBezTo>
                          <a:pt x="19285" y="616572"/>
                          <a:pt x="118527" y="581677"/>
                          <a:pt x="141934" y="460842"/>
                        </a:cubicBezTo>
                        <a:cubicBezTo>
                          <a:pt x="165341" y="340006"/>
                          <a:pt x="174238" y="25696"/>
                          <a:pt x="174238" y="25696"/>
                        </a:cubicBezTo>
                        <a:lnTo>
                          <a:pt x="108508" y="561"/>
                        </a:lnTo>
                        <a:close/>
                      </a:path>
                    </a:pathLst>
                  </a:custGeom>
                  <a:solidFill>
                    <a:srgbClr val="F48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50" name="" descr="b76f1ae8-b53f-4e75-9071-6762923fcfda"/>
                <p:cNvSpPr/>
                <p:nvPr/>
              </p:nvSpPr>
              <p:spPr>
                <a:xfrm>
                  <a:off x="2119891" y="3920193"/>
                  <a:ext cx="513854" cy="975802"/>
                </a:xfrm>
                <a:custGeom>
                  <a:gdLst>
                    <a:gd name="connsiteX0" fmla="*/ 196003 w 513854"/>
                    <a:gd name="connsiteY0" fmla="*/ 441 h 975802"/>
                    <a:gd name="connsiteX1" fmla="*/ 10128 w 513854"/>
                    <a:gd name="connsiteY1" fmla="*/ 49241 h 975802"/>
                    <a:gd name="connsiteX2" fmla="*/ 136578 w 513854"/>
                    <a:gd name="connsiteY2" fmla="*/ 632776 h 975802"/>
                    <a:gd name="connsiteX3" fmla="*/ 57979 w 513854"/>
                    <a:gd name="connsiteY3" fmla="*/ 851126 h 975802"/>
                    <a:gd name="connsiteX4" fmla="*/ 513855 w 513854"/>
                    <a:gd name="connsiteY4" fmla="*/ 963411 h 975802"/>
                    <a:gd name="connsiteX5" fmla="*/ 489929 w 513854"/>
                    <a:gd name="connsiteY5" fmla="*/ 326843 h 975802"/>
                    <a:gd name="connsiteX6" fmla="*/ 381359 w 513854"/>
                    <a:gd name="connsiteY6" fmla="*/ 42072 h 975802"/>
                    <a:gd name="connsiteX7" fmla="*/ 196003 w 513854"/>
                    <a:gd name="connsiteY7" fmla="*/ 441 h 975802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13854" h="975802">
                      <a:moveTo>
                        <a:pt x="196003" y="441"/>
                      </a:moveTo>
                      <a:cubicBezTo>
                        <a:pt x="196003" y="441"/>
                        <a:pt x="62816" y="-8024"/>
                        <a:pt x="10128" y="49241"/>
                      </a:cubicBezTo>
                      <a:cubicBezTo>
                        <a:pt x="-42559" y="106506"/>
                        <a:pt x="126991" y="559791"/>
                        <a:pt x="136578" y="632776"/>
                      </a:cubicBezTo>
                      <a:cubicBezTo>
                        <a:pt x="146166" y="705675"/>
                        <a:pt x="57979" y="851126"/>
                        <a:pt x="57979" y="851126"/>
                      </a:cubicBezTo>
                      <a:cubicBezTo>
                        <a:pt x="57979" y="851126"/>
                        <a:pt x="424459" y="1022490"/>
                        <a:pt x="513855" y="963411"/>
                      </a:cubicBezTo>
                      <a:cubicBezTo>
                        <a:pt x="513855" y="963411"/>
                        <a:pt x="499517" y="378926"/>
                        <a:pt x="489929" y="326843"/>
                      </a:cubicBezTo>
                      <a:cubicBezTo>
                        <a:pt x="480342" y="274761"/>
                        <a:pt x="400533" y="62888"/>
                        <a:pt x="381359" y="42072"/>
                      </a:cubicBezTo>
                      <a:cubicBezTo>
                        <a:pt x="362270" y="21256"/>
                        <a:pt x="196003" y="441"/>
                        <a:pt x="196003" y="441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1" name="" descr="801eda60-482a-4adb-b18a-2617f60f54ab"/>
                <p:cNvSpPr/>
                <p:nvPr/>
              </p:nvSpPr>
              <p:spPr>
                <a:xfrm>
                  <a:off x="2311413" y="3740028"/>
                  <a:ext cx="167984" cy="315554"/>
                </a:xfrm>
                <a:custGeom>
                  <a:gdLst>
                    <a:gd name="connsiteX0" fmla="*/ 48790 w 167984"/>
                    <a:gd name="connsiteY0" fmla="*/ 3023 h 315554"/>
                    <a:gd name="connsiteX1" fmla="*/ 46890 w 167984"/>
                    <a:gd name="connsiteY1" fmla="*/ 13560 h 315554"/>
                    <a:gd name="connsiteX2" fmla="*/ 2667 w 167984"/>
                    <a:gd name="connsiteY2" fmla="*/ 180606 h 315554"/>
                    <a:gd name="connsiteX3" fmla="*/ 146046 w 167984"/>
                    <a:gd name="connsiteY3" fmla="*/ 314397 h 315554"/>
                    <a:gd name="connsiteX4" fmla="*/ 128167 w 167984"/>
                    <a:gd name="connsiteY4" fmla="*/ 200730 h 315554"/>
                    <a:gd name="connsiteX5" fmla="*/ 143195 w 167984"/>
                    <a:gd name="connsiteY5" fmla="*/ 125154 h 315554"/>
                    <a:gd name="connsiteX6" fmla="*/ 152524 w 167984"/>
                    <a:gd name="connsiteY6" fmla="*/ 78081 h 315554"/>
                    <a:gd name="connsiteX7" fmla="*/ 167984 w 167984"/>
                    <a:gd name="connsiteY7" fmla="*/ 0 h 315554"/>
                    <a:gd name="connsiteX8" fmla="*/ 48790 w 167984"/>
                    <a:gd name="connsiteY8" fmla="*/ 3023 h 31555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7984" h="315554">
                      <a:moveTo>
                        <a:pt x="48790" y="3023"/>
                      </a:moveTo>
                      <a:cubicBezTo>
                        <a:pt x="48790" y="3023"/>
                        <a:pt x="48099" y="6910"/>
                        <a:pt x="46890" y="13560"/>
                      </a:cubicBezTo>
                      <a:cubicBezTo>
                        <a:pt x="40930" y="45518"/>
                        <a:pt x="18128" y="151498"/>
                        <a:pt x="2667" y="180606"/>
                      </a:cubicBezTo>
                      <a:cubicBezTo>
                        <a:pt x="-15990" y="215846"/>
                        <a:pt x="66583" y="328130"/>
                        <a:pt x="146046" y="314397"/>
                      </a:cubicBezTo>
                      <a:cubicBezTo>
                        <a:pt x="169712" y="310337"/>
                        <a:pt x="126007" y="211181"/>
                        <a:pt x="128167" y="200730"/>
                      </a:cubicBezTo>
                      <a:cubicBezTo>
                        <a:pt x="132140" y="180606"/>
                        <a:pt x="137668" y="153225"/>
                        <a:pt x="143195" y="125154"/>
                      </a:cubicBezTo>
                      <a:cubicBezTo>
                        <a:pt x="146305" y="109262"/>
                        <a:pt x="149501" y="93196"/>
                        <a:pt x="152524" y="78081"/>
                      </a:cubicBezTo>
                      <a:cubicBezTo>
                        <a:pt x="160988" y="35154"/>
                        <a:pt x="167984" y="0"/>
                        <a:pt x="167984" y="0"/>
                      </a:cubicBezTo>
                      <a:lnTo>
                        <a:pt x="48790" y="3023"/>
                      </a:ln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2" name="" descr="38183b40-2b0f-469f-bc06-5a9d32d73662"/>
                <p:cNvSpPr/>
                <p:nvPr/>
              </p:nvSpPr>
              <p:spPr>
                <a:xfrm>
                  <a:off x="2354675" y="3740201"/>
                  <a:ext cx="124636" cy="124894"/>
                </a:xfrm>
                <a:custGeom>
                  <a:gdLst>
                    <a:gd name="connsiteX0" fmla="*/ 3628 w 124636"/>
                    <a:gd name="connsiteY0" fmla="*/ 13474 h 124894"/>
                    <a:gd name="connsiteX1" fmla="*/ 5528 w 124636"/>
                    <a:gd name="connsiteY1" fmla="*/ 2937 h 124894"/>
                    <a:gd name="connsiteX2" fmla="*/ 124636 w 124636"/>
                    <a:gd name="connsiteY2" fmla="*/ 0 h 124894"/>
                    <a:gd name="connsiteX3" fmla="*/ 109175 w 124636"/>
                    <a:gd name="connsiteY3" fmla="*/ 78081 h 124894"/>
                    <a:gd name="connsiteX4" fmla="*/ 99933 w 124636"/>
                    <a:gd name="connsiteY4" fmla="*/ 124895 h 124894"/>
                    <a:gd name="connsiteX5" fmla="*/ 43100 w 124636"/>
                    <a:gd name="connsiteY5" fmla="*/ 96479 h 124894"/>
                    <a:gd name="connsiteX6" fmla="*/ 0 w 124636"/>
                    <a:gd name="connsiteY6" fmla="*/ 32562 h 124894"/>
                    <a:gd name="connsiteX7" fmla="*/ 3628 w 124636"/>
                    <a:gd name="connsiteY7" fmla="*/ 13474 h 12489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4636" h="124894">
                      <a:moveTo>
                        <a:pt x="3628" y="13474"/>
                      </a:moveTo>
                      <a:cubicBezTo>
                        <a:pt x="4837" y="6824"/>
                        <a:pt x="5528" y="2937"/>
                        <a:pt x="5528" y="2937"/>
                      </a:cubicBezTo>
                      <a:lnTo>
                        <a:pt x="124636" y="0"/>
                      </a:lnTo>
                      <a:cubicBezTo>
                        <a:pt x="124636" y="0"/>
                        <a:pt x="117726" y="35154"/>
                        <a:pt x="109175" y="78081"/>
                      </a:cubicBezTo>
                      <a:cubicBezTo>
                        <a:pt x="106239" y="93110"/>
                        <a:pt x="103043" y="109089"/>
                        <a:pt x="99933" y="124895"/>
                      </a:cubicBezTo>
                      <a:cubicBezTo>
                        <a:pt x="81536" y="122217"/>
                        <a:pt x="62361" y="113235"/>
                        <a:pt x="43100" y="96479"/>
                      </a:cubicBezTo>
                      <a:cubicBezTo>
                        <a:pt x="22111" y="78167"/>
                        <a:pt x="8378" y="56056"/>
                        <a:pt x="0" y="32562"/>
                      </a:cubicBezTo>
                      <a:cubicBezTo>
                        <a:pt x="1468" y="24875"/>
                        <a:pt x="2678" y="18397"/>
                        <a:pt x="3628" y="13474"/>
                      </a:cubicBezTo>
                      <a:close/>
                    </a:path>
                  </a:pathLst>
                </a:custGeom>
                <a:solidFill>
                  <a:srgbClr val="F47458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3" name="" descr="54c4572d-5926-4493-9178-848c60798eb8"/>
                <p:cNvSpPr/>
                <p:nvPr/>
              </p:nvSpPr>
              <p:spPr>
                <a:xfrm>
                  <a:off x="2309857" y="3472644"/>
                  <a:ext cx="246262" cy="330844"/>
                </a:xfrm>
                <a:custGeom>
                  <a:gdLst>
                    <a:gd name="connsiteX0" fmla="*/ 130500 w 246262"/>
                    <a:gd name="connsiteY0" fmla="*/ 319 h 330844"/>
                    <a:gd name="connsiteX1" fmla="*/ 39204 w 246262"/>
                    <a:gd name="connsiteY1" fmla="*/ 39273 h 330844"/>
                    <a:gd name="connsiteX2" fmla="*/ 53542 w 246262"/>
                    <a:gd name="connsiteY2" fmla="*/ 301501 h 330844"/>
                    <a:gd name="connsiteX3" fmla="*/ 240107 w 246262"/>
                    <a:gd name="connsiteY3" fmla="*/ 199840 h 330844"/>
                    <a:gd name="connsiteX4" fmla="*/ 130500 w 246262"/>
                    <a:gd name="connsiteY4" fmla="*/ 319 h 33084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6262" h="330844">
                      <a:moveTo>
                        <a:pt x="130500" y="319"/>
                      </a:moveTo>
                      <a:cubicBezTo>
                        <a:pt x="130500" y="319"/>
                        <a:pt x="74358" y="-6159"/>
                        <a:pt x="39204" y="39273"/>
                      </a:cubicBezTo>
                      <a:cubicBezTo>
                        <a:pt x="4050" y="84705"/>
                        <a:pt x="-33867" y="225147"/>
                        <a:pt x="53542" y="301501"/>
                      </a:cubicBezTo>
                      <a:cubicBezTo>
                        <a:pt x="140951" y="377854"/>
                        <a:pt x="227324" y="291395"/>
                        <a:pt x="240107" y="199840"/>
                      </a:cubicBezTo>
                      <a:cubicBezTo>
                        <a:pt x="252804" y="108112"/>
                        <a:pt x="257814" y="-2963"/>
                        <a:pt x="130500" y="319"/>
                      </a:cubicBez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4" name="" descr="aacbb611-3072-4f0b-a4cd-4bd632276626"/>
                <p:cNvSpPr/>
                <p:nvPr/>
              </p:nvSpPr>
              <p:spPr>
                <a:xfrm>
                  <a:off x="2527902" y="3620939"/>
                  <a:ext cx="55288" cy="76918"/>
                </a:xfrm>
                <a:custGeom>
                  <a:gdLst>
                    <a:gd name="connsiteX0" fmla="*/ 47888 w 55288"/>
                    <a:gd name="connsiteY0" fmla="*/ 50077 h 76918"/>
                    <a:gd name="connsiteX1" fmla="*/ 8761 w 55288"/>
                    <a:gd name="connsiteY1" fmla="*/ 75125 h 76918"/>
                    <a:gd name="connsiteX2" fmla="*/ 7465 w 55288"/>
                    <a:gd name="connsiteY2" fmla="*/ 26842 h 76918"/>
                    <a:gd name="connsiteX3" fmla="*/ 46592 w 55288"/>
                    <a:gd name="connsiteY3" fmla="*/ 1794 h 76918"/>
                    <a:gd name="connsiteX4" fmla="*/ 47888 w 55288"/>
                    <a:gd name="connsiteY4" fmla="*/ 50077 h 76918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287" h="76918">
                      <a:moveTo>
                        <a:pt x="47888" y="50077"/>
                      </a:moveTo>
                      <a:cubicBezTo>
                        <a:pt x="37437" y="70288"/>
                        <a:pt x="19903" y="81516"/>
                        <a:pt x="8761" y="75125"/>
                      </a:cubicBezTo>
                      <a:cubicBezTo>
                        <a:pt x="-2381" y="68733"/>
                        <a:pt x="-2986" y="47140"/>
                        <a:pt x="7465" y="26842"/>
                      </a:cubicBezTo>
                      <a:cubicBezTo>
                        <a:pt x="17916" y="6631"/>
                        <a:pt x="35364" y="-4597"/>
                        <a:pt x="46592" y="1794"/>
                      </a:cubicBezTo>
                      <a:cubicBezTo>
                        <a:pt x="57648" y="8272"/>
                        <a:pt x="58253" y="29865"/>
                        <a:pt x="47888" y="50077"/>
                      </a:cubicBez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5" name="" descr="c9e55310-69f9-4e57-ae27-ed5df987ee0d"/>
                <p:cNvSpPr/>
                <p:nvPr/>
              </p:nvSpPr>
              <p:spPr>
                <a:xfrm>
                  <a:off x="2257333" y="3456512"/>
                  <a:ext cx="189329" cy="218304"/>
                </a:xfrm>
                <a:custGeom>
                  <a:gdLst>
                    <a:gd name="connsiteX0" fmla="*/ 189329 w 189329"/>
                    <a:gd name="connsiteY0" fmla="*/ 1422 h 218304"/>
                    <a:gd name="connsiteX1" fmla="*/ 60720 w 189329"/>
                    <a:gd name="connsiteY1" fmla="*/ 141174 h 218304"/>
                    <a:gd name="connsiteX2" fmla="*/ 0 w 189329"/>
                    <a:gd name="connsiteY2" fmla="*/ 218304 h 218304"/>
                    <a:gd name="connsiteX3" fmla="*/ 72294 w 189329"/>
                    <a:gd name="connsiteY3" fmla="*/ 23275 h 218304"/>
                    <a:gd name="connsiteX4" fmla="*/ 189329 w 189329"/>
                    <a:gd name="connsiteY4" fmla="*/ 1422 h 21830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9329" h="218304">
                      <a:moveTo>
                        <a:pt x="189329" y="1422"/>
                      </a:moveTo>
                      <a:cubicBezTo>
                        <a:pt x="189329" y="1422"/>
                        <a:pt x="114358" y="134955"/>
                        <a:pt x="60720" y="141174"/>
                      </a:cubicBezTo>
                      <a:cubicBezTo>
                        <a:pt x="7083" y="147306"/>
                        <a:pt x="0" y="218304"/>
                        <a:pt x="0" y="218304"/>
                      </a:cubicBezTo>
                      <a:cubicBezTo>
                        <a:pt x="0" y="218304"/>
                        <a:pt x="19175" y="54801"/>
                        <a:pt x="72294" y="23275"/>
                      </a:cubicBezTo>
                      <a:cubicBezTo>
                        <a:pt x="125413" y="-8338"/>
                        <a:pt x="189329" y="1422"/>
                        <a:pt x="189329" y="1422"/>
                      </a:cubicBezTo>
                      <a:close/>
                    </a:path>
                  </a:pathLst>
                </a:custGeom>
                <a:solidFill>
                  <a:srgbClr val="184655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6" name="" descr="5029cf77-ec7e-4e22-92e3-32d187451ce8"/>
                <p:cNvSpPr/>
                <p:nvPr/>
              </p:nvSpPr>
              <p:spPr>
                <a:xfrm>
                  <a:off x="2275922" y="3593514"/>
                  <a:ext cx="57228" cy="86599"/>
                </a:xfrm>
                <a:custGeom>
                  <a:gdLst>
                    <a:gd name="connsiteX0" fmla="*/ 56124 w 57228"/>
                    <a:gd name="connsiteY0" fmla="*/ 37685 h 86599"/>
                    <a:gd name="connsiteX1" fmla="*/ 36517 w 57228"/>
                    <a:gd name="connsiteY1" fmla="*/ 86226 h 86599"/>
                    <a:gd name="connsiteX2" fmla="*/ 1104 w 57228"/>
                    <a:gd name="connsiteY2" fmla="*/ 48913 h 86599"/>
                    <a:gd name="connsiteX3" fmla="*/ 20711 w 57228"/>
                    <a:gd name="connsiteY3" fmla="*/ 371 h 86599"/>
                    <a:gd name="connsiteX4" fmla="*/ 56124 w 57228"/>
                    <a:gd name="connsiteY4" fmla="*/ 37685 h 86599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228" h="86599">
                      <a:moveTo>
                        <a:pt x="56124" y="37685"/>
                      </a:moveTo>
                      <a:cubicBezTo>
                        <a:pt x="60442" y="61437"/>
                        <a:pt x="51719" y="83117"/>
                        <a:pt x="36517" y="86226"/>
                      </a:cubicBezTo>
                      <a:cubicBezTo>
                        <a:pt x="21316" y="89336"/>
                        <a:pt x="5509" y="72665"/>
                        <a:pt x="1104" y="48913"/>
                      </a:cubicBezTo>
                      <a:cubicBezTo>
                        <a:pt x="-3214" y="25160"/>
                        <a:pt x="5509" y="3481"/>
                        <a:pt x="20711" y="371"/>
                      </a:cubicBezTo>
                      <a:cubicBezTo>
                        <a:pt x="35913" y="-2738"/>
                        <a:pt x="51805" y="14019"/>
                        <a:pt x="56124" y="37685"/>
                      </a:cubicBez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7" name="" descr="1da02fba-5b15-4e11-a2f6-5d645fd1fbe4"/>
                <p:cNvSpPr/>
                <p:nvPr/>
              </p:nvSpPr>
              <p:spPr>
                <a:xfrm>
                  <a:off x="1939567" y="3698914"/>
                  <a:ext cx="356680" cy="485813"/>
                </a:xfrm>
                <a:custGeom>
                  <a:gdLst>
                    <a:gd name="connsiteX0" fmla="*/ 133360 w 356680"/>
                    <a:gd name="connsiteY0" fmla="*/ 0 h 485813"/>
                    <a:gd name="connsiteX1" fmla="*/ 349292 w 356680"/>
                    <a:gd name="connsiteY1" fmla="*/ 283044 h 485813"/>
                    <a:gd name="connsiteX2" fmla="*/ 245817 w 356680"/>
                    <a:gd name="connsiteY2" fmla="*/ 485761 h 485813"/>
                    <a:gd name="connsiteX3" fmla="*/ 0 w 356680"/>
                    <a:gd name="connsiteY3" fmla="*/ 127745 h 485813"/>
                    <a:gd name="connsiteX4" fmla="*/ 133360 w 356680"/>
                    <a:gd name="connsiteY4" fmla="*/ 0 h 485813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6680" h="485812">
                      <a:moveTo>
                        <a:pt x="133360" y="0"/>
                      </a:moveTo>
                      <a:cubicBezTo>
                        <a:pt x="133360" y="0"/>
                        <a:pt x="321307" y="201681"/>
                        <a:pt x="349292" y="283044"/>
                      </a:cubicBezTo>
                      <a:cubicBezTo>
                        <a:pt x="377276" y="364320"/>
                        <a:pt x="322084" y="480665"/>
                        <a:pt x="245817" y="485761"/>
                      </a:cubicBezTo>
                      <a:cubicBezTo>
                        <a:pt x="169636" y="490856"/>
                        <a:pt x="0" y="127745"/>
                        <a:pt x="0" y="127745"/>
                      </a:cubicBezTo>
                      <a:lnTo>
                        <a:pt x="133360" y="0"/>
                      </a:ln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58" name="" descr="86fa9152-d8a9-4b18-9608-e0001baa03b5"/>
                <p:cNvGrpSpPr/>
                <p:nvPr/>
              </p:nvGrpSpPr>
              <p:grpSpPr>
                <a:xfrm>
                  <a:off x="2713900" y="4002601"/>
                  <a:ext cx="441278" cy="2818085"/>
                  <a:chOff x="2713900" y="4002601"/>
                  <a:chExt cx="441278" cy="2818085"/>
                </a:xfrm>
              </p:grpSpPr>
              <p:sp>
                <p:nvSpPr>
                  <p:cNvPr id="159" name="" descr="0050e536-65fb-41b8-b8ec-681016920b78"/>
                  <p:cNvSpPr/>
                  <p:nvPr/>
                </p:nvSpPr>
                <p:spPr>
                  <a:xfrm>
                    <a:off x="2737652" y="4002601"/>
                    <a:ext cx="393773" cy="2091603"/>
                  </a:xfrm>
                  <a:custGeom>
                    <a:gdLst>
                      <a:gd name="connsiteX0" fmla="*/ 261882 w 393773"/>
                      <a:gd name="connsiteY0" fmla="*/ 0 h 2091603"/>
                      <a:gd name="connsiteX1" fmla="*/ 131891 w 393773"/>
                      <a:gd name="connsiteY1" fmla="*/ 0 h 2091603"/>
                      <a:gd name="connsiteX2" fmla="*/ 0 w 393773"/>
                      <a:gd name="connsiteY2" fmla="*/ 137937 h 2091603"/>
                      <a:gd name="connsiteX3" fmla="*/ 0 w 393773"/>
                      <a:gd name="connsiteY3" fmla="*/ 2091604 h 2091603"/>
                      <a:gd name="connsiteX4" fmla="*/ 393774 w 393773"/>
                      <a:gd name="connsiteY4" fmla="*/ 2091604 h 2091603"/>
                      <a:gd name="connsiteX5" fmla="*/ 393774 w 393773"/>
                      <a:gd name="connsiteY5" fmla="*/ 137937 h 2091603"/>
                      <a:gd name="connsiteX6" fmla="*/ 261882 w 393773"/>
                      <a:gd name="connsiteY6" fmla="*/ 0 h 209160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93773" h="2091603">
                        <a:moveTo>
                          <a:pt x="261882" y="0"/>
                        </a:moveTo>
                        <a:lnTo>
                          <a:pt x="131891" y="0"/>
                        </a:lnTo>
                        <a:cubicBezTo>
                          <a:pt x="59079" y="0"/>
                          <a:pt x="0" y="61756"/>
                          <a:pt x="0" y="137937"/>
                        </a:cubicBezTo>
                        <a:lnTo>
                          <a:pt x="0" y="2091604"/>
                        </a:lnTo>
                        <a:lnTo>
                          <a:pt x="393774" y="2091604"/>
                        </a:lnTo>
                        <a:lnTo>
                          <a:pt x="393774" y="137937"/>
                        </a:lnTo>
                        <a:cubicBezTo>
                          <a:pt x="393774" y="61756"/>
                          <a:pt x="334695" y="0"/>
                          <a:pt x="261882" y="0"/>
                        </a:cubicBezTo>
                        <a:close/>
                      </a:path>
                    </a:pathLst>
                  </a:custGeom>
                  <a:solidFill>
                    <a:srgbClr val="466EB6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0" name="" descr="11178475-b376-46df-8cf4-ea197d31aa3f"/>
                  <p:cNvSpPr/>
                  <p:nvPr/>
                </p:nvSpPr>
                <p:spPr>
                  <a:xfrm>
                    <a:off x="2858142" y="4002601"/>
                    <a:ext cx="152793" cy="2091517"/>
                  </a:xfrm>
                  <a:custGeom>
                    <a:gdLst>
                      <a:gd name="connsiteX0" fmla="*/ 0 w 152793"/>
                      <a:gd name="connsiteY0" fmla="*/ 0 h 2091517"/>
                      <a:gd name="connsiteX1" fmla="*/ 152794 w 152793"/>
                      <a:gd name="connsiteY1" fmla="*/ 0 h 2091517"/>
                      <a:gd name="connsiteX2" fmla="*/ 152794 w 152793"/>
                      <a:gd name="connsiteY2" fmla="*/ 2091517 h 2091517"/>
                      <a:gd name="connsiteX3" fmla="*/ 0 w 152793"/>
                      <a:gd name="connsiteY3" fmla="*/ 2091517 h 2091517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793" h="2091517">
                        <a:moveTo>
                          <a:pt x="0" y="0"/>
                        </a:moveTo>
                        <a:lnTo>
                          <a:pt x="152794" y="0"/>
                        </a:lnTo>
                        <a:lnTo>
                          <a:pt x="152794" y="2091517"/>
                        </a:lnTo>
                        <a:lnTo>
                          <a:pt x="0" y="2091517"/>
                        </a:lnTo>
                        <a:close/>
                      </a:path>
                    </a:pathLst>
                  </a:custGeom>
                  <a:solidFill>
                    <a:srgbClr val="86B1F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1" name="" descr="ee370d46-1eda-4d0a-b772-35b801861c8c"/>
                  <p:cNvSpPr/>
                  <p:nvPr/>
                </p:nvSpPr>
                <p:spPr>
                  <a:xfrm>
                    <a:off x="2832749" y="6567528"/>
                    <a:ext cx="196843" cy="253158"/>
                  </a:xfrm>
                  <a:custGeom>
                    <a:gdLst>
                      <a:gd name="connsiteX0" fmla="*/ 96997 w 196843"/>
                      <a:gd name="connsiteY0" fmla="*/ 253159 h 253158"/>
                      <a:gd name="connsiteX1" fmla="*/ 96997 w 196843"/>
                      <a:gd name="connsiteY1" fmla="*/ 253159 h 253158"/>
                      <a:gd name="connsiteX2" fmla="*/ 152362 w 196843"/>
                      <a:gd name="connsiteY2" fmla="*/ 206863 h 253158"/>
                      <a:gd name="connsiteX3" fmla="*/ 196844 w 196843"/>
                      <a:gd name="connsiteY3" fmla="*/ 0 h 253158"/>
                      <a:gd name="connsiteX4" fmla="*/ 0 w 196843"/>
                      <a:gd name="connsiteY4" fmla="*/ 0 h 253158"/>
                      <a:gd name="connsiteX5" fmla="*/ 41459 w 196843"/>
                      <a:gd name="connsiteY5" fmla="*/ 206085 h 253158"/>
                      <a:gd name="connsiteX6" fmla="*/ 96997 w 196843"/>
                      <a:gd name="connsiteY6" fmla="*/ 253159 h 25315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6843" h="253157">
                        <a:moveTo>
                          <a:pt x="96997" y="253159"/>
                        </a:moveTo>
                        <a:lnTo>
                          <a:pt x="96997" y="253159"/>
                        </a:lnTo>
                        <a:cubicBezTo>
                          <a:pt x="123513" y="253159"/>
                          <a:pt x="146575" y="233898"/>
                          <a:pt x="152362" y="206863"/>
                        </a:cubicBezTo>
                        <a:lnTo>
                          <a:pt x="196844" y="0"/>
                        </a:lnTo>
                        <a:lnTo>
                          <a:pt x="0" y="0"/>
                        </a:lnTo>
                        <a:lnTo>
                          <a:pt x="41459" y="206085"/>
                        </a:lnTo>
                        <a:cubicBezTo>
                          <a:pt x="46987" y="233552"/>
                          <a:pt x="70221" y="253159"/>
                          <a:pt x="96997" y="253159"/>
                        </a:cubicBezTo>
                        <a:close/>
                      </a:path>
                    </a:pathLst>
                  </a:custGeom>
                  <a:solidFill>
                    <a:srgbClr val="B7574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2" name="" descr="ff071c57-548a-47f0-81a5-8ad3de4af11f"/>
                  <p:cNvSpPr/>
                  <p:nvPr/>
                </p:nvSpPr>
                <p:spPr>
                  <a:xfrm>
                    <a:off x="2737652" y="6094118"/>
                    <a:ext cx="393773" cy="473409"/>
                  </a:xfrm>
                  <a:custGeom>
                    <a:gdLst>
                      <a:gd name="connsiteX0" fmla="*/ 95183 w 393773"/>
                      <a:gd name="connsiteY0" fmla="*/ 473323 h 473409"/>
                      <a:gd name="connsiteX1" fmla="*/ 291940 w 393773"/>
                      <a:gd name="connsiteY1" fmla="*/ 473409 h 473409"/>
                      <a:gd name="connsiteX2" fmla="*/ 393774 w 393773"/>
                      <a:gd name="connsiteY2" fmla="*/ 0 h 473409"/>
                      <a:gd name="connsiteX3" fmla="*/ 0 w 393773"/>
                      <a:gd name="connsiteY3" fmla="*/ 0 h 47340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93773" h="473409">
                        <a:moveTo>
                          <a:pt x="95183" y="473323"/>
                        </a:moveTo>
                        <a:lnTo>
                          <a:pt x="291940" y="473409"/>
                        </a:lnTo>
                        <a:lnTo>
                          <a:pt x="39377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AE0B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3" name="" descr="f3433af0-f789-4fd3-8b1c-ce4762e4b211"/>
                  <p:cNvSpPr/>
                  <p:nvPr/>
                </p:nvSpPr>
                <p:spPr>
                  <a:xfrm>
                    <a:off x="2737738" y="4002601"/>
                    <a:ext cx="393773" cy="366738"/>
                  </a:xfrm>
                  <a:custGeom>
                    <a:gdLst>
                      <a:gd name="connsiteX0" fmla="*/ 316815 w 393773"/>
                      <a:gd name="connsiteY0" fmla="*/ 0 h 366738"/>
                      <a:gd name="connsiteX1" fmla="*/ 76872 w 393773"/>
                      <a:gd name="connsiteY1" fmla="*/ 0 h 366738"/>
                      <a:gd name="connsiteX2" fmla="*/ 0 w 393773"/>
                      <a:gd name="connsiteY2" fmla="*/ 80413 h 366738"/>
                      <a:gd name="connsiteX3" fmla="*/ 0 w 393773"/>
                      <a:gd name="connsiteY3" fmla="*/ 366739 h 366738"/>
                      <a:gd name="connsiteX4" fmla="*/ 393774 w 393773"/>
                      <a:gd name="connsiteY4" fmla="*/ 366739 h 366738"/>
                      <a:gd name="connsiteX5" fmla="*/ 393774 w 393773"/>
                      <a:gd name="connsiteY5" fmla="*/ 80413 h 366738"/>
                      <a:gd name="connsiteX6" fmla="*/ 316815 w 393773"/>
                      <a:gd name="connsiteY6" fmla="*/ 0 h 3667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93773" h="366738">
                        <a:moveTo>
                          <a:pt x="316815" y="0"/>
                        </a:moveTo>
                        <a:lnTo>
                          <a:pt x="76872" y="0"/>
                        </a:lnTo>
                        <a:cubicBezTo>
                          <a:pt x="34376" y="0"/>
                          <a:pt x="0" y="36017"/>
                          <a:pt x="0" y="80413"/>
                        </a:cubicBezTo>
                        <a:lnTo>
                          <a:pt x="0" y="366739"/>
                        </a:lnTo>
                        <a:lnTo>
                          <a:pt x="393774" y="366739"/>
                        </a:lnTo>
                        <a:lnTo>
                          <a:pt x="393774" y="80413"/>
                        </a:lnTo>
                        <a:cubicBezTo>
                          <a:pt x="393687" y="36017"/>
                          <a:pt x="359224" y="0"/>
                          <a:pt x="316815" y="0"/>
                        </a:cubicBezTo>
                        <a:close/>
                      </a:path>
                    </a:pathLst>
                  </a:custGeom>
                  <a:solidFill>
                    <a:srgbClr val="F47458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4" name="" descr="18b0aa91-5a92-4544-85cc-30966b8be561"/>
                  <p:cNvSpPr/>
                  <p:nvPr/>
                </p:nvSpPr>
                <p:spPr>
                  <a:xfrm>
                    <a:off x="2713900" y="4369340"/>
                    <a:ext cx="441278" cy="86372"/>
                  </a:xfrm>
                  <a:custGeom>
                    <a:gdLst>
                      <a:gd name="connsiteX0" fmla="*/ 3541 w 441278"/>
                      <a:gd name="connsiteY0" fmla="*/ 86373 h 86372"/>
                      <a:gd name="connsiteX1" fmla="*/ 437737 w 441278"/>
                      <a:gd name="connsiteY1" fmla="*/ 86373 h 86372"/>
                      <a:gd name="connsiteX2" fmla="*/ 441279 w 441278"/>
                      <a:gd name="connsiteY2" fmla="*/ 82832 h 86372"/>
                      <a:gd name="connsiteX3" fmla="*/ 441279 w 441278"/>
                      <a:gd name="connsiteY3" fmla="*/ 3541 h 86372"/>
                      <a:gd name="connsiteX4" fmla="*/ 437737 w 441278"/>
                      <a:gd name="connsiteY4" fmla="*/ 0 h 86372"/>
                      <a:gd name="connsiteX5" fmla="*/ 3541 w 441278"/>
                      <a:gd name="connsiteY5" fmla="*/ 0 h 86372"/>
                      <a:gd name="connsiteX6" fmla="*/ 0 w 441278"/>
                      <a:gd name="connsiteY6" fmla="*/ 3541 h 86372"/>
                      <a:gd name="connsiteX7" fmla="*/ 0 w 441278"/>
                      <a:gd name="connsiteY7" fmla="*/ 82832 h 86372"/>
                      <a:gd name="connsiteX8" fmla="*/ 3541 w 441278"/>
                      <a:gd name="connsiteY8" fmla="*/ 86373 h 8637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41278" h="86372">
                        <a:moveTo>
                          <a:pt x="3541" y="86373"/>
                        </a:moveTo>
                        <a:lnTo>
                          <a:pt x="437737" y="86373"/>
                        </a:lnTo>
                        <a:cubicBezTo>
                          <a:pt x="439724" y="86373"/>
                          <a:pt x="441279" y="84818"/>
                          <a:pt x="441279" y="82832"/>
                        </a:cubicBezTo>
                        <a:lnTo>
                          <a:pt x="441279" y="3541"/>
                        </a:lnTo>
                        <a:cubicBezTo>
                          <a:pt x="441279" y="1555"/>
                          <a:pt x="439724" y="0"/>
                          <a:pt x="437737" y="0"/>
                        </a:cubicBezTo>
                        <a:lnTo>
                          <a:pt x="3541" y="0"/>
                        </a:lnTo>
                        <a:cubicBezTo>
                          <a:pt x="1555" y="0"/>
                          <a:pt x="0" y="1555"/>
                          <a:pt x="0" y="3541"/>
                        </a:cubicBezTo>
                        <a:lnTo>
                          <a:pt x="0" y="82832"/>
                        </a:lnTo>
                        <a:cubicBezTo>
                          <a:pt x="0" y="84732"/>
                          <a:pt x="1555" y="86373"/>
                          <a:pt x="3541" y="86373"/>
                        </a:cubicBezTo>
                        <a:close/>
                      </a:path>
                    </a:pathLst>
                  </a:custGeom>
                  <a:solidFill>
                    <a:srgbClr val="86B1F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23" name="" descr="d28a853d-2cef-46f3-b976-2f5110c4d7e3"/>
              <p:cNvSpPr/>
              <p:nvPr/>
            </p:nvSpPr>
            <p:spPr>
              <a:xfrm>
                <a:off x="5224843" y="759475"/>
                <a:ext cx="286152" cy="156421"/>
              </a:xfrm>
              <a:custGeom>
                <a:gdLst>
                  <a:gd name="connsiteX0" fmla="*/ 277429 w 286152"/>
                  <a:gd name="connsiteY0" fmla="*/ 102006 h 156421"/>
                  <a:gd name="connsiteX1" fmla="*/ 214809 w 286152"/>
                  <a:gd name="connsiteY1" fmla="*/ 117208 h 156421"/>
                  <a:gd name="connsiteX2" fmla="*/ 172746 w 286152"/>
                  <a:gd name="connsiteY2" fmla="*/ 40250 h 156421"/>
                  <a:gd name="connsiteX3" fmla="*/ 77649 w 286152"/>
                  <a:gd name="connsiteY3" fmla="*/ 53551 h 156421"/>
                  <a:gd name="connsiteX4" fmla="*/ 34290 w 286152"/>
                  <a:gd name="connsiteY4" fmla="*/ 0 h 156421"/>
                  <a:gd name="connsiteX5" fmla="*/ 0 w 286152"/>
                  <a:gd name="connsiteY5" fmla="*/ 17361 h 156421"/>
                  <a:gd name="connsiteX6" fmla="*/ 58042 w 286152"/>
                  <a:gd name="connsiteY6" fmla="*/ 88964 h 156421"/>
                  <a:gd name="connsiteX7" fmla="*/ 148129 w 286152"/>
                  <a:gd name="connsiteY7" fmla="*/ 76354 h 156421"/>
                  <a:gd name="connsiteX8" fmla="*/ 191920 w 286152"/>
                  <a:gd name="connsiteY8" fmla="*/ 156421 h 156421"/>
                  <a:gd name="connsiteX9" fmla="*/ 286153 w 286152"/>
                  <a:gd name="connsiteY9" fmla="*/ 133619 h 15642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6152" h="156421">
                    <a:moveTo>
                      <a:pt x="277429" y="102006"/>
                    </a:moveTo>
                    <a:lnTo>
                      <a:pt x="214809" y="117208"/>
                    </a:lnTo>
                    <a:lnTo>
                      <a:pt x="172746" y="40250"/>
                    </a:lnTo>
                    <a:lnTo>
                      <a:pt x="77649" y="53551"/>
                    </a:lnTo>
                    <a:lnTo>
                      <a:pt x="34290" y="0"/>
                    </a:lnTo>
                    <a:lnTo>
                      <a:pt x="0" y="17361"/>
                    </a:lnTo>
                    <a:lnTo>
                      <a:pt x="58042" y="88964"/>
                    </a:lnTo>
                    <a:lnTo>
                      <a:pt x="148129" y="76354"/>
                    </a:lnTo>
                    <a:lnTo>
                      <a:pt x="191920" y="156421"/>
                    </a:lnTo>
                    <a:lnTo>
                      <a:pt x="286153" y="133619"/>
                    </a:lnTo>
                    <a:close/>
                  </a:path>
                </a:pathLst>
              </a:custGeom>
              <a:solidFill>
                <a:srgbClr val="50BFA5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" descr="a4afbb53-e102-45c8-b0f7-f4eabe97f299"/>
              <p:cNvSpPr/>
              <p:nvPr/>
            </p:nvSpPr>
            <p:spPr>
              <a:xfrm>
                <a:off x="9445018" y="2233600"/>
                <a:ext cx="302995" cy="200730"/>
              </a:xfrm>
              <a:custGeom>
                <a:gdLst>
                  <a:gd name="connsiteX0" fmla="*/ 162640 w 302995"/>
                  <a:gd name="connsiteY0" fmla="*/ 84904 h 200730"/>
                  <a:gd name="connsiteX1" fmla="*/ 57438 w 302995"/>
                  <a:gd name="connsiteY1" fmla="*/ 103561 h 200730"/>
                  <a:gd name="connsiteX2" fmla="*/ 0 w 302995"/>
                  <a:gd name="connsiteY2" fmla="*/ 13906 h 200730"/>
                  <a:gd name="connsiteX3" fmla="*/ 21680 w 302995"/>
                  <a:gd name="connsiteY3" fmla="*/ 0 h 200730"/>
                  <a:gd name="connsiteX4" fmla="*/ 69876 w 302995"/>
                  <a:gd name="connsiteY4" fmla="*/ 75144 h 200730"/>
                  <a:gd name="connsiteX5" fmla="*/ 178187 w 302995"/>
                  <a:gd name="connsiteY5" fmla="*/ 55969 h 200730"/>
                  <a:gd name="connsiteX6" fmla="*/ 227160 w 302995"/>
                  <a:gd name="connsiteY6" fmla="*/ 169377 h 200730"/>
                  <a:gd name="connsiteX7" fmla="*/ 297468 w 302995"/>
                  <a:gd name="connsiteY7" fmla="*/ 147784 h 200730"/>
                  <a:gd name="connsiteX8" fmla="*/ 302996 w 302995"/>
                  <a:gd name="connsiteY8" fmla="*/ 173005 h 200730"/>
                  <a:gd name="connsiteX9" fmla="*/ 212650 w 302995"/>
                  <a:gd name="connsiteY9" fmla="*/ 200730 h 20073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2995" h="200730">
                    <a:moveTo>
                      <a:pt x="162640" y="84904"/>
                    </a:moveTo>
                    <a:lnTo>
                      <a:pt x="57438" y="103561"/>
                    </a:lnTo>
                    <a:lnTo>
                      <a:pt x="0" y="13906"/>
                    </a:lnTo>
                    <a:lnTo>
                      <a:pt x="21680" y="0"/>
                    </a:lnTo>
                    <a:lnTo>
                      <a:pt x="69876" y="75144"/>
                    </a:lnTo>
                    <a:lnTo>
                      <a:pt x="178187" y="55969"/>
                    </a:lnTo>
                    <a:lnTo>
                      <a:pt x="227160" y="169377"/>
                    </a:lnTo>
                    <a:lnTo>
                      <a:pt x="297468" y="147784"/>
                    </a:lnTo>
                    <a:lnTo>
                      <a:pt x="302996" y="173005"/>
                    </a:lnTo>
                    <a:lnTo>
                      <a:pt x="212650" y="200730"/>
                    </a:lnTo>
                    <a:close/>
                  </a:path>
                </a:pathLst>
              </a:custGeom>
              <a:solidFill>
                <a:srgbClr val="50BFA5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" name="" descr="76edf274-088c-4ca9-8e41-31053beb004f"/>
              <p:cNvSpPr/>
              <p:nvPr/>
            </p:nvSpPr>
            <p:spPr>
              <a:xfrm>
                <a:off x="1453807" y="5299230"/>
                <a:ext cx="198052" cy="305068"/>
              </a:xfrm>
              <a:custGeom>
                <a:gdLst>
                  <a:gd name="connsiteX0" fmla="*/ 115135 w 198052"/>
                  <a:gd name="connsiteY0" fmla="*/ 163504 h 305068"/>
                  <a:gd name="connsiteX1" fmla="*/ 95096 w 198052"/>
                  <a:gd name="connsiteY1" fmla="*/ 58647 h 305068"/>
                  <a:gd name="connsiteX2" fmla="*/ 183888 w 198052"/>
                  <a:gd name="connsiteY2" fmla="*/ 0 h 305068"/>
                  <a:gd name="connsiteX3" fmla="*/ 198053 w 198052"/>
                  <a:gd name="connsiteY3" fmla="*/ 21420 h 305068"/>
                  <a:gd name="connsiteX4" fmla="*/ 123599 w 198052"/>
                  <a:gd name="connsiteY4" fmla="*/ 70653 h 305068"/>
                  <a:gd name="connsiteX5" fmla="*/ 144243 w 198052"/>
                  <a:gd name="connsiteY5" fmla="*/ 178705 h 305068"/>
                  <a:gd name="connsiteX6" fmla="*/ 31612 w 198052"/>
                  <a:gd name="connsiteY6" fmla="*/ 229233 h 305068"/>
                  <a:gd name="connsiteX7" fmla="*/ 54156 w 198052"/>
                  <a:gd name="connsiteY7" fmla="*/ 299195 h 305068"/>
                  <a:gd name="connsiteX8" fmla="*/ 28935 w 198052"/>
                  <a:gd name="connsiteY8" fmla="*/ 305068 h 305068"/>
                  <a:gd name="connsiteX9" fmla="*/ 0 w 198052"/>
                  <a:gd name="connsiteY9" fmla="*/ 215154 h 30506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8052" h="305068">
                    <a:moveTo>
                      <a:pt x="115135" y="163504"/>
                    </a:moveTo>
                    <a:lnTo>
                      <a:pt x="95096" y="58647"/>
                    </a:lnTo>
                    <a:lnTo>
                      <a:pt x="183888" y="0"/>
                    </a:lnTo>
                    <a:lnTo>
                      <a:pt x="198053" y="21420"/>
                    </a:lnTo>
                    <a:lnTo>
                      <a:pt x="123599" y="70653"/>
                    </a:lnTo>
                    <a:lnTo>
                      <a:pt x="144243" y="178705"/>
                    </a:lnTo>
                    <a:lnTo>
                      <a:pt x="31612" y="229233"/>
                    </a:lnTo>
                    <a:lnTo>
                      <a:pt x="54156" y="299195"/>
                    </a:lnTo>
                    <a:lnTo>
                      <a:pt x="28935" y="305068"/>
                    </a:lnTo>
                    <a:lnTo>
                      <a:pt x="0" y="215154"/>
                    </a:lnTo>
                    <a:close/>
                  </a:path>
                </a:pathLst>
              </a:custGeom>
              <a:solidFill>
                <a:srgbClr val="50BFA5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" descr="417daec2-9ee9-4922-b091-1f16e3f4fc3b"/>
              <p:cNvSpPr/>
              <p:nvPr/>
            </p:nvSpPr>
            <p:spPr>
              <a:xfrm>
                <a:off x="6152359" y="556349"/>
                <a:ext cx="331568" cy="322227"/>
              </a:xfrm>
              <a:custGeom>
                <a:gdLst>
                  <a:gd name="connsiteX0" fmla="*/ 146875 w 331568"/>
                  <a:gd name="connsiteY0" fmla="*/ 313857 h 322227"/>
                  <a:gd name="connsiteX1" fmla="*/ 108180 w 331568"/>
                  <a:gd name="connsiteY1" fmla="*/ 222474 h 322227"/>
                  <a:gd name="connsiteX2" fmla="*/ 10924 w 331568"/>
                  <a:gd name="connsiteY2" fmla="*/ 202522 h 322227"/>
                  <a:gd name="connsiteX3" fmla="*/ 4705 w 331568"/>
                  <a:gd name="connsiteY3" fmla="*/ 178856 h 322227"/>
                  <a:gd name="connsiteX4" fmla="*/ 79677 w 331568"/>
                  <a:gd name="connsiteY4" fmla="*/ 113817 h 322227"/>
                  <a:gd name="connsiteX5" fmla="*/ 68621 w 331568"/>
                  <a:gd name="connsiteY5" fmla="*/ 15179 h 322227"/>
                  <a:gd name="connsiteX6" fmla="*/ 89178 w 331568"/>
                  <a:gd name="connsiteY6" fmla="*/ 1964 h 322227"/>
                  <a:gd name="connsiteX7" fmla="*/ 174169 w 331568"/>
                  <a:gd name="connsiteY7" fmla="*/ 53183 h 322227"/>
                  <a:gd name="connsiteX8" fmla="*/ 264601 w 331568"/>
                  <a:gd name="connsiteY8" fmla="*/ 12156 h 322227"/>
                  <a:gd name="connsiteX9" fmla="*/ 283516 w 331568"/>
                  <a:gd name="connsiteY9" fmla="*/ 27703 h 322227"/>
                  <a:gd name="connsiteX10" fmla="*/ 261060 w 331568"/>
                  <a:gd name="connsiteY10" fmla="*/ 124355 h 322227"/>
                  <a:gd name="connsiteX11" fmla="*/ 327999 w 331568"/>
                  <a:gd name="connsiteY11" fmla="*/ 197685 h 322227"/>
                  <a:gd name="connsiteX12" fmla="*/ 319102 w 331568"/>
                  <a:gd name="connsiteY12" fmla="*/ 220488 h 322227"/>
                  <a:gd name="connsiteX13" fmla="*/ 220205 w 331568"/>
                  <a:gd name="connsiteY13" fmla="*/ 229038 h 322227"/>
                  <a:gd name="connsiteX14" fmla="*/ 171146 w 331568"/>
                  <a:gd name="connsiteY14" fmla="*/ 315325 h 322227"/>
                  <a:gd name="connsiteX15" fmla="*/ 146875 w 331568"/>
                  <a:gd name="connsiteY15" fmla="*/ 313857 h 32222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1568" h="322227">
                    <a:moveTo>
                      <a:pt x="146875" y="313857"/>
                    </a:moveTo>
                    <a:lnTo>
                      <a:pt x="108180" y="222474"/>
                    </a:lnTo>
                    <a:lnTo>
                      <a:pt x="10924" y="202522"/>
                    </a:lnTo>
                    <a:cubicBezTo>
                      <a:pt x="-132" y="200276"/>
                      <a:pt x="-3846" y="186284"/>
                      <a:pt x="4705" y="178856"/>
                    </a:cubicBezTo>
                    <a:lnTo>
                      <a:pt x="79677" y="113817"/>
                    </a:lnTo>
                    <a:lnTo>
                      <a:pt x="68621" y="15179"/>
                    </a:lnTo>
                    <a:cubicBezTo>
                      <a:pt x="67326" y="3951"/>
                      <a:pt x="79504" y="-3823"/>
                      <a:pt x="89178" y="1964"/>
                    </a:cubicBezTo>
                    <a:lnTo>
                      <a:pt x="174169" y="53183"/>
                    </a:lnTo>
                    <a:lnTo>
                      <a:pt x="264601" y="12156"/>
                    </a:lnTo>
                    <a:cubicBezTo>
                      <a:pt x="274879" y="7492"/>
                      <a:pt x="286108" y="16648"/>
                      <a:pt x="283516" y="27703"/>
                    </a:cubicBezTo>
                    <a:lnTo>
                      <a:pt x="261060" y="124355"/>
                    </a:lnTo>
                    <a:lnTo>
                      <a:pt x="327999" y="197685"/>
                    </a:lnTo>
                    <a:cubicBezTo>
                      <a:pt x="335599" y="206063"/>
                      <a:pt x="330331" y="219537"/>
                      <a:pt x="319102" y="220488"/>
                    </a:cubicBezTo>
                    <a:lnTo>
                      <a:pt x="220205" y="229038"/>
                    </a:lnTo>
                    <a:lnTo>
                      <a:pt x="171146" y="315325"/>
                    </a:lnTo>
                    <a:cubicBezTo>
                      <a:pt x="165704" y="325171"/>
                      <a:pt x="151280" y="324308"/>
                      <a:pt x="146875" y="313857"/>
                    </a:cubicBezTo>
                    <a:close/>
                  </a:path>
                </a:pathLst>
              </a:custGeom>
              <a:solidFill>
                <a:srgbClr val="F7CC7F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" descr="6cb16961-b53e-4914-845a-91da8056b04c"/>
              <p:cNvSpPr/>
              <p:nvPr/>
            </p:nvSpPr>
            <p:spPr>
              <a:xfrm>
                <a:off x="9059795" y="415885"/>
                <a:ext cx="256181" cy="159789"/>
              </a:xfrm>
              <a:custGeom>
                <a:gdLst>
                  <a:gd name="connsiteX0" fmla="*/ 0 w 256181"/>
                  <a:gd name="connsiteY0" fmla="*/ 142688 h 159789"/>
                  <a:gd name="connsiteX1" fmla="*/ 79031 w 256181"/>
                  <a:gd name="connsiteY1" fmla="*/ 140442 h 159789"/>
                  <a:gd name="connsiteX2" fmla="*/ 114185 w 256181"/>
                  <a:gd name="connsiteY2" fmla="*/ 48628 h 159789"/>
                  <a:gd name="connsiteX3" fmla="*/ 224223 w 256181"/>
                  <a:gd name="connsiteY3" fmla="*/ 63398 h 159789"/>
                  <a:gd name="connsiteX4" fmla="*/ 239943 w 256181"/>
                  <a:gd name="connsiteY4" fmla="*/ 0 h 159789"/>
                  <a:gd name="connsiteX5" fmla="*/ 256181 w 256181"/>
                  <a:gd name="connsiteY5" fmla="*/ 5441 h 159789"/>
                  <a:gd name="connsiteX6" fmla="*/ 237093 w 256181"/>
                  <a:gd name="connsiteY6" fmla="*/ 82400 h 159789"/>
                  <a:gd name="connsiteX7" fmla="*/ 125327 w 256181"/>
                  <a:gd name="connsiteY7" fmla="*/ 67371 h 159789"/>
                  <a:gd name="connsiteX8" fmla="*/ 90864 w 256181"/>
                  <a:gd name="connsiteY8" fmla="*/ 157198 h 159789"/>
                  <a:gd name="connsiteX9" fmla="*/ 518 w 256181"/>
                  <a:gd name="connsiteY9" fmla="*/ 159790 h 159789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6181" h="159789">
                    <a:moveTo>
                      <a:pt x="0" y="142688"/>
                    </a:moveTo>
                    <a:lnTo>
                      <a:pt x="79031" y="140442"/>
                    </a:lnTo>
                    <a:lnTo>
                      <a:pt x="114185" y="48628"/>
                    </a:lnTo>
                    <a:lnTo>
                      <a:pt x="224223" y="63398"/>
                    </a:lnTo>
                    <a:lnTo>
                      <a:pt x="239943" y="0"/>
                    </a:lnTo>
                    <a:lnTo>
                      <a:pt x="256181" y="5441"/>
                    </a:lnTo>
                    <a:lnTo>
                      <a:pt x="237093" y="82400"/>
                    </a:lnTo>
                    <a:lnTo>
                      <a:pt x="125327" y="67371"/>
                    </a:lnTo>
                    <a:lnTo>
                      <a:pt x="90864" y="157198"/>
                    </a:lnTo>
                    <a:lnTo>
                      <a:pt x="518" y="159790"/>
                    </a:lnTo>
                    <a:close/>
                  </a:path>
                </a:pathLst>
              </a:custGeom>
              <a:solidFill>
                <a:srgbClr val="F48C7F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" descr="2ee228aa-9671-43f8-8963-14014cd91395"/>
              <p:cNvSpPr/>
              <p:nvPr/>
            </p:nvSpPr>
            <p:spPr>
              <a:xfrm>
                <a:off x="2568793" y="2619082"/>
                <a:ext cx="113493" cy="88100"/>
              </a:xfrm>
              <a:custGeom>
                <a:gdLst>
                  <a:gd name="connsiteX0" fmla="*/ 113494 w 113493"/>
                  <a:gd name="connsiteY0" fmla="*/ 5873 h 88100"/>
                  <a:gd name="connsiteX1" fmla="*/ 95356 w 113493"/>
                  <a:gd name="connsiteY1" fmla="*/ 88100 h 88100"/>
                  <a:gd name="connsiteX2" fmla="*/ 0 w 113493"/>
                  <a:gd name="connsiteY2" fmla="*/ 57870 h 88100"/>
                  <a:gd name="connsiteX3" fmla="*/ 8205 w 113493"/>
                  <a:gd name="connsiteY3" fmla="*/ 32131 h 88100"/>
                  <a:gd name="connsiteX4" fmla="*/ 75403 w 113493"/>
                  <a:gd name="connsiteY4" fmla="*/ 53465 h 88100"/>
                  <a:gd name="connsiteX5" fmla="*/ 87150 w 113493"/>
                  <a:gd name="connsiteY5" fmla="*/ 0 h 8810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3492" h="88100">
                    <a:moveTo>
                      <a:pt x="113494" y="5873"/>
                    </a:moveTo>
                    <a:lnTo>
                      <a:pt x="95356" y="88100"/>
                    </a:lnTo>
                    <a:lnTo>
                      <a:pt x="0" y="57870"/>
                    </a:lnTo>
                    <a:lnTo>
                      <a:pt x="8205" y="32131"/>
                    </a:lnTo>
                    <a:lnTo>
                      <a:pt x="75403" y="53465"/>
                    </a:lnTo>
                    <a:lnTo>
                      <a:pt x="87150" y="0"/>
                    </a:lnTo>
                    <a:close/>
                  </a:path>
                </a:pathLst>
              </a:custGeom>
              <a:solidFill>
                <a:srgbClr val="50BFA5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" descr="0a075207-01a8-4919-8e06-15e2de7b0db0"/>
              <p:cNvSpPr/>
              <p:nvPr/>
            </p:nvSpPr>
            <p:spPr>
              <a:xfrm>
                <a:off x="7597849" y="329512"/>
                <a:ext cx="461489" cy="326748"/>
              </a:xfrm>
              <a:custGeom>
                <a:gdLst>
                  <a:gd name="connsiteX0" fmla="*/ 405434 w 461489"/>
                  <a:gd name="connsiteY0" fmla="*/ 257909 h 326748"/>
                  <a:gd name="connsiteX1" fmla="*/ 322775 w 461489"/>
                  <a:gd name="connsiteY1" fmla="*/ 279243 h 326748"/>
                  <a:gd name="connsiteX2" fmla="*/ 282353 w 461489"/>
                  <a:gd name="connsiteY2" fmla="*/ 174819 h 326748"/>
                  <a:gd name="connsiteX3" fmla="*/ 198744 w 461489"/>
                  <a:gd name="connsiteY3" fmla="*/ 209886 h 326748"/>
                  <a:gd name="connsiteX4" fmla="*/ 162640 w 461489"/>
                  <a:gd name="connsiteY4" fmla="*/ 105029 h 326748"/>
                  <a:gd name="connsiteX5" fmla="*/ 85855 w 461489"/>
                  <a:gd name="connsiteY5" fmla="*/ 108052 h 326748"/>
                  <a:gd name="connsiteX6" fmla="*/ 53205 w 461489"/>
                  <a:gd name="connsiteY6" fmla="*/ 29367 h 326748"/>
                  <a:gd name="connsiteX7" fmla="*/ 4923 w 461489"/>
                  <a:gd name="connsiteY7" fmla="*/ 43618 h 326748"/>
                  <a:gd name="connsiteX8" fmla="*/ 0 w 461489"/>
                  <a:gd name="connsiteY8" fmla="*/ 19088 h 326748"/>
                  <a:gd name="connsiteX9" fmla="*/ 64261 w 461489"/>
                  <a:gd name="connsiteY9" fmla="*/ 0 h 326748"/>
                  <a:gd name="connsiteX10" fmla="*/ 98379 w 461489"/>
                  <a:gd name="connsiteY10" fmla="*/ 82313 h 326748"/>
                  <a:gd name="connsiteX11" fmla="*/ 176201 w 461489"/>
                  <a:gd name="connsiteY11" fmla="*/ 79204 h 326748"/>
                  <a:gd name="connsiteX12" fmla="*/ 210318 w 461489"/>
                  <a:gd name="connsiteY12" fmla="*/ 178360 h 326748"/>
                  <a:gd name="connsiteX13" fmla="*/ 293149 w 461489"/>
                  <a:gd name="connsiteY13" fmla="*/ 143552 h 326748"/>
                  <a:gd name="connsiteX14" fmla="*/ 334522 w 461489"/>
                  <a:gd name="connsiteY14" fmla="*/ 250395 h 326748"/>
                  <a:gd name="connsiteX15" fmla="*/ 414676 w 461489"/>
                  <a:gd name="connsiteY15" fmla="*/ 229665 h 326748"/>
                  <a:gd name="connsiteX16" fmla="*/ 461490 w 461489"/>
                  <a:gd name="connsiteY16" fmla="*/ 312410 h 326748"/>
                  <a:gd name="connsiteX17" fmla="*/ 444388 w 461489"/>
                  <a:gd name="connsiteY17" fmla="*/ 326748 h 32674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61489" h="326748">
                    <a:moveTo>
                      <a:pt x="405434" y="257909"/>
                    </a:moveTo>
                    <a:lnTo>
                      <a:pt x="322775" y="279243"/>
                    </a:lnTo>
                    <a:lnTo>
                      <a:pt x="282353" y="174819"/>
                    </a:lnTo>
                    <a:lnTo>
                      <a:pt x="198744" y="209886"/>
                    </a:lnTo>
                    <a:lnTo>
                      <a:pt x="162640" y="105029"/>
                    </a:lnTo>
                    <a:lnTo>
                      <a:pt x="85855" y="108052"/>
                    </a:lnTo>
                    <a:lnTo>
                      <a:pt x="53205" y="29367"/>
                    </a:lnTo>
                    <a:lnTo>
                      <a:pt x="4923" y="43618"/>
                    </a:lnTo>
                    <a:lnTo>
                      <a:pt x="0" y="19088"/>
                    </a:lnTo>
                    <a:lnTo>
                      <a:pt x="64261" y="0"/>
                    </a:lnTo>
                    <a:lnTo>
                      <a:pt x="98379" y="82313"/>
                    </a:lnTo>
                    <a:lnTo>
                      <a:pt x="176201" y="79204"/>
                    </a:lnTo>
                    <a:lnTo>
                      <a:pt x="210318" y="178360"/>
                    </a:lnTo>
                    <a:lnTo>
                      <a:pt x="293149" y="143552"/>
                    </a:lnTo>
                    <a:lnTo>
                      <a:pt x="334522" y="250395"/>
                    </a:lnTo>
                    <a:lnTo>
                      <a:pt x="414676" y="229665"/>
                    </a:lnTo>
                    <a:lnTo>
                      <a:pt x="461490" y="312410"/>
                    </a:lnTo>
                    <a:lnTo>
                      <a:pt x="444388" y="326748"/>
                    </a:lnTo>
                    <a:close/>
                  </a:path>
                </a:pathLst>
              </a:custGeom>
              <a:solidFill>
                <a:srgbClr val="F7CC7F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" descr="64c788e4-6667-4c8e-a4c7-2f5fc7fcb720"/>
              <p:cNvSpPr/>
              <p:nvPr/>
            </p:nvSpPr>
            <p:spPr>
              <a:xfrm>
                <a:off x="1298422" y="3544912"/>
                <a:ext cx="216191" cy="306796"/>
              </a:xfrm>
              <a:custGeom>
                <a:gdLst>
                  <a:gd name="connsiteX0" fmla="*/ 3541 w 216191"/>
                  <a:gd name="connsiteY0" fmla="*/ 0 h 306796"/>
                  <a:gd name="connsiteX1" fmla="*/ 49405 w 216191"/>
                  <a:gd name="connsiteY1" fmla="*/ 11401 h 306796"/>
                  <a:gd name="connsiteX2" fmla="*/ 48714 w 216191"/>
                  <a:gd name="connsiteY2" fmla="*/ 65384 h 306796"/>
                  <a:gd name="connsiteX3" fmla="*/ 98897 w 216191"/>
                  <a:gd name="connsiteY3" fmla="*/ 89482 h 306796"/>
                  <a:gd name="connsiteX4" fmla="*/ 93542 w 216191"/>
                  <a:gd name="connsiteY4" fmla="*/ 152275 h 306796"/>
                  <a:gd name="connsiteX5" fmla="*/ 155471 w 216191"/>
                  <a:gd name="connsiteY5" fmla="*/ 161603 h 306796"/>
                  <a:gd name="connsiteX6" fmla="*/ 152707 w 216191"/>
                  <a:gd name="connsiteY6" fmla="*/ 230788 h 306796"/>
                  <a:gd name="connsiteX7" fmla="*/ 209022 w 216191"/>
                  <a:gd name="connsiteY7" fmla="*/ 246508 h 306796"/>
                  <a:gd name="connsiteX8" fmla="*/ 216191 w 216191"/>
                  <a:gd name="connsiteY8" fmla="*/ 304982 h 306796"/>
                  <a:gd name="connsiteX9" fmla="*/ 201508 w 216191"/>
                  <a:gd name="connsiteY9" fmla="*/ 306796 h 306796"/>
                  <a:gd name="connsiteX10" fmla="*/ 195548 w 216191"/>
                  <a:gd name="connsiteY10" fmla="*/ 258082 h 306796"/>
                  <a:gd name="connsiteX11" fmla="*/ 137419 w 216191"/>
                  <a:gd name="connsiteY11" fmla="*/ 241844 h 306796"/>
                  <a:gd name="connsiteX12" fmla="*/ 140097 w 216191"/>
                  <a:gd name="connsiteY12" fmla="*/ 174300 h 306796"/>
                  <a:gd name="connsiteX13" fmla="*/ 77649 w 216191"/>
                  <a:gd name="connsiteY13" fmla="*/ 164886 h 306796"/>
                  <a:gd name="connsiteX14" fmla="*/ 83263 w 216191"/>
                  <a:gd name="connsiteY14" fmla="*/ 98378 h 306796"/>
                  <a:gd name="connsiteX15" fmla="*/ 33772 w 216191"/>
                  <a:gd name="connsiteY15" fmla="*/ 74626 h 306796"/>
                  <a:gd name="connsiteX16" fmla="*/ 34463 w 216191"/>
                  <a:gd name="connsiteY16" fmla="*/ 22889 h 306796"/>
                  <a:gd name="connsiteX17" fmla="*/ 0 w 216191"/>
                  <a:gd name="connsiteY17" fmla="*/ 14338 h 306796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6191" h="306796">
                    <a:moveTo>
                      <a:pt x="3541" y="0"/>
                    </a:moveTo>
                    <a:lnTo>
                      <a:pt x="49405" y="11401"/>
                    </a:lnTo>
                    <a:lnTo>
                      <a:pt x="48714" y="65384"/>
                    </a:lnTo>
                    <a:lnTo>
                      <a:pt x="98897" y="89482"/>
                    </a:lnTo>
                    <a:lnTo>
                      <a:pt x="93542" y="152275"/>
                    </a:lnTo>
                    <a:lnTo>
                      <a:pt x="155471" y="161603"/>
                    </a:lnTo>
                    <a:lnTo>
                      <a:pt x="152707" y="230788"/>
                    </a:lnTo>
                    <a:lnTo>
                      <a:pt x="209022" y="246508"/>
                    </a:lnTo>
                    <a:lnTo>
                      <a:pt x="216191" y="304982"/>
                    </a:lnTo>
                    <a:lnTo>
                      <a:pt x="201508" y="306796"/>
                    </a:lnTo>
                    <a:lnTo>
                      <a:pt x="195548" y="258082"/>
                    </a:lnTo>
                    <a:lnTo>
                      <a:pt x="137419" y="241844"/>
                    </a:lnTo>
                    <a:lnTo>
                      <a:pt x="140097" y="174300"/>
                    </a:lnTo>
                    <a:lnTo>
                      <a:pt x="77649" y="164886"/>
                    </a:lnTo>
                    <a:lnTo>
                      <a:pt x="83263" y="98378"/>
                    </a:lnTo>
                    <a:lnTo>
                      <a:pt x="33772" y="74626"/>
                    </a:lnTo>
                    <a:lnTo>
                      <a:pt x="34463" y="22889"/>
                    </a:lnTo>
                    <a:lnTo>
                      <a:pt x="0" y="14338"/>
                    </a:lnTo>
                    <a:close/>
                  </a:path>
                </a:pathLst>
              </a:custGeom>
              <a:solidFill>
                <a:srgbClr val="F47458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31" name="" descr="ec18b98d-48ee-4e78-8741-050e1033427c"/>
              <p:cNvGrpSpPr/>
              <p:nvPr/>
            </p:nvGrpSpPr>
            <p:grpSpPr>
              <a:xfrm>
                <a:off x="3324469" y="492929"/>
                <a:ext cx="6561049" cy="6365329"/>
                <a:chOff x="3324469" y="492929"/>
                <a:chExt cx="6561049" cy="6365329"/>
              </a:xfrm>
            </p:grpSpPr>
            <p:sp>
              <p:nvSpPr>
                <p:cNvPr id="97" name="" descr="fa2c0380-393b-4acb-9e47-96e2fd2a1214"/>
                <p:cNvSpPr/>
                <p:nvPr/>
              </p:nvSpPr>
              <p:spPr>
                <a:xfrm>
                  <a:off x="3324469" y="2420684"/>
                  <a:ext cx="5814271" cy="4437575"/>
                </a:xfrm>
                <a:custGeom>
                  <a:gdLst>
                    <a:gd name="connsiteX0" fmla="*/ 5384394 w 5814271"/>
                    <a:gd name="connsiteY0" fmla="*/ 4437576 h 4437575"/>
                    <a:gd name="connsiteX1" fmla="*/ 429878 w 5814271"/>
                    <a:gd name="connsiteY1" fmla="*/ 4437576 h 4437575"/>
                    <a:gd name="connsiteX2" fmla="*/ 0 w 5814271"/>
                    <a:gd name="connsiteY2" fmla="*/ 4007698 h 4437575"/>
                    <a:gd name="connsiteX3" fmla="*/ 0 w 5814271"/>
                    <a:gd name="connsiteY3" fmla="*/ 429877 h 4437575"/>
                    <a:gd name="connsiteX4" fmla="*/ 429878 w 5814271"/>
                    <a:gd name="connsiteY4" fmla="*/ 0 h 4437575"/>
                    <a:gd name="connsiteX5" fmla="*/ 5384394 w 5814271"/>
                    <a:gd name="connsiteY5" fmla="*/ 0 h 4437575"/>
                    <a:gd name="connsiteX6" fmla="*/ 5814271 w 5814271"/>
                    <a:gd name="connsiteY6" fmla="*/ 429877 h 4437575"/>
                    <a:gd name="connsiteX7" fmla="*/ 5814271 w 5814271"/>
                    <a:gd name="connsiteY7" fmla="*/ 4007611 h 4437575"/>
                    <a:gd name="connsiteX8" fmla="*/ 5384394 w 5814271"/>
                    <a:gd name="connsiteY8" fmla="*/ 4437576 h 4437575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814271" h="4437575">
                      <a:moveTo>
                        <a:pt x="5384394" y="4437576"/>
                      </a:moveTo>
                      <a:lnTo>
                        <a:pt x="429878" y="4437576"/>
                      </a:lnTo>
                      <a:cubicBezTo>
                        <a:pt x="192439" y="4437576"/>
                        <a:pt x="0" y="4245137"/>
                        <a:pt x="0" y="4007698"/>
                      </a:cubicBezTo>
                      <a:lnTo>
                        <a:pt x="0" y="429877"/>
                      </a:lnTo>
                      <a:cubicBezTo>
                        <a:pt x="0" y="192439"/>
                        <a:pt x="192439" y="0"/>
                        <a:pt x="429878" y="0"/>
                      </a:cubicBezTo>
                      <a:lnTo>
                        <a:pt x="5384394" y="0"/>
                      </a:lnTo>
                      <a:cubicBezTo>
                        <a:pt x="5621833" y="0"/>
                        <a:pt x="5814271" y="192439"/>
                        <a:pt x="5814271" y="429877"/>
                      </a:cubicBezTo>
                      <a:lnTo>
                        <a:pt x="5814271" y="4007611"/>
                      </a:lnTo>
                      <a:cubicBezTo>
                        <a:pt x="5814357" y="4245137"/>
                        <a:pt x="5621833" y="4437576"/>
                        <a:pt x="5384394" y="4437576"/>
                      </a:cubicBezTo>
                      <a:close/>
                    </a:path>
                  </a:pathLst>
                </a:custGeom>
                <a:solidFill>
                  <a:srgbClr val="466EB6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8" name="" descr="6b54be31-13fe-43ce-9845-48bcadd44d5a"/>
                <p:cNvSpPr/>
                <p:nvPr/>
              </p:nvSpPr>
              <p:spPr>
                <a:xfrm>
                  <a:off x="3451869" y="2524935"/>
                  <a:ext cx="5593156" cy="4199618"/>
                </a:xfrm>
                <a:custGeom>
                  <a:gdLst>
                    <a:gd name="connsiteX0" fmla="*/ 5366515 w 5593156"/>
                    <a:gd name="connsiteY0" fmla="*/ 4199618 h 4199618"/>
                    <a:gd name="connsiteX1" fmla="*/ 226556 w 5593156"/>
                    <a:gd name="connsiteY1" fmla="*/ 4199618 h 4199618"/>
                    <a:gd name="connsiteX2" fmla="*/ 0 w 5593156"/>
                    <a:gd name="connsiteY2" fmla="*/ 3973063 h 4199618"/>
                    <a:gd name="connsiteX3" fmla="*/ 0 w 5593156"/>
                    <a:gd name="connsiteY3" fmla="*/ 226556 h 4199618"/>
                    <a:gd name="connsiteX4" fmla="*/ 226556 w 5593156"/>
                    <a:gd name="connsiteY4" fmla="*/ 0 h 4199618"/>
                    <a:gd name="connsiteX5" fmla="*/ 5366601 w 5593156"/>
                    <a:gd name="connsiteY5" fmla="*/ 0 h 4199618"/>
                    <a:gd name="connsiteX6" fmla="*/ 5593157 w 5593156"/>
                    <a:gd name="connsiteY6" fmla="*/ 226556 h 4199618"/>
                    <a:gd name="connsiteX7" fmla="*/ 5593157 w 5593156"/>
                    <a:gd name="connsiteY7" fmla="*/ 3973063 h 4199618"/>
                    <a:gd name="connsiteX8" fmla="*/ 5366515 w 5593156"/>
                    <a:gd name="connsiteY8" fmla="*/ 4199618 h 4199618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593156" h="4199618">
                      <a:moveTo>
                        <a:pt x="5366515" y="4199618"/>
                      </a:moveTo>
                      <a:lnTo>
                        <a:pt x="226556" y="4199618"/>
                      </a:lnTo>
                      <a:cubicBezTo>
                        <a:pt x="101402" y="4199618"/>
                        <a:pt x="0" y="4098130"/>
                        <a:pt x="0" y="3973063"/>
                      </a:cubicBezTo>
                      <a:lnTo>
                        <a:pt x="0" y="226556"/>
                      </a:lnTo>
                      <a:cubicBezTo>
                        <a:pt x="0" y="101402"/>
                        <a:pt x="101402" y="0"/>
                        <a:pt x="226556" y="0"/>
                      </a:cubicBezTo>
                      <a:lnTo>
                        <a:pt x="5366601" y="0"/>
                      </a:lnTo>
                      <a:cubicBezTo>
                        <a:pt x="5491755" y="0"/>
                        <a:pt x="5593157" y="101488"/>
                        <a:pt x="5593157" y="226556"/>
                      </a:cubicBezTo>
                      <a:lnTo>
                        <a:pt x="5593157" y="3973063"/>
                      </a:lnTo>
                      <a:cubicBezTo>
                        <a:pt x="5593157" y="4098217"/>
                        <a:pt x="5491669" y="4199618"/>
                        <a:pt x="5366515" y="4199618"/>
                      </a:cubicBezTo>
                      <a:close/>
                    </a:path>
                  </a:pathLst>
                </a:custGeom>
                <a:solidFill>
                  <a:srgbClr val="184655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9" name="" descr="df8e1a5c-bb34-40e6-bc78-797e5960e8f4"/>
                <p:cNvSpPr/>
                <p:nvPr/>
              </p:nvSpPr>
              <p:spPr>
                <a:xfrm>
                  <a:off x="3324469" y="6590935"/>
                  <a:ext cx="6561049" cy="267323"/>
                </a:xfrm>
                <a:custGeom>
                  <a:gdLst>
                    <a:gd name="connsiteX0" fmla="*/ 0 w 6561049"/>
                    <a:gd name="connsiteY0" fmla="*/ 0 h 267323"/>
                    <a:gd name="connsiteX1" fmla="*/ 0 w 6561049"/>
                    <a:gd name="connsiteY1" fmla="*/ 150634 h 267323"/>
                    <a:gd name="connsiteX2" fmla="*/ 309474 w 6561049"/>
                    <a:gd name="connsiteY2" fmla="*/ 267324 h 267323"/>
                    <a:gd name="connsiteX3" fmla="*/ 6251576 w 6561049"/>
                    <a:gd name="connsiteY3" fmla="*/ 267324 h 267323"/>
                    <a:gd name="connsiteX4" fmla="*/ 6561050 w 6561049"/>
                    <a:gd name="connsiteY4" fmla="*/ 150634 h 267323"/>
                    <a:gd name="connsiteX5" fmla="*/ 6561050 w 6561049"/>
                    <a:gd name="connsiteY5" fmla="*/ 0 h 267323"/>
                    <a:gd name="connsiteX6" fmla="*/ 0 w 6561049"/>
                    <a:gd name="connsiteY6" fmla="*/ 0 h 267323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561048" h="267323">
                      <a:moveTo>
                        <a:pt x="0" y="0"/>
                      </a:moveTo>
                      <a:lnTo>
                        <a:pt x="0" y="150634"/>
                      </a:lnTo>
                      <a:cubicBezTo>
                        <a:pt x="0" y="215068"/>
                        <a:pt x="138542" y="267324"/>
                        <a:pt x="309474" y="267324"/>
                      </a:cubicBezTo>
                      <a:lnTo>
                        <a:pt x="6251576" y="267324"/>
                      </a:lnTo>
                      <a:cubicBezTo>
                        <a:pt x="6422508" y="267324"/>
                        <a:pt x="6561050" y="215068"/>
                        <a:pt x="6561050" y="150634"/>
                      </a:cubicBezTo>
                      <a:lnTo>
                        <a:pt x="65610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5538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0" name="" descr="c6c37266-6e26-485e-bb2b-c1b5592cd807"/>
                <p:cNvSpPr/>
                <p:nvPr/>
              </p:nvSpPr>
              <p:spPr>
                <a:xfrm>
                  <a:off x="3837350" y="2670128"/>
                  <a:ext cx="4836444" cy="3603559"/>
                </a:xfrm>
                <a:custGeom>
                  <a:gdLst>
                    <a:gd name="connsiteX0" fmla="*/ 0 w 4836444"/>
                    <a:gd name="connsiteY0" fmla="*/ 0 h 3603559"/>
                    <a:gd name="connsiteX1" fmla="*/ 4836445 w 4836444"/>
                    <a:gd name="connsiteY1" fmla="*/ 0 h 3603559"/>
                    <a:gd name="connsiteX2" fmla="*/ 4836445 w 4836444"/>
                    <a:gd name="connsiteY2" fmla="*/ 3603560 h 3603559"/>
                    <a:gd name="connsiteX3" fmla="*/ 0 w 4836444"/>
                    <a:gd name="connsiteY3" fmla="*/ 3603560 h 3603559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36444" h="3603559">
                      <a:moveTo>
                        <a:pt x="0" y="0"/>
                      </a:moveTo>
                      <a:lnTo>
                        <a:pt x="4836445" y="0"/>
                      </a:lnTo>
                      <a:lnTo>
                        <a:pt x="4836445" y="3603560"/>
                      </a:lnTo>
                      <a:lnTo>
                        <a:pt x="0" y="3603560"/>
                      </a:lnTo>
                      <a:close/>
                    </a:path>
                  </a:pathLst>
                </a:custGeom>
                <a:solidFill>
                  <a:srgbClr val="96D9C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1" name="" descr="78be7ea4-84c6-407c-805a-64899492d63d"/>
                <p:cNvSpPr/>
                <p:nvPr/>
              </p:nvSpPr>
              <p:spPr>
                <a:xfrm>
                  <a:off x="4002668" y="2955763"/>
                  <a:ext cx="4418572" cy="3147424"/>
                </a:xfrm>
                <a:custGeom>
                  <a:gdLst>
                    <a:gd name="connsiteX0" fmla="*/ 0 w 4418572"/>
                    <a:gd name="connsiteY0" fmla="*/ 0 h 3147424"/>
                    <a:gd name="connsiteX1" fmla="*/ 4418573 w 4418572"/>
                    <a:gd name="connsiteY1" fmla="*/ 0 h 3147424"/>
                    <a:gd name="connsiteX2" fmla="*/ 4418573 w 4418572"/>
                    <a:gd name="connsiteY2" fmla="*/ 3147425 h 3147424"/>
                    <a:gd name="connsiteX3" fmla="*/ 0 w 4418572"/>
                    <a:gd name="connsiteY3" fmla="*/ 3147425 h 314742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18572" h="3147424">
                      <a:moveTo>
                        <a:pt x="0" y="0"/>
                      </a:moveTo>
                      <a:lnTo>
                        <a:pt x="4418573" y="0"/>
                      </a:lnTo>
                      <a:lnTo>
                        <a:pt x="4418573" y="3147425"/>
                      </a:lnTo>
                      <a:lnTo>
                        <a:pt x="0" y="3147425"/>
                      </a:lnTo>
                      <a:close/>
                    </a:path>
                  </a:pathLst>
                </a:custGeom>
                <a:solidFill>
                  <a:srgbClr val="F47458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2" name="" descr="eca65a89-70dd-4a08-a81b-0d64ca984b5a"/>
                <p:cNvSpPr/>
                <p:nvPr/>
              </p:nvSpPr>
              <p:spPr>
                <a:xfrm>
                  <a:off x="3990921" y="2718238"/>
                  <a:ext cx="4146844" cy="3384949"/>
                </a:xfrm>
                <a:custGeom>
                  <a:gdLst>
                    <a:gd name="connsiteX0" fmla="*/ 0 w 4146844"/>
                    <a:gd name="connsiteY0" fmla="*/ 0 h 3384949"/>
                    <a:gd name="connsiteX1" fmla="*/ 4146844 w 4146844"/>
                    <a:gd name="connsiteY1" fmla="*/ 0 h 3384949"/>
                    <a:gd name="connsiteX2" fmla="*/ 4146844 w 4146844"/>
                    <a:gd name="connsiteY2" fmla="*/ 3384950 h 3384949"/>
                    <a:gd name="connsiteX3" fmla="*/ 0 w 4146844"/>
                    <a:gd name="connsiteY3" fmla="*/ 3384950 h 3384949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46844" h="3384949">
                      <a:moveTo>
                        <a:pt x="0" y="0"/>
                      </a:moveTo>
                      <a:lnTo>
                        <a:pt x="4146844" y="0"/>
                      </a:lnTo>
                      <a:lnTo>
                        <a:pt x="4146844" y="3384950"/>
                      </a:lnTo>
                      <a:lnTo>
                        <a:pt x="0" y="3384950"/>
                      </a:lnTo>
                      <a:close/>
                    </a:path>
                  </a:pathLst>
                </a:custGeom>
                <a:solidFill>
                  <a:srgbClr val="86B1F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3" name="" descr="832a6c9e-8853-49b9-a782-857a31e0a48b"/>
                <p:cNvSpPr/>
                <p:nvPr/>
              </p:nvSpPr>
              <p:spPr>
                <a:xfrm>
                  <a:off x="4072371" y="2870858"/>
                  <a:ext cx="3933244" cy="275529"/>
                </a:xfrm>
                <a:custGeom>
                  <a:gdLst>
                    <a:gd name="connsiteX0" fmla="*/ 0 w 3933244"/>
                    <a:gd name="connsiteY0" fmla="*/ 0 h 275529"/>
                    <a:gd name="connsiteX1" fmla="*/ 3933244 w 3933244"/>
                    <a:gd name="connsiteY1" fmla="*/ 0 h 275529"/>
                    <a:gd name="connsiteX2" fmla="*/ 3933244 w 3933244"/>
                    <a:gd name="connsiteY2" fmla="*/ 275529 h 275529"/>
                    <a:gd name="connsiteX3" fmla="*/ 0 w 3933244"/>
                    <a:gd name="connsiteY3" fmla="*/ 275529 h 275529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3243" h="275529">
                      <a:moveTo>
                        <a:pt x="0" y="0"/>
                      </a:moveTo>
                      <a:lnTo>
                        <a:pt x="3933244" y="0"/>
                      </a:lnTo>
                      <a:lnTo>
                        <a:pt x="3933244" y="275529"/>
                      </a:lnTo>
                      <a:lnTo>
                        <a:pt x="0" y="275529"/>
                      </a:lnTo>
                      <a:close/>
                    </a:path>
                  </a:pathLst>
                </a:custGeom>
                <a:solidFill>
                  <a:srgbClr val="9BC1F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4" name="" descr="57bfd84c-1116-4ff9-a1bc-6b7815f2669e"/>
                <p:cNvSpPr/>
                <p:nvPr/>
              </p:nvSpPr>
              <p:spPr>
                <a:xfrm>
                  <a:off x="4002668" y="492929"/>
                  <a:ext cx="3439450" cy="5303721"/>
                </a:xfrm>
                <a:custGeom>
                  <a:gdLst>
                    <a:gd name="connsiteX0" fmla="*/ 0 w 3439450"/>
                    <a:gd name="connsiteY0" fmla="*/ 0 h 5303721"/>
                    <a:gd name="connsiteX1" fmla="*/ 3439451 w 3439450"/>
                    <a:gd name="connsiteY1" fmla="*/ 0 h 5303721"/>
                    <a:gd name="connsiteX2" fmla="*/ 3439451 w 3439450"/>
                    <a:gd name="connsiteY2" fmla="*/ 5303722 h 5303721"/>
                    <a:gd name="connsiteX3" fmla="*/ 0 w 3439450"/>
                    <a:gd name="connsiteY3" fmla="*/ 5303722 h 530372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39450" h="5303721">
                      <a:moveTo>
                        <a:pt x="0" y="0"/>
                      </a:moveTo>
                      <a:lnTo>
                        <a:pt x="3439451" y="0"/>
                      </a:lnTo>
                      <a:lnTo>
                        <a:pt x="3439451" y="5303722"/>
                      </a:lnTo>
                      <a:lnTo>
                        <a:pt x="0" y="5303722"/>
                      </a:ln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5" name="" descr="64bf32b6-df84-4d0d-878b-4593687dcdd8"/>
                <p:cNvSpPr/>
                <p:nvPr/>
              </p:nvSpPr>
              <p:spPr>
                <a:xfrm>
                  <a:off x="4093359" y="2800206"/>
                  <a:ext cx="3174027" cy="278034"/>
                </a:xfrm>
                <a:custGeom>
                  <a:gdLst>
                    <a:gd name="connsiteX0" fmla="*/ 0 w 3174027"/>
                    <a:gd name="connsiteY0" fmla="*/ 0 h 278034"/>
                    <a:gd name="connsiteX1" fmla="*/ 3174027 w 3174027"/>
                    <a:gd name="connsiteY1" fmla="*/ 0 h 278034"/>
                    <a:gd name="connsiteX2" fmla="*/ 3174027 w 3174027"/>
                    <a:gd name="connsiteY2" fmla="*/ 278034 h 278034"/>
                    <a:gd name="connsiteX3" fmla="*/ 0 w 3174027"/>
                    <a:gd name="connsiteY3" fmla="*/ 278034 h 27803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74027" h="278034">
                      <a:moveTo>
                        <a:pt x="0" y="0"/>
                      </a:moveTo>
                      <a:lnTo>
                        <a:pt x="3174027" y="0"/>
                      </a:lnTo>
                      <a:lnTo>
                        <a:pt x="3174027" y="278034"/>
                      </a:lnTo>
                      <a:lnTo>
                        <a:pt x="0" y="278034"/>
                      </a:lnTo>
                      <a:close/>
                    </a:path>
                  </a:pathLst>
                </a:custGeom>
                <a:solidFill>
                  <a:srgbClr val="F48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06" name="" descr="bd54c987-d867-4d62-8001-2ed5a02df7ad"/>
                <p:cNvGrpSpPr/>
                <p:nvPr/>
              </p:nvGrpSpPr>
              <p:grpSpPr>
                <a:xfrm>
                  <a:off x="4256086" y="3337099"/>
                  <a:ext cx="2908258" cy="1858569"/>
                  <a:chOff x="4256086" y="3337099"/>
                  <a:chExt cx="2908258" cy="1858569"/>
                </a:xfrm>
                <a:solidFill>
                  <a:srgbClr val="96D9C9"/>
                </a:solidFill>
              </p:grpSpPr>
              <p:sp>
                <p:nvSpPr>
                  <p:cNvPr id="120" name="" descr="f4bd87f5-949a-489e-85fa-7968f1f16fad"/>
                  <p:cNvSpPr/>
                  <p:nvPr/>
                </p:nvSpPr>
                <p:spPr>
                  <a:xfrm>
                    <a:off x="4256086" y="3337099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1" name="" descr="047ab460-90e1-4527-ad3b-604155b14b99"/>
                  <p:cNvSpPr/>
                  <p:nvPr/>
                </p:nvSpPr>
                <p:spPr>
                  <a:xfrm>
                    <a:off x="5904165" y="3337099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2" name="" descr="74ff8aba-d1c8-4f83-9ff8-9920617a838f"/>
                  <p:cNvSpPr/>
                  <p:nvPr/>
                </p:nvSpPr>
                <p:spPr>
                  <a:xfrm>
                    <a:off x="4256086" y="3487042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" name="" descr="0a25ccba-c234-4235-b7c7-d8dd23114b85"/>
                  <p:cNvSpPr/>
                  <p:nvPr/>
                </p:nvSpPr>
                <p:spPr>
                  <a:xfrm>
                    <a:off x="5904165" y="3487042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4" name="" descr="fa227c24-4073-450f-aaef-87d0f8faebdf"/>
                  <p:cNvSpPr/>
                  <p:nvPr/>
                </p:nvSpPr>
                <p:spPr>
                  <a:xfrm>
                    <a:off x="4256086" y="3636985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5" name="" descr="54e49062-4eee-4bba-b72a-f4e5a64eba67"/>
                  <p:cNvSpPr/>
                  <p:nvPr/>
                </p:nvSpPr>
                <p:spPr>
                  <a:xfrm>
                    <a:off x="5904165" y="3636985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6" name="" descr="17705837-da03-415d-b5bf-95f4e89a0d7c"/>
                  <p:cNvSpPr/>
                  <p:nvPr/>
                </p:nvSpPr>
                <p:spPr>
                  <a:xfrm>
                    <a:off x="4256086" y="3786928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7" name="" descr="cc9cd6c6-6a7d-4cca-af89-b5875b76b4ae"/>
                  <p:cNvSpPr/>
                  <p:nvPr/>
                </p:nvSpPr>
                <p:spPr>
                  <a:xfrm>
                    <a:off x="5904165" y="3786928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8" name="" descr="abcf2ccf-638d-411e-b042-6cefdc9b0856"/>
                  <p:cNvSpPr/>
                  <p:nvPr/>
                </p:nvSpPr>
                <p:spPr>
                  <a:xfrm>
                    <a:off x="5904165" y="3936872"/>
                    <a:ext cx="1260179" cy="59251"/>
                  </a:xfrm>
                  <a:custGeom>
                    <a:gdLst>
                      <a:gd name="connsiteX0" fmla="*/ 0 w 1260179"/>
                      <a:gd name="connsiteY0" fmla="*/ 0 h 59251"/>
                      <a:gd name="connsiteX1" fmla="*/ 1260179 w 1260179"/>
                      <a:gd name="connsiteY1" fmla="*/ 0 h 59251"/>
                      <a:gd name="connsiteX2" fmla="*/ 1260179 w 1260179"/>
                      <a:gd name="connsiteY2" fmla="*/ 59252 h 59251"/>
                      <a:gd name="connsiteX3" fmla="*/ 0 w 1260179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251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9" name="" descr="80438e58-dbe6-4116-ba70-bf7fafbcfe7c"/>
                  <p:cNvSpPr/>
                  <p:nvPr/>
                </p:nvSpPr>
                <p:spPr>
                  <a:xfrm>
                    <a:off x="4256086" y="3936872"/>
                    <a:ext cx="1354066" cy="59251"/>
                  </a:xfrm>
                  <a:custGeom>
                    <a:gdLst>
                      <a:gd name="connsiteX0" fmla="*/ 0 w 1354066"/>
                      <a:gd name="connsiteY0" fmla="*/ 0 h 59251"/>
                      <a:gd name="connsiteX1" fmla="*/ 1354066 w 1354066"/>
                      <a:gd name="connsiteY1" fmla="*/ 0 h 59251"/>
                      <a:gd name="connsiteX2" fmla="*/ 1354066 w 1354066"/>
                      <a:gd name="connsiteY2" fmla="*/ 59252 h 59251"/>
                      <a:gd name="connsiteX3" fmla="*/ 0 w 1354066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251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0" name="" descr="cbdb4a62-350a-45c0-aa18-a3e4b909d8ec"/>
                  <p:cNvSpPr/>
                  <p:nvPr/>
                </p:nvSpPr>
                <p:spPr>
                  <a:xfrm>
                    <a:off x="4256086" y="4086815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1" name="" descr="d53e30f9-9149-43b1-9a67-8fde6620d875"/>
                  <p:cNvSpPr/>
                  <p:nvPr/>
                </p:nvSpPr>
                <p:spPr>
                  <a:xfrm>
                    <a:off x="5904165" y="4086815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2" name="" descr="e6bdecea-bb42-4211-a586-34587b9daa70"/>
                  <p:cNvSpPr/>
                  <p:nvPr/>
                </p:nvSpPr>
                <p:spPr>
                  <a:xfrm>
                    <a:off x="4256086" y="4236758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" name="" descr="054b88cb-a7eb-4d2e-999f-ad7b3ac3ade1"/>
                  <p:cNvSpPr/>
                  <p:nvPr/>
                </p:nvSpPr>
                <p:spPr>
                  <a:xfrm>
                    <a:off x="5904165" y="4236758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" name="" descr="ce77e235-23c0-4d5e-ac70-f4bb45c3717a"/>
                  <p:cNvSpPr/>
                  <p:nvPr/>
                </p:nvSpPr>
                <p:spPr>
                  <a:xfrm>
                    <a:off x="4256086" y="4386701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5" name="" descr="7f7731bd-a978-4993-86db-1941ef95e5cf"/>
                  <p:cNvSpPr/>
                  <p:nvPr/>
                </p:nvSpPr>
                <p:spPr>
                  <a:xfrm>
                    <a:off x="5904165" y="4386701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6" name="" descr="c0b55d31-d506-4316-9b8b-8c37ef157a8f"/>
                  <p:cNvSpPr/>
                  <p:nvPr/>
                </p:nvSpPr>
                <p:spPr>
                  <a:xfrm>
                    <a:off x="4256086" y="4536644"/>
                    <a:ext cx="1354066" cy="59338"/>
                  </a:xfrm>
                  <a:custGeom>
                    <a:gdLst>
                      <a:gd name="connsiteX0" fmla="*/ 0 w 1354066"/>
                      <a:gd name="connsiteY0" fmla="*/ 0 h 59338"/>
                      <a:gd name="connsiteX1" fmla="*/ 1354066 w 1354066"/>
                      <a:gd name="connsiteY1" fmla="*/ 0 h 59338"/>
                      <a:gd name="connsiteX2" fmla="*/ 1354066 w 1354066"/>
                      <a:gd name="connsiteY2" fmla="*/ 59338 h 59338"/>
                      <a:gd name="connsiteX3" fmla="*/ 0 w 1354066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338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7" name="" descr="e8b6295a-4d3c-4e24-af24-4f913d1e542c"/>
                  <p:cNvSpPr/>
                  <p:nvPr/>
                </p:nvSpPr>
                <p:spPr>
                  <a:xfrm>
                    <a:off x="5904165" y="4536644"/>
                    <a:ext cx="1260179" cy="59338"/>
                  </a:xfrm>
                  <a:custGeom>
                    <a:gdLst>
                      <a:gd name="connsiteX0" fmla="*/ 0 w 1260179"/>
                      <a:gd name="connsiteY0" fmla="*/ 0 h 59338"/>
                      <a:gd name="connsiteX1" fmla="*/ 1260179 w 1260179"/>
                      <a:gd name="connsiteY1" fmla="*/ 0 h 59338"/>
                      <a:gd name="connsiteX2" fmla="*/ 1260179 w 1260179"/>
                      <a:gd name="connsiteY2" fmla="*/ 59338 h 59338"/>
                      <a:gd name="connsiteX3" fmla="*/ 0 w 1260179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338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8" name="" descr="2f510684-06ce-493a-8628-e3e0ba748dfd"/>
                  <p:cNvSpPr/>
                  <p:nvPr/>
                </p:nvSpPr>
                <p:spPr>
                  <a:xfrm>
                    <a:off x="4256086" y="4686587"/>
                    <a:ext cx="1354066" cy="59251"/>
                  </a:xfrm>
                  <a:custGeom>
                    <a:gdLst>
                      <a:gd name="connsiteX0" fmla="*/ 0 w 1354066"/>
                      <a:gd name="connsiteY0" fmla="*/ 0 h 59251"/>
                      <a:gd name="connsiteX1" fmla="*/ 1354066 w 1354066"/>
                      <a:gd name="connsiteY1" fmla="*/ 0 h 59251"/>
                      <a:gd name="connsiteX2" fmla="*/ 1354066 w 1354066"/>
                      <a:gd name="connsiteY2" fmla="*/ 59251 h 59251"/>
                      <a:gd name="connsiteX3" fmla="*/ 0 w 1354066"/>
                      <a:gd name="connsiteY3" fmla="*/ 59251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251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251"/>
                        </a:lnTo>
                        <a:lnTo>
                          <a:pt x="0" y="59251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9" name="" descr="e0b54979-a15f-4e0b-8624-eb7112017ddc"/>
                  <p:cNvSpPr/>
                  <p:nvPr/>
                </p:nvSpPr>
                <p:spPr>
                  <a:xfrm>
                    <a:off x="5904165" y="4686587"/>
                    <a:ext cx="1260179" cy="59251"/>
                  </a:xfrm>
                  <a:custGeom>
                    <a:gdLst>
                      <a:gd name="connsiteX0" fmla="*/ 0 w 1260179"/>
                      <a:gd name="connsiteY0" fmla="*/ 0 h 59251"/>
                      <a:gd name="connsiteX1" fmla="*/ 1260179 w 1260179"/>
                      <a:gd name="connsiteY1" fmla="*/ 0 h 59251"/>
                      <a:gd name="connsiteX2" fmla="*/ 1260179 w 1260179"/>
                      <a:gd name="connsiteY2" fmla="*/ 59251 h 59251"/>
                      <a:gd name="connsiteX3" fmla="*/ 0 w 1260179"/>
                      <a:gd name="connsiteY3" fmla="*/ 59251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251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251"/>
                        </a:lnTo>
                        <a:lnTo>
                          <a:pt x="0" y="59251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0" name="" descr="7b30c74e-dc1a-4ac5-ab0a-b20847f27b71"/>
                  <p:cNvSpPr/>
                  <p:nvPr/>
                </p:nvSpPr>
                <p:spPr>
                  <a:xfrm>
                    <a:off x="5904165" y="4836531"/>
                    <a:ext cx="1260179" cy="59251"/>
                  </a:xfrm>
                  <a:custGeom>
                    <a:gdLst>
                      <a:gd name="connsiteX0" fmla="*/ 0 w 1260179"/>
                      <a:gd name="connsiteY0" fmla="*/ 0 h 59251"/>
                      <a:gd name="connsiteX1" fmla="*/ 1260179 w 1260179"/>
                      <a:gd name="connsiteY1" fmla="*/ 0 h 59251"/>
                      <a:gd name="connsiteX2" fmla="*/ 1260179 w 1260179"/>
                      <a:gd name="connsiteY2" fmla="*/ 59252 h 59251"/>
                      <a:gd name="connsiteX3" fmla="*/ 0 w 1260179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251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1" name="" descr="19fc6326-bb6b-413f-b798-f5459e466071"/>
                  <p:cNvSpPr/>
                  <p:nvPr/>
                </p:nvSpPr>
                <p:spPr>
                  <a:xfrm>
                    <a:off x="4256086" y="4836531"/>
                    <a:ext cx="1354066" cy="59251"/>
                  </a:xfrm>
                  <a:custGeom>
                    <a:gdLst>
                      <a:gd name="connsiteX0" fmla="*/ 0 w 1354066"/>
                      <a:gd name="connsiteY0" fmla="*/ 0 h 59251"/>
                      <a:gd name="connsiteX1" fmla="*/ 1354066 w 1354066"/>
                      <a:gd name="connsiteY1" fmla="*/ 0 h 59251"/>
                      <a:gd name="connsiteX2" fmla="*/ 1354066 w 1354066"/>
                      <a:gd name="connsiteY2" fmla="*/ 59252 h 59251"/>
                      <a:gd name="connsiteX3" fmla="*/ 0 w 1354066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251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2" name="" descr="c737dc97-cce8-4156-8eb4-fb7d3f76690c"/>
                  <p:cNvSpPr/>
                  <p:nvPr/>
                </p:nvSpPr>
                <p:spPr>
                  <a:xfrm>
                    <a:off x="4256086" y="4986474"/>
                    <a:ext cx="1354066" cy="59251"/>
                  </a:xfrm>
                  <a:custGeom>
                    <a:gdLst>
                      <a:gd name="connsiteX0" fmla="*/ 0 w 1354066"/>
                      <a:gd name="connsiteY0" fmla="*/ 0 h 59251"/>
                      <a:gd name="connsiteX1" fmla="*/ 1354066 w 1354066"/>
                      <a:gd name="connsiteY1" fmla="*/ 0 h 59251"/>
                      <a:gd name="connsiteX2" fmla="*/ 1354066 w 1354066"/>
                      <a:gd name="connsiteY2" fmla="*/ 59252 h 59251"/>
                      <a:gd name="connsiteX3" fmla="*/ 0 w 1354066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251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" name="" descr="9bd240bf-7825-4812-be73-b5bbce7296b4"/>
                  <p:cNvSpPr/>
                  <p:nvPr/>
                </p:nvSpPr>
                <p:spPr>
                  <a:xfrm>
                    <a:off x="5904165" y="4986474"/>
                    <a:ext cx="1260179" cy="59251"/>
                  </a:xfrm>
                  <a:custGeom>
                    <a:gdLst>
                      <a:gd name="connsiteX0" fmla="*/ 0 w 1260179"/>
                      <a:gd name="connsiteY0" fmla="*/ 0 h 59251"/>
                      <a:gd name="connsiteX1" fmla="*/ 1260179 w 1260179"/>
                      <a:gd name="connsiteY1" fmla="*/ 0 h 59251"/>
                      <a:gd name="connsiteX2" fmla="*/ 1260179 w 1260179"/>
                      <a:gd name="connsiteY2" fmla="*/ 59252 h 59251"/>
                      <a:gd name="connsiteX3" fmla="*/ 0 w 1260179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251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" name="" descr="10680929-9f08-44f6-a44b-e8e53e54df29"/>
                  <p:cNvSpPr/>
                  <p:nvPr/>
                </p:nvSpPr>
                <p:spPr>
                  <a:xfrm>
                    <a:off x="5904165" y="5136417"/>
                    <a:ext cx="1260179" cy="59251"/>
                  </a:xfrm>
                  <a:custGeom>
                    <a:gdLst>
                      <a:gd name="connsiteX0" fmla="*/ 0 w 1260179"/>
                      <a:gd name="connsiteY0" fmla="*/ 0 h 59251"/>
                      <a:gd name="connsiteX1" fmla="*/ 1260179 w 1260179"/>
                      <a:gd name="connsiteY1" fmla="*/ 0 h 59251"/>
                      <a:gd name="connsiteX2" fmla="*/ 1260179 w 1260179"/>
                      <a:gd name="connsiteY2" fmla="*/ 59252 h 59251"/>
                      <a:gd name="connsiteX3" fmla="*/ 0 w 1260179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60179" h="59251">
                        <a:moveTo>
                          <a:pt x="0" y="0"/>
                        </a:moveTo>
                        <a:lnTo>
                          <a:pt x="1260179" y="0"/>
                        </a:lnTo>
                        <a:lnTo>
                          <a:pt x="1260179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5" name="" descr="566a515b-ca54-4168-9a7d-7b9bbbbb6078"/>
                  <p:cNvSpPr/>
                  <p:nvPr/>
                </p:nvSpPr>
                <p:spPr>
                  <a:xfrm>
                    <a:off x="4256086" y="5136417"/>
                    <a:ext cx="1354066" cy="59251"/>
                  </a:xfrm>
                  <a:custGeom>
                    <a:gdLst>
                      <a:gd name="connsiteX0" fmla="*/ 0 w 1354066"/>
                      <a:gd name="connsiteY0" fmla="*/ 0 h 59251"/>
                      <a:gd name="connsiteX1" fmla="*/ 1354066 w 1354066"/>
                      <a:gd name="connsiteY1" fmla="*/ 0 h 59251"/>
                      <a:gd name="connsiteX2" fmla="*/ 1354066 w 1354066"/>
                      <a:gd name="connsiteY2" fmla="*/ 59252 h 59251"/>
                      <a:gd name="connsiteX3" fmla="*/ 0 w 1354066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54066" h="59251">
                        <a:moveTo>
                          <a:pt x="0" y="0"/>
                        </a:moveTo>
                        <a:lnTo>
                          <a:pt x="1354066" y="0"/>
                        </a:lnTo>
                        <a:lnTo>
                          <a:pt x="1354066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07" name="" descr="04fbadef-d07d-4f8e-bdb2-62c04333ce08"/>
                <p:cNvGrpSpPr/>
                <p:nvPr/>
              </p:nvGrpSpPr>
              <p:grpSpPr>
                <a:xfrm>
                  <a:off x="6065855" y="786683"/>
                  <a:ext cx="1068690" cy="659024"/>
                  <a:chOff x="6065855" y="786683"/>
                  <a:chExt cx="1068690" cy="659024"/>
                </a:xfrm>
                <a:solidFill>
                  <a:srgbClr val="96D9C9"/>
                </a:solidFill>
              </p:grpSpPr>
              <p:sp>
                <p:nvSpPr>
                  <p:cNvPr id="115" name="" descr="b5163479-7fbb-4863-89fc-8f24d9b306dd"/>
                  <p:cNvSpPr/>
                  <p:nvPr/>
                </p:nvSpPr>
                <p:spPr>
                  <a:xfrm>
                    <a:off x="6065855" y="786683"/>
                    <a:ext cx="1068690" cy="59338"/>
                  </a:xfrm>
                  <a:custGeom>
                    <a:gdLst>
                      <a:gd name="connsiteX0" fmla="*/ 0 w 1068690"/>
                      <a:gd name="connsiteY0" fmla="*/ 0 h 59338"/>
                      <a:gd name="connsiteX1" fmla="*/ 1068691 w 1068690"/>
                      <a:gd name="connsiteY1" fmla="*/ 0 h 59338"/>
                      <a:gd name="connsiteX2" fmla="*/ 1068691 w 1068690"/>
                      <a:gd name="connsiteY2" fmla="*/ 59338 h 59338"/>
                      <a:gd name="connsiteX3" fmla="*/ 0 w 1068690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338">
                        <a:moveTo>
                          <a:pt x="0" y="0"/>
                        </a:moveTo>
                        <a:lnTo>
                          <a:pt x="1068691" y="0"/>
                        </a:lnTo>
                        <a:lnTo>
                          <a:pt x="1068691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" name="" descr="1bef1c79-638f-4724-8a89-9032c84eeaa1"/>
                  <p:cNvSpPr/>
                  <p:nvPr/>
                </p:nvSpPr>
                <p:spPr>
                  <a:xfrm>
                    <a:off x="6065855" y="936626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1 w 1068690"/>
                      <a:gd name="connsiteY1" fmla="*/ 0 h 59251"/>
                      <a:gd name="connsiteX2" fmla="*/ 1068691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1" y="0"/>
                        </a:lnTo>
                        <a:lnTo>
                          <a:pt x="1068691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7" name="" descr="f75bfbaf-29cb-420e-aedf-c48d20410497"/>
                  <p:cNvSpPr/>
                  <p:nvPr/>
                </p:nvSpPr>
                <p:spPr>
                  <a:xfrm>
                    <a:off x="6065855" y="1086569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1 w 1068690"/>
                      <a:gd name="connsiteY1" fmla="*/ 0 h 59251"/>
                      <a:gd name="connsiteX2" fmla="*/ 1068691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1" y="0"/>
                        </a:lnTo>
                        <a:lnTo>
                          <a:pt x="1068691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8" name="" descr="80acee5a-338c-46e0-afda-c6abdcc2ed36"/>
                  <p:cNvSpPr/>
                  <p:nvPr/>
                </p:nvSpPr>
                <p:spPr>
                  <a:xfrm>
                    <a:off x="6065855" y="1236512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1 w 1068690"/>
                      <a:gd name="connsiteY1" fmla="*/ 0 h 59251"/>
                      <a:gd name="connsiteX2" fmla="*/ 1068691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1" y="0"/>
                        </a:lnTo>
                        <a:lnTo>
                          <a:pt x="1068691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9" name="" descr="5cb032e5-8245-42ab-88fc-aeaaacc02253"/>
                  <p:cNvSpPr/>
                  <p:nvPr/>
                </p:nvSpPr>
                <p:spPr>
                  <a:xfrm>
                    <a:off x="6065855" y="1386456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1 w 1068690"/>
                      <a:gd name="connsiteY1" fmla="*/ 0 h 59251"/>
                      <a:gd name="connsiteX2" fmla="*/ 1068691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1" y="0"/>
                        </a:lnTo>
                        <a:lnTo>
                          <a:pt x="1068691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08" name="" descr="dcf59cf2-aee7-4dd2-acf0-c578af52d478"/>
                <p:cNvGrpSpPr/>
                <p:nvPr/>
              </p:nvGrpSpPr>
              <p:grpSpPr>
                <a:xfrm>
                  <a:off x="6070605" y="1642465"/>
                  <a:ext cx="1068690" cy="658938"/>
                  <a:chOff x="6070605" y="1642465"/>
                  <a:chExt cx="1068690" cy="658938"/>
                </a:xfrm>
                <a:solidFill>
                  <a:srgbClr val="96D9C9"/>
                </a:solidFill>
              </p:grpSpPr>
              <p:sp>
                <p:nvSpPr>
                  <p:cNvPr id="110" name="" descr="00fcfe42-da49-4c76-9681-d3b5396e49dd"/>
                  <p:cNvSpPr/>
                  <p:nvPr/>
                </p:nvSpPr>
                <p:spPr>
                  <a:xfrm>
                    <a:off x="6070605" y="1642465"/>
                    <a:ext cx="1068690" cy="59338"/>
                  </a:xfrm>
                  <a:custGeom>
                    <a:gdLst>
                      <a:gd name="connsiteX0" fmla="*/ 0 w 1068690"/>
                      <a:gd name="connsiteY0" fmla="*/ 0 h 59338"/>
                      <a:gd name="connsiteX1" fmla="*/ 1068690 w 1068690"/>
                      <a:gd name="connsiteY1" fmla="*/ 0 h 59338"/>
                      <a:gd name="connsiteX2" fmla="*/ 1068690 w 1068690"/>
                      <a:gd name="connsiteY2" fmla="*/ 59338 h 59338"/>
                      <a:gd name="connsiteX3" fmla="*/ 0 w 1068690"/>
                      <a:gd name="connsiteY3" fmla="*/ 59338 h 5933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338">
                        <a:moveTo>
                          <a:pt x="0" y="0"/>
                        </a:moveTo>
                        <a:lnTo>
                          <a:pt x="1068690" y="0"/>
                        </a:lnTo>
                        <a:lnTo>
                          <a:pt x="1068690" y="59338"/>
                        </a:lnTo>
                        <a:lnTo>
                          <a:pt x="0" y="59338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" name="" descr="f5aef344-256c-4b27-bcee-1b79628141e6"/>
                  <p:cNvSpPr/>
                  <p:nvPr/>
                </p:nvSpPr>
                <p:spPr>
                  <a:xfrm>
                    <a:off x="6070605" y="1792408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0 w 1068690"/>
                      <a:gd name="connsiteY1" fmla="*/ 0 h 59251"/>
                      <a:gd name="connsiteX2" fmla="*/ 1068690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0" y="0"/>
                        </a:lnTo>
                        <a:lnTo>
                          <a:pt x="1068690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" name="" descr="3cb10aff-56c7-4221-8b99-537f115b95f0"/>
                  <p:cNvSpPr/>
                  <p:nvPr/>
                </p:nvSpPr>
                <p:spPr>
                  <a:xfrm>
                    <a:off x="6070605" y="1942351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0 w 1068690"/>
                      <a:gd name="connsiteY1" fmla="*/ 0 h 59251"/>
                      <a:gd name="connsiteX2" fmla="*/ 1068690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0" y="0"/>
                        </a:lnTo>
                        <a:lnTo>
                          <a:pt x="1068690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" name="" descr="2c41dbc8-97d6-4ecf-933b-1d7b30796433"/>
                  <p:cNvSpPr/>
                  <p:nvPr/>
                </p:nvSpPr>
                <p:spPr>
                  <a:xfrm>
                    <a:off x="6070605" y="2092294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0 w 1068690"/>
                      <a:gd name="connsiteY1" fmla="*/ 0 h 59251"/>
                      <a:gd name="connsiteX2" fmla="*/ 1068690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0" y="0"/>
                        </a:lnTo>
                        <a:lnTo>
                          <a:pt x="1068690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" name="" descr="bf4a91a6-61db-4f16-904e-64aeddb19264"/>
                  <p:cNvSpPr/>
                  <p:nvPr/>
                </p:nvSpPr>
                <p:spPr>
                  <a:xfrm>
                    <a:off x="6070605" y="2242151"/>
                    <a:ext cx="1068690" cy="59251"/>
                  </a:xfrm>
                  <a:custGeom>
                    <a:gdLst>
                      <a:gd name="connsiteX0" fmla="*/ 0 w 1068690"/>
                      <a:gd name="connsiteY0" fmla="*/ 0 h 59251"/>
                      <a:gd name="connsiteX1" fmla="*/ 1068690 w 1068690"/>
                      <a:gd name="connsiteY1" fmla="*/ 0 h 59251"/>
                      <a:gd name="connsiteX2" fmla="*/ 1068690 w 1068690"/>
                      <a:gd name="connsiteY2" fmla="*/ 59252 h 59251"/>
                      <a:gd name="connsiteX3" fmla="*/ 0 w 1068690"/>
                      <a:gd name="connsiteY3" fmla="*/ 59252 h 5925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68690" h="59251">
                        <a:moveTo>
                          <a:pt x="0" y="0"/>
                        </a:moveTo>
                        <a:lnTo>
                          <a:pt x="1068690" y="0"/>
                        </a:lnTo>
                        <a:lnTo>
                          <a:pt x="1068690" y="59252"/>
                        </a:lnTo>
                        <a:lnTo>
                          <a:pt x="0" y="59252"/>
                        </a:lnTo>
                        <a:close/>
                      </a:path>
                    </a:pathLst>
                  </a:custGeom>
                  <a:solidFill>
                    <a:srgbClr val="96D9C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9" name="" descr="fd890f56-6d77-4062-982a-7cc682c2db96"/>
                <p:cNvSpPr/>
                <p:nvPr/>
              </p:nvSpPr>
              <p:spPr>
                <a:xfrm>
                  <a:off x="4322766" y="801021"/>
                  <a:ext cx="1460391" cy="1809250"/>
                </a:xfrm>
                <a:custGeom>
                  <a:gdLst>
                    <a:gd name="connsiteX0" fmla="*/ 0 w 1460391"/>
                    <a:gd name="connsiteY0" fmla="*/ 0 h 1809250"/>
                    <a:gd name="connsiteX1" fmla="*/ 1460391 w 1460391"/>
                    <a:gd name="connsiteY1" fmla="*/ 0 h 1809250"/>
                    <a:gd name="connsiteX2" fmla="*/ 1460391 w 1460391"/>
                    <a:gd name="connsiteY2" fmla="*/ 1809251 h 1809250"/>
                    <a:gd name="connsiteX3" fmla="*/ 0 w 1460391"/>
                    <a:gd name="connsiteY3" fmla="*/ 1809251 h 180925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0391" h="1809250">
                      <a:moveTo>
                        <a:pt x="0" y="0"/>
                      </a:moveTo>
                      <a:lnTo>
                        <a:pt x="1460391" y="0"/>
                      </a:lnTo>
                      <a:lnTo>
                        <a:pt x="1460391" y="1809251"/>
                      </a:lnTo>
                      <a:lnTo>
                        <a:pt x="0" y="1809251"/>
                      </a:lnTo>
                      <a:close/>
                    </a:path>
                  </a:pathLst>
                </a:custGeom>
                <a:solidFill>
                  <a:srgbClr val="96D9C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" name="" descr="7f889c57-8a95-429b-a93d-3244d23579fb"/>
              <p:cNvGrpSpPr/>
              <p:nvPr/>
            </p:nvGrpSpPr>
            <p:grpSpPr>
              <a:xfrm>
                <a:off x="1806297" y="332710"/>
                <a:ext cx="2284372" cy="2251318"/>
                <a:chOff x="1806297" y="332710"/>
                <a:chExt cx="2284372" cy="2251318"/>
              </a:xfrm>
            </p:grpSpPr>
            <p:sp>
              <p:nvSpPr>
                <p:cNvPr id="88" name="" descr="22de4b42-8c2f-46c5-86f1-fce07d462935"/>
                <p:cNvSpPr/>
                <p:nvPr/>
              </p:nvSpPr>
              <p:spPr>
                <a:xfrm>
                  <a:off x="2361853" y="1084689"/>
                  <a:ext cx="1057033" cy="1486860"/>
                </a:xfrm>
                <a:custGeom>
                  <a:gdLst>
                    <a:gd name="connsiteX0" fmla="*/ 317238 w 1057033"/>
                    <a:gd name="connsiteY0" fmla="*/ 37812 h 1486860"/>
                    <a:gd name="connsiteX1" fmla="*/ 315338 w 1057033"/>
                    <a:gd name="connsiteY1" fmla="*/ 987394 h 1486860"/>
                    <a:gd name="connsiteX2" fmla="*/ 488515 w 1057033"/>
                    <a:gd name="connsiteY2" fmla="*/ 1151675 h 1486860"/>
                    <a:gd name="connsiteX3" fmla="*/ 614533 w 1057033"/>
                    <a:gd name="connsiteY3" fmla="*/ 1404229 h 1486860"/>
                    <a:gd name="connsiteX4" fmla="*/ 803776 w 1057033"/>
                    <a:gd name="connsiteY4" fmla="*/ 1476005 h 1486860"/>
                    <a:gd name="connsiteX5" fmla="*/ 963565 w 1057033"/>
                    <a:gd name="connsiteY5" fmla="*/ 1411571 h 1486860"/>
                    <a:gd name="connsiteX6" fmla="*/ 1050198 w 1057033"/>
                    <a:gd name="connsiteY6" fmla="*/ 1228633 h 1486860"/>
                    <a:gd name="connsiteX7" fmla="*/ 976780 w 1057033"/>
                    <a:gd name="connsiteY7" fmla="*/ 720761 h 1486860"/>
                    <a:gd name="connsiteX8" fmla="*/ 317238 w 1057033"/>
                    <a:gd name="connsiteY8" fmla="*/ 37812 h 148686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57033" h="1486860">
                      <a:moveTo>
                        <a:pt x="317238" y="37812"/>
                      </a:moveTo>
                      <a:cubicBezTo>
                        <a:pt x="-104607" y="207793"/>
                        <a:pt x="-106248" y="811712"/>
                        <a:pt x="315338" y="987394"/>
                      </a:cubicBezTo>
                      <a:cubicBezTo>
                        <a:pt x="391087" y="1018920"/>
                        <a:pt x="451893" y="1078258"/>
                        <a:pt x="488515" y="1151675"/>
                      </a:cubicBezTo>
                      <a:lnTo>
                        <a:pt x="614533" y="1404229"/>
                      </a:lnTo>
                      <a:cubicBezTo>
                        <a:pt x="649255" y="1473846"/>
                        <a:pt x="731655" y="1505113"/>
                        <a:pt x="803776" y="1476005"/>
                      </a:cubicBezTo>
                      <a:lnTo>
                        <a:pt x="963565" y="1411571"/>
                      </a:lnTo>
                      <a:cubicBezTo>
                        <a:pt x="1035687" y="1382463"/>
                        <a:pt x="1073432" y="1302828"/>
                        <a:pt x="1050198" y="1228633"/>
                      </a:cubicBezTo>
                      <a:cubicBezTo>
                        <a:pt x="965466" y="957682"/>
                        <a:pt x="914592" y="863967"/>
                        <a:pt x="976780" y="720761"/>
                      </a:cubicBezTo>
                      <a:cubicBezTo>
                        <a:pt x="1158941" y="302026"/>
                        <a:pt x="739255" y="-132170"/>
                        <a:pt x="317238" y="37812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" descr="499fc2d5-bbe4-4849-866e-161097d9c8b4"/>
                <p:cNvSpPr/>
                <p:nvPr/>
              </p:nvSpPr>
              <p:spPr>
                <a:xfrm>
                  <a:off x="2596676" y="1379959"/>
                  <a:ext cx="627340" cy="901232"/>
                </a:xfrm>
                <a:custGeom>
                  <a:gdLst>
                    <a:gd name="connsiteX0" fmla="*/ 388347 w 627340"/>
                    <a:gd name="connsiteY0" fmla="*/ 901233 h 901232"/>
                    <a:gd name="connsiteX1" fmla="*/ 181657 w 627340"/>
                    <a:gd name="connsiteY1" fmla="*/ 362526 h 901232"/>
                    <a:gd name="connsiteX2" fmla="*/ 109881 w 627340"/>
                    <a:gd name="connsiteY2" fmla="*/ 228216 h 901232"/>
                    <a:gd name="connsiteX3" fmla="*/ 195131 w 627340"/>
                    <a:gd name="connsiteY3" fmla="*/ 332900 h 901232"/>
                    <a:gd name="connsiteX4" fmla="*/ 418751 w 627340"/>
                    <a:gd name="connsiteY4" fmla="*/ 209732 h 901232"/>
                    <a:gd name="connsiteX5" fmla="*/ 394048 w 627340"/>
                    <a:gd name="connsiteY5" fmla="*/ 68426 h 901232"/>
                    <a:gd name="connsiteX6" fmla="*/ 515402 w 627340"/>
                    <a:gd name="connsiteY6" fmla="*/ 23685 h 901232"/>
                    <a:gd name="connsiteX7" fmla="*/ 535699 w 627340"/>
                    <a:gd name="connsiteY7" fmla="*/ 91488 h 901232"/>
                    <a:gd name="connsiteX8" fmla="*/ 446735 w 627340"/>
                    <a:gd name="connsiteY8" fmla="*/ 218024 h 901232"/>
                    <a:gd name="connsiteX9" fmla="*/ 627341 w 627340"/>
                    <a:gd name="connsiteY9" fmla="*/ 769946 h 901232"/>
                    <a:gd name="connsiteX10" fmla="*/ 604279 w 627340"/>
                    <a:gd name="connsiteY10" fmla="*/ 778152 h 901232"/>
                    <a:gd name="connsiteX11" fmla="*/ 426265 w 627340"/>
                    <a:gd name="connsiteY11" fmla="*/ 235212 h 901232"/>
                    <a:gd name="connsiteX12" fmla="*/ 205151 w 627340"/>
                    <a:gd name="connsiteY12" fmla="*/ 355357 h 901232"/>
                    <a:gd name="connsiteX13" fmla="*/ 411322 w 627340"/>
                    <a:gd name="connsiteY13" fmla="*/ 893028 h 901232"/>
                    <a:gd name="connsiteX14" fmla="*/ 388347 w 627340"/>
                    <a:gd name="connsiteY14" fmla="*/ 901233 h 901232"/>
                    <a:gd name="connsiteX15" fmla="*/ 50025 w 627340"/>
                    <a:gd name="connsiteY15" fmla="*/ 333418 h 901232"/>
                    <a:gd name="connsiteX16" fmla="*/ 171379 w 627340"/>
                    <a:gd name="connsiteY16" fmla="*/ 339983 h 901232"/>
                    <a:gd name="connsiteX17" fmla="*/ 97530 w 627340"/>
                    <a:gd name="connsiteY17" fmla="*/ 249377 h 901232"/>
                    <a:gd name="connsiteX18" fmla="*/ 50025 w 627340"/>
                    <a:gd name="connsiteY18" fmla="*/ 333418 h 901232"/>
                    <a:gd name="connsiteX19" fmla="*/ 418060 w 627340"/>
                    <a:gd name="connsiteY19" fmla="*/ 73177 h 901232"/>
                    <a:gd name="connsiteX20" fmla="*/ 439048 w 627340"/>
                    <a:gd name="connsiteY20" fmla="*/ 192112 h 901232"/>
                    <a:gd name="connsiteX21" fmla="*/ 511429 w 627340"/>
                    <a:gd name="connsiteY21" fmla="*/ 88379 h 901232"/>
                    <a:gd name="connsiteX22" fmla="*/ 467897 w 627340"/>
                    <a:gd name="connsiteY22" fmla="*/ 24463 h 901232"/>
                    <a:gd name="connsiteX23" fmla="*/ 418060 w 627340"/>
                    <a:gd name="connsiteY23" fmla="*/ 73177 h 901232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627340" h="901232">
                      <a:moveTo>
                        <a:pt x="388347" y="901233"/>
                      </a:moveTo>
                      <a:cubicBezTo>
                        <a:pt x="306984" y="671049"/>
                        <a:pt x="211110" y="430328"/>
                        <a:pt x="181657" y="362526"/>
                      </a:cubicBezTo>
                      <a:cubicBezTo>
                        <a:pt x="-66319" y="432488"/>
                        <a:pt x="-30042" y="146507"/>
                        <a:pt x="109881" y="228216"/>
                      </a:cubicBezTo>
                      <a:cubicBezTo>
                        <a:pt x="149786" y="251537"/>
                        <a:pt x="174661" y="289627"/>
                        <a:pt x="195131" y="332900"/>
                      </a:cubicBezTo>
                      <a:cubicBezTo>
                        <a:pt x="276840" y="306729"/>
                        <a:pt x="353021" y="264752"/>
                        <a:pt x="418751" y="209732"/>
                      </a:cubicBezTo>
                      <a:cubicBezTo>
                        <a:pt x="401735" y="152294"/>
                        <a:pt x="386102" y="109367"/>
                        <a:pt x="394048" y="68426"/>
                      </a:cubicBezTo>
                      <a:cubicBezTo>
                        <a:pt x="406054" y="6583"/>
                        <a:pt x="474029" y="-24770"/>
                        <a:pt x="515402" y="23685"/>
                      </a:cubicBezTo>
                      <a:cubicBezTo>
                        <a:pt x="530949" y="41910"/>
                        <a:pt x="538722" y="67822"/>
                        <a:pt x="535699" y="91488"/>
                      </a:cubicBezTo>
                      <a:cubicBezTo>
                        <a:pt x="529308" y="141930"/>
                        <a:pt x="485517" y="183993"/>
                        <a:pt x="446735" y="218024"/>
                      </a:cubicBezTo>
                      <a:cubicBezTo>
                        <a:pt x="501928" y="403121"/>
                        <a:pt x="562648" y="588477"/>
                        <a:pt x="627341" y="769946"/>
                      </a:cubicBezTo>
                      <a:lnTo>
                        <a:pt x="604279" y="778152"/>
                      </a:lnTo>
                      <a:cubicBezTo>
                        <a:pt x="540623" y="599619"/>
                        <a:pt x="480853" y="417286"/>
                        <a:pt x="426265" y="235212"/>
                      </a:cubicBezTo>
                      <a:cubicBezTo>
                        <a:pt x="360708" y="288331"/>
                        <a:pt x="285564" y="329272"/>
                        <a:pt x="205151" y="355357"/>
                      </a:cubicBezTo>
                      <a:cubicBezTo>
                        <a:pt x="242550" y="442075"/>
                        <a:pt x="334969" y="677009"/>
                        <a:pt x="411322" y="893028"/>
                      </a:cubicBezTo>
                      <a:lnTo>
                        <a:pt x="388347" y="901233"/>
                      </a:lnTo>
                      <a:close/>
                      <a:moveTo>
                        <a:pt x="50025" y="333418"/>
                      </a:moveTo>
                      <a:cubicBezTo>
                        <a:pt x="77664" y="352507"/>
                        <a:pt x="117396" y="354666"/>
                        <a:pt x="171379" y="339983"/>
                      </a:cubicBezTo>
                      <a:cubicBezTo>
                        <a:pt x="152982" y="301892"/>
                        <a:pt x="130956" y="268898"/>
                        <a:pt x="97530" y="249377"/>
                      </a:cubicBezTo>
                      <a:cubicBezTo>
                        <a:pt x="22299" y="205414"/>
                        <a:pt x="3557" y="301460"/>
                        <a:pt x="50025" y="333418"/>
                      </a:cubicBezTo>
                      <a:close/>
                      <a:moveTo>
                        <a:pt x="418060" y="73177"/>
                      </a:moveTo>
                      <a:cubicBezTo>
                        <a:pt x="411409" y="107640"/>
                        <a:pt x="425574" y="146594"/>
                        <a:pt x="439048" y="192112"/>
                      </a:cubicBezTo>
                      <a:cubicBezTo>
                        <a:pt x="470315" y="163696"/>
                        <a:pt x="506333" y="128801"/>
                        <a:pt x="511429" y="88379"/>
                      </a:cubicBezTo>
                      <a:cubicBezTo>
                        <a:pt x="515056" y="60048"/>
                        <a:pt x="496054" y="25326"/>
                        <a:pt x="467897" y="24463"/>
                      </a:cubicBezTo>
                      <a:cubicBezTo>
                        <a:pt x="464787" y="24376"/>
                        <a:pt x="422724" y="48993"/>
                        <a:pt x="418060" y="73177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0" name="" descr="35d2a90e-bdc4-48e4-9c69-2ccbda2fa329"/>
                <p:cNvSpPr/>
                <p:nvPr/>
              </p:nvSpPr>
              <p:spPr>
                <a:xfrm>
                  <a:off x="2847000" y="2037102"/>
                  <a:ext cx="571973" cy="534534"/>
                </a:xfrm>
                <a:custGeom>
                  <a:gdLst>
                    <a:gd name="connsiteX0" fmla="*/ 0 w 571973"/>
                    <a:gd name="connsiteY0" fmla="*/ 193216 h 534534"/>
                    <a:gd name="connsiteX1" fmla="*/ 3455 w 571973"/>
                    <a:gd name="connsiteY1" fmla="*/ 199348 h 534534"/>
                    <a:gd name="connsiteX2" fmla="*/ 129473 w 571973"/>
                    <a:gd name="connsiteY2" fmla="*/ 451903 h 534534"/>
                    <a:gd name="connsiteX3" fmla="*/ 318716 w 571973"/>
                    <a:gd name="connsiteY3" fmla="*/ 523678 h 534534"/>
                    <a:gd name="connsiteX4" fmla="*/ 478505 w 571973"/>
                    <a:gd name="connsiteY4" fmla="*/ 459244 h 534534"/>
                    <a:gd name="connsiteX5" fmla="*/ 565137 w 571973"/>
                    <a:gd name="connsiteY5" fmla="*/ 276307 h 534534"/>
                    <a:gd name="connsiteX6" fmla="*/ 479196 w 571973"/>
                    <a:gd name="connsiteY6" fmla="*/ 0 h 534534"/>
                    <a:gd name="connsiteX7" fmla="*/ 0 w 571973"/>
                    <a:gd name="connsiteY7" fmla="*/ 193216 h 53453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71973" h="534534">
                      <a:moveTo>
                        <a:pt x="0" y="193216"/>
                      </a:moveTo>
                      <a:cubicBezTo>
                        <a:pt x="1123" y="195289"/>
                        <a:pt x="2332" y="197275"/>
                        <a:pt x="3455" y="199348"/>
                      </a:cubicBezTo>
                      <a:lnTo>
                        <a:pt x="129473" y="451903"/>
                      </a:lnTo>
                      <a:cubicBezTo>
                        <a:pt x="164195" y="521519"/>
                        <a:pt x="246594" y="552786"/>
                        <a:pt x="318716" y="523678"/>
                      </a:cubicBezTo>
                      <a:lnTo>
                        <a:pt x="478505" y="459244"/>
                      </a:lnTo>
                      <a:cubicBezTo>
                        <a:pt x="550627" y="430136"/>
                        <a:pt x="588371" y="350501"/>
                        <a:pt x="565137" y="276307"/>
                      </a:cubicBezTo>
                      <a:cubicBezTo>
                        <a:pt x="527479" y="155816"/>
                        <a:pt x="496471" y="70394"/>
                        <a:pt x="479196" y="0"/>
                      </a:cubicBezTo>
                      <a:lnTo>
                        <a:pt x="0" y="193216"/>
                      </a:lnTo>
                      <a:close/>
                    </a:path>
                  </a:pathLst>
                </a:custGeom>
                <a:solidFill>
                  <a:srgbClr val="96D9C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1" name="" descr="6ca698da-ff72-4fda-a13e-ab655350c64e"/>
                <p:cNvSpPr/>
                <p:nvPr/>
              </p:nvSpPr>
              <p:spPr>
                <a:xfrm>
                  <a:off x="2113236" y="704343"/>
                  <a:ext cx="282406" cy="307741"/>
                </a:xfrm>
                <a:custGeom>
                  <a:gdLst>
                    <a:gd name="connsiteX0" fmla="*/ 196612 w 282406"/>
                    <a:gd name="connsiteY0" fmla="*/ 291103 h 307741"/>
                    <a:gd name="connsiteX1" fmla="*/ 12206 w 282406"/>
                    <a:gd name="connsiteY1" fmla="*/ 81304 h 307741"/>
                    <a:gd name="connsiteX2" fmla="*/ 16697 w 282406"/>
                    <a:gd name="connsiteY2" fmla="*/ 12206 h 307741"/>
                    <a:gd name="connsiteX3" fmla="*/ 85795 w 282406"/>
                    <a:gd name="connsiteY3" fmla="*/ 16697 h 307741"/>
                    <a:gd name="connsiteX4" fmla="*/ 270201 w 282406"/>
                    <a:gd name="connsiteY4" fmla="*/ 226497 h 307741"/>
                    <a:gd name="connsiteX5" fmla="*/ 265710 w 282406"/>
                    <a:gd name="connsiteY5" fmla="*/ 295595 h 307741"/>
                    <a:gd name="connsiteX6" fmla="*/ 196612 w 282406"/>
                    <a:gd name="connsiteY6" fmla="*/ 291103 h 30774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82406" h="307741">
                      <a:moveTo>
                        <a:pt x="196612" y="291103"/>
                      </a:moveTo>
                      <a:lnTo>
                        <a:pt x="12206" y="81304"/>
                      </a:lnTo>
                      <a:cubicBezTo>
                        <a:pt x="-5673" y="61006"/>
                        <a:pt x="-3687" y="30085"/>
                        <a:pt x="16697" y="12206"/>
                      </a:cubicBezTo>
                      <a:cubicBezTo>
                        <a:pt x="36995" y="-5673"/>
                        <a:pt x="67916" y="-3687"/>
                        <a:pt x="85795" y="16697"/>
                      </a:cubicBezTo>
                      <a:lnTo>
                        <a:pt x="270201" y="226497"/>
                      </a:lnTo>
                      <a:cubicBezTo>
                        <a:pt x="288080" y="246794"/>
                        <a:pt x="286094" y="277716"/>
                        <a:pt x="265710" y="295595"/>
                      </a:cubicBezTo>
                      <a:cubicBezTo>
                        <a:pt x="245239" y="313474"/>
                        <a:pt x="214318" y="311315"/>
                        <a:pt x="196612" y="291103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2" name="" descr="075e2a2e-6719-4f11-a3c4-7b3ea379bfe3"/>
                <p:cNvSpPr/>
                <p:nvPr/>
              </p:nvSpPr>
              <p:spPr>
                <a:xfrm>
                  <a:off x="1806297" y="1540203"/>
                  <a:ext cx="389018" cy="136808"/>
                </a:xfrm>
                <a:custGeom>
                  <a:gdLst>
                    <a:gd name="connsiteX0" fmla="*/ 346525 w 389018"/>
                    <a:gd name="connsiteY0" fmla="*/ 97511 h 136808"/>
                    <a:gd name="connsiteX1" fmla="*/ 55449 w 389018"/>
                    <a:gd name="connsiteY1" fmla="*/ 136379 h 136808"/>
                    <a:gd name="connsiteX2" fmla="*/ 429 w 389018"/>
                    <a:gd name="connsiteY2" fmla="*/ 94315 h 136808"/>
                    <a:gd name="connsiteX3" fmla="*/ 42493 w 389018"/>
                    <a:gd name="connsiteY3" fmla="*/ 39296 h 136808"/>
                    <a:gd name="connsiteX4" fmla="*/ 333569 w 389018"/>
                    <a:gd name="connsiteY4" fmla="*/ 428 h 136808"/>
                    <a:gd name="connsiteX5" fmla="*/ 388589 w 389018"/>
                    <a:gd name="connsiteY5" fmla="*/ 42492 h 136808"/>
                    <a:gd name="connsiteX6" fmla="*/ 346525 w 389018"/>
                    <a:gd name="connsiteY6" fmla="*/ 97511 h 136808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018" h="136808">
                      <a:moveTo>
                        <a:pt x="346525" y="97511"/>
                      </a:moveTo>
                      <a:lnTo>
                        <a:pt x="55449" y="136379"/>
                      </a:lnTo>
                      <a:cubicBezTo>
                        <a:pt x="28673" y="139920"/>
                        <a:pt x="4057" y="121177"/>
                        <a:pt x="429" y="94315"/>
                      </a:cubicBezTo>
                      <a:cubicBezTo>
                        <a:pt x="-3112" y="67540"/>
                        <a:pt x="15631" y="42923"/>
                        <a:pt x="42493" y="39296"/>
                      </a:cubicBezTo>
                      <a:lnTo>
                        <a:pt x="333569" y="428"/>
                      </a:lnTo>
                      <a:cubicBezTo>
                        <a:pt x="360345" y="-3113"/>
                        <a:pt x="384961" y="15716"/>
                        <a:pt x="388589" y="42492"/>
                      </a:cubicBezTo>
                      <a:cubicBezTo>
                        <a:pt x="392130" y="69267"/>
                        <a:pt x="373387" y="93883"/>
                        <a:pt x="346525" y="97511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3" name="" descr="77933d4c-09cf-4907-8360-e6995ebad640"/>
                <p:cNvSpPr/>
                <p:nvPr/>
              </p:nvSpPr>
              <p:spPr>
                <a:xfrm>
                  <a:off x="2042958" y="2255071"/>
                  <a:ext cx="279708" cy="328957"/>
                </a:xfrm>
                <a:custGeom>
                  <a:gdLst>
                    <a:gd name="connsiteX0" fmla="*/ 22454 w 279708"/>
                    <a:gd name="connsiteY0" fmla="*/ 321170 h 328957"/>
                    <a:gd name="connsiteX1" fmla="*/ 7771 w 279708"/>
                    <a:gd name="connsiteY1" fmla="*/ 253540 h 328957"/>
                    <a:gd name="connsiteX2" fmla="*/ 195373 w 279708"/>
                    <a:gd name="connsiteY2" fmla="*/ 15151 h 328957"/>
                    <a:gd name="connsiteX3" fmla="*/ 264557 w 279708"/>
                    <a:gd name="connsiteY3" fmla="*/ 13510 h 328957"/>
                    <a:gd name="connsiteX4" fmla="*/ 266198 w 279708"/>
                    <a:gd name="connsiteY4" fmla="*/ 82695 h 328957"/>
                    <a:gd name="connsiteX5" fmla="*/ 90171 w 279708"/>
                    <a:gd name="connsiteY5" fmla="*/ 306487 h 328957"/>
                    <a:gd name="connsiteX6" fmla="*/ 22454 w 279708"/>
                    <a:gd name="connsiteY6" fmla="*/ 321170 h 328957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79708" h="328957">
                      <a:moveTo>
                        <a:pt x="22454" y="321170"/>
                      </a:moveTo>
                      <a:cubicBezTo>
                        <a:pt x="-262" y="306573"/>
                        <a:pt x="-6826" y="276256"/>
                        <a:pt x="7771" y="253540"/>
                      </a:cubicBezTo>
                      <a:cubicBezTo>
                        <a:pt x="62445" y="168549"/>
                        <a:pt x="125583" y="88309"/>
                        <a:pt x="195373" y="15151"/>
                      </a:cubicBezTo>
                      <a:cubicBezTo>
                        <a:pt x="214029" y="-4369"/>
                        <a:pt x="245037" y="-5146"/>
                        <a:pt x="264557" y="13510"/>
                      </a:cubicBezTo>
                      <a:cubicBezTo>
                        <a:pt x="284078" y="32167"/>
                        <a:pt x="284855" y="63175"/>
                        <a:pt x="266198" y="82695"/>
                      </a:cubicBezTo>
                      <a:cubicBezTo>
                        <a:pt x="200728" y="151361"/>
                        <a:pt x="141476" y="226592"/>
                        <a:pt x="90171" y="306487"/>
                      </a:cubicBezTo>
                      <a:cubicBezTo>
                        <a:pt x="75574" y="329116"/>
                        <a:pt x="45257" y="335853"/>
                        <a:pt x="22454" y="321170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4" name="" descr="27561f17-c9ff-403c-8bbb-64c2e9e7cb14"/>
                <p:cNvSpPr/>
                <p:nvPr/>
              </p:nvSpPr>
              <p:spPr>
                <a:xfrm>
                  <a:off x="2940717" y="332710"/>
                  <a:ext cx="124198" cy="492192"/>
                </a:xfrm>
                <a:custGeom>
                  <a:gdLst>
                    <a:gd name="connsiteX0" fmla="*/ 71600 w 124198"/>
                    <a:gd name="connsiteY0" fmla="*/ 492149 h 492192"/>
                    <a:gd name="connsiteX1" fmla="*/ 24700 w 124198"/>
                    <a:gd name="connsiteY1" fmla="*/ 441189 h 492192"/>
                    <a:gd name="connsiteX2" fmla="*/ 688 w 124198"/>
                    <a:gd name="connsiteY2" fmla="*/ 57090 h 492192"/>
                    <a:gd name="connsiteX3" fmla="*/ 40851 w 124198"/>
                    <a:gd name="connsiteY3" fmla="*/ 688 h 492192"/>
                    <a:gd name="connsiteX4" fmla="*/ 97253 w 124198"/>
                    <a:gd name="connsiteY4" fmla="*/ 40851 h 492192"/>
                    <a:gd name="connsiteX5" fmla="*/ 122560 w 124198"/>
                    <a:gd name="connsiteY5" fmla="*/ 445163 h 492192"/>
                    <a:gd name="connsiteX6" fmla="*/ 71600 w 124198"/>
                    <a:gd name="connsiteY6" fmla="*/ 492149 h 492192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4198" h="492191">
                      <a:moveTo>
                        <a:pt x="71600" y="492149"/>
                      </a:moveTo>
                      <a:cubicBezTo>
                        <a:pt x="44566" y="491027"/>
                        <a:pt x="23577" y="468224"/>
                        <a:pt x="24700" y="441189"/>
                      </a:cubicBezTo>
                      <a:cubicBezTo>
                        <a:pt x="29968" y="312926"/>
                        <a:pt x="21936" y="183712"/>
                        <a:pt x="688" y="57090"/>
                      </a:cubicBezTo>
                      <a:cubicBezTo>
                        <a:pt x="-3803" y="30400"/>
                        <a:pt x="14162" y="5179"/>
                        <a:pt x="40851" y="688"/>
                      </a:cubicBezTo>
                      <a:cubicBezTo>
                        <a:pt x="67541" y="-3803"/>
                        <a:pt x="92761" y="14162"/>
                        <a:pt x="97253" y="40851"/>
                      </a:cubicBezTo>
                      <a:cubicBezTo>
                        <a:pt x="119623" y="174125"/>
                        <a:pt x="128088" y="310162"/>
                        <a:pt x="122560" y="445163"/>
                      </a:cubicBezTo>
                      <a:cubicBezTo>
                        <a:pt x="121351" y="472456"/>
                        <a:pt x="98376" y="493272"/>
                        <a:pt x="71600" y="492149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5" name="" descr="0c3e324d-c97a-4434-aada-23e1e4bbe597"/>
                <p:cNvSpPr/>
                <p:nvPr/>
              </p:nvSpPr>
              <p:spPr>
                <a:xfrm>
                  <a:off x="3381976" y="897348"/>
                  <a:ext cx="374766" cy="253720"/>
                </a:xfrm>
                <a:custGeom>
                  <a:gdLst>
                    <a:gd name="connsiteX0" fmla="*/ 6322 w 374766"/>
                    <a:gd name="connsiteY0" fmla="*/ 228780 h 253720"/>
                    <a:gd name="connsiteX1" fmla="*/ 24979 w 374766"/>
                    <a:gd name="connsiteY1" fmla="*/ 162100 h 253720"/>
                    <a:gd name="connsiteX2" fmla="*/ 301803 w 374766"/>
                    <a:gd name="connsiteY2" fmla="*/ 6284 h 253720"/>
                    <a:gd name="connsiteX3" fmla="*/ 368483 w 374766"/>
                    <a:gd name="connsiteY3" fmla="*/ 24940 h 253720"/>
                    <a:gd name="connsiteX4" fmla="*/ 349827 w 374766"/>
                    <a:gd name="connsiteY4" fmla="*/ 91620 h 253720"/>
                    <a:gd name="connsiteX5" fmla="*/ 73002 w 374766"/>
                    <a:gd name="connsiteY5" fmla="*/ 247436 h 253720"/>
                    <a:gd name="connsiteX6" fmla="*/ 6322 w 374766"/>
                    <a:gd name="connsiteY6" fmla="*/ 228780 h 25372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4766" h="253720">
                      <a:moveTo>
                        <a:pt x="6322" y="228780"/>
                      </a:moveTo>
                      <a:cubicBezTo>
                        <a:pt x="-6979" y="205200"/>
                        <a:pt x="1399" y="175402"/>
                        <a:pt x="24979" y="162100"/>
                      </a:cubicBezTo>
                      <a:lnTo>
                        <a:pt x="301803" y="6284"/>
                      </a:lnTo>
                      <a:cubicBezTo>
                        <a:pt x="325383" y="-6931"/>
                        <a:pt x="355182" y="1360"/>
                        <a:pt x="368483" y="24940"/>
                      </a:cubicBezTo>
                      <a:cubicBezTo>
                        <a:pt x="381698" y="48520"/>
                        <a:pt x="373406" y="78319"/>
                        <a:pt x="349827" y="91620"/>
                      </a:cubicBezTo>
                      <a:lnTo>
                        <a:pt x="73002" y="247436"/>
                      </a:lnTo>
                      <a:cubicBezTo>
                        <a:pt x="49508" y="260652"/>
                        <a:pt x="19623" y="252360"/>
                        <a:pt x="6322" y="228780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6" name="" descr="bc93e8f7-b7bd-4fa4-9717-9937c6a97ce4"/>
                <p:cNvSpPr/>
                <p:nvPr/>
              </p:nvSpPr>
              <p:spPr>
                <a:xfrm>
                  <a:off x="3679249" y="1659095"/>
                  <a:ext cx="411420" cy="148934"/>
                </a:xfrm>
                <a:custGeom>
                  <a:gdLst>
                    <a:gd name="connsiteX0" fmla="*/ 373170 w 411420"/>
                    <a:gd name="connsiteY0" fmla="*/ 147737 h 148934"/>
                    <a:gd name="connsiteX1" fmla="*/ 359782 w 411420"/>
                    <a:gd name="connsiteY1" fmla="*/ 148860 h 148934"/>
                    <a:gd name="connsiteX2" fmla="*/ 35971 w 411420"/>
                    <a:gd name="connsiteY2" fmla="*/ 96173 h 148934"/>
                    <a:gd name="connsiteX3" fmla="*/ 1767 w 411420"/>
                    <a:gd name="connsiteY3" fmla="*/ 35971 h 148934"/>
                    <a:gd name="connsiteX4" fmla="*/ 61969 w 411420"/>
                    <a:gd name="connsiteY4" fmla="*/ 1767 h 148934"/>
                    <a:gd name="connsiteX5" fmla="*/ 365137 w 411420"/>
                    <a:gd name="connsiteY5" fmla="*/ 51086 h 148934"/>
                    <a:gd name="connsiteX6" fmla="*/ 411347 w 411420"/>
                    <a:gd name="connsiteY6" fmla="*/ 102651 h 148934"/>
                    <a:gd name="connsiteX7" fmla="*/ 373170 w 411420"/>
                    <a:gd name="connsiteY7" fmla="*/ 147737 h 14893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11420" h="148934">
                      <a:moveTo>
                        <a:pt x="373170" y="147737"/>
                      </a:moveTo>
                      <a:cubicBezTo>
                        <a:pt x="368851" y="148687"/>
                        <a:pt x="364447" y="149119"/>
                        <a:pt x="359782" y="148860"/>
                      </a:cubicBezTo>
                      <a:cubicBezTo>
                        <a:pt x="250521" y="142900"/>
                        <a:pt x="141518" y="125194"/>
                        <a:pt x="35971" y="96173"/>
                      </a:cubicBezTo>
                      <a:cubicBezTo>
                        <a:pt x="9886" y="89004"/>
                        <a:pt x="-5402" y="62055"/>
                        <a:pt x="1767" y="35971"/>
                      </a:cubicBezTo>
                      <a:cubicBezTo>
                        <a:pt x="8936" y="9886"/>
                        <a:pt x="35884" y="-5402"/>
                        <a:pt x="61969" y="1767"/>
                      </a:cubicBezTo>
                      <a:cubicBezTo>
                        <a:pt x="160779" y="28975"/>
                        <a:pt x="262786" y="45558"/>
                        <a:pt x="365137" y="51086"/>
                      </a:cubicBezTo>
                      <a:cubicBezTo>
                        <a:pt x="392086" y="52554"/>
                        <a:pt x="412815" y="75616"/>
                        <a:pt x="411347" y="102651"/>
                      </a:cubicBezTo>
                      <a:cubicBezTo>
                        <a:pt x="410138" y="125021"/>
                        <a:pt x="393986" y="143073"/>
                        <a:pt x="373170" y="147737"/>
                      </a:cubicBezTo>
                      <a:close/>
                    </a:path>
                  </a:pathLst>
                </a:custGeom>
                <a:solidFill>
                  <a:srgbClr val="FAE0B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" descr="94030841-8676-4d62-9fee-eafc334d674b"/>
              <p:cNvGrpSpPr/>
              <p:nvPr/>
            </p:nvGrpSpPr>
            <p:grpSpPr>
              <a:xfrm>
                <a:off x="4035490" y="0"/>
                <a:ext cx="3103806" cy="336594"/>
                <a:chOff x="4035490" y="0"/>
                <a:chExt cx="3103806" cy="336594"/>
              </a:xfrm>
            </p:grpSpPr>
            <p:sp>
              <p:nvSpPr>
                <p:cNvPr id="84" name="" descr="729e6525-97e1-4f19-9b8d-0654da766e16"/>
                <p:cNvSpPr/>
                <p:nvPr/>
              </p:nvSpPr>
              <p:spPr>
                <a:xfrm>
                  <a:off x="4035490" y="0"/>
                  <a:ext cx="3103806" cy="336594"/>
                </a:xfrm>
                <a:custGeom>
                  <a:gdLst>
                    <a:gd name="connsiteX0" fmla="*/ 3060793 w 3103806"/>
                    <a:gd name="connsiteY0" fmla="*/ 336595 h 336594"/>
                    <a:gd name="connsiteX1" fmla="*/ 43014 w 3103806"/>
                    <a:gd name="connsiteY1" fmla="*/ 336595 h 336594"/>
                    <a:gd name="connsiteX2" fmla="*/ 0 w 3103806"/>
                    <a:gd name="connsiteY2" fmla="*/ 293581 h 336594"/>
                    <a:gd name="connsiteX3" fmla="*/ 0 w 3103806"/>
                    <a:gd name="connsiteY3" fmla="*/ 43014 h 336594"/>
                    <a:gd name="connsiteX4" fmla="*/ 43014 w 3103806"/>
                    <a:gd name="connsiteY4" fmla="*/ 0 h 336594"/>
                    <a:gd name="connsiteX5" fmla="*/ 3060793 w 3103806"/>
                    <a:gd name="connsiteY5" fmla="*/ 0 h 336594"/>
                    <a:gd name="connsiteX6" fmla="*/ 3103806 w 3103806"/>
                    <a:gd name="connsiteY6" fmla="*/ 43014 h 336594"/>
                    <a:gd name="connsiteX7" fmla="*/ 3103806 w 3103806"/>
                    <a:gd name="connsiteY7" fmla="*/ 293581 h 336594"/>
                    <a:gd name="connsiteX8" fmla="*/ 3060793 w 3103806"/>
                    <a:gd name="connsiteY8" fmla="*/ 336595 h 33659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03806" h="336594">
                      <a:moveTo>
                        <a:pt x="3060793" y="336595"/>
                      </a:moveTo>
                      <a:lnTo>
                        <a:pt x="43014" y="336595"/>
                      </a:lnTo>
                      <a:cubicBezTo>
                        <a:pt x="19261" y="336595"/>
                        <a:pt x="0" y="317334"/>
                        <a:pt x="0" y="293581"/>
                      </a:cubicBezTo>
                      <a:lnTo>
                        <a:pt x="0" y="43014"/>
                      </a:lnTo>
                      <a:cubicBezTo>
                        <a:pt x="0" y="19261"/>
                        <a:pt x="19261" y="0"/>
                        <a:pt x="43014" y="0"/>
                      </a:cubicBezTo>
                      <a:lnTo>
                        <a:pt x="3060793" y="0"/>
                      </a:lnTo>
                      <a:cubicBezTo>
                        <a:pt x="3084545" y="0"/>
                        <a:pt x="3103806" y="19261"/>
                        <a:pt x="3103806" y="43014"/>
                      </a:cubicBezTo>
                      <a:lnTo>
                        <a:pt x="3103806" y="293581"/>
                      </a:lnTo>
                      <a:cubicBezTo>
                        <a:pt x="3103806" y="317334"/>
                        <a:pt x="3084545" y="336595"/>
                        <a:pt x="3060793" y="336595"/>
                      </a:cubicBezTo>
                      <a:close/>
                    </a:path>
                  </a:pathLst>
                </a:custGeom>
                <a:solidFill>
                  <a:srgbClr val="9BC1F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5" name="" descr="838bdb93-f482-4a57-9a7a-338c2e293629"/>
                <p:cNvSpPr/>
                <p:nvPr/>
              </p:nvSpPr>
              <p:spPr>
                <a:xfrm>
                  <a:off x="4161680" y="43359"/>
                  <a:ext cx="2321786" cy="248580"/>
                </a:xfrm>
                <a:custGeom>
                  <a:gdLst>
                    <a:gd name="connsiteX0" fmla="*/ 2249320 w 2321786"/>
                    <a:gd name="connsiteY0" fmla="*/ 248581 h 248580"/>
                    <a:gd name="connsiteX1" fmla="*/ 72380 w 2321786"/>
                    <a:gd name="connsiteY1" fmla="*/ 248581 h 248580"/>
                    <a:gd name="connsiteX2" fmla="*/ 0 w 2321786"/>
                    <a:gd name="connsiteY2" fmla="*/ 176201 h 248580"/>
                    <a:gd name="connsiteX3" fmla="*/ 0 w 2321786"/>
                    <a:gd name="connsiteY3" fmla="*/ 72380 h 248580"/>
                    <a:gd name="connsiteX4" fmla="*/ 72380 w 2321786"/>
                    <a:gd name="connsiteY4" fmla="*/ 0 h 248580"/>
                    <a:gd name="connsiteX5" fmla="*/ 2249407 w 2321786"/>
                    <a:gd name="connsiteY5" fmla="*/ 0 h 248580"/>
                    <a:gd name="connsiteX6" fmla="*/ 2321787 w 2321786"/>
                    <a:gd name="connsiteY6" fmla="*/ 72380 h 248580"/>
                    <a:gd name="connsiteX7" fmla="*/ 2321787 w 2321786"/>
                    <a:gd name="connsiteY7" fmla="*/ 176201 h 248580"/>
                    <a:gd name="connsiteX8" fmla="*/ 2249320 w 2321786"/>
                    <a:gd name="connsiteY8" fmla="*/ 248581 h 248580"/>
                    <a:gd name="connsiteX9" fmla="*/ 72380 w 2321786"/>
                    <a:gd name="connsiteY9" fmla="*/ 20038 h 248580"/>
                    <a:gd name="connsiteX10" fmla="*/ 20039 w 2321786"/>
                    <a:gd name="connsiteY10" fmla="*/ 72380 h 248580"/>
                    <a:gd name="connsiteX11" fmla="*/ 20039 w 2321786"/>
                    <a:gd name="connsiteY11" fmla="*/ 176201 h 248580"/>
                    <a:gd name="connsiteX12" fmla="*/ 72380 w 2321786"/>
                    <a:gd name="connsiteY12" fmla="*/ 228542 h 248580"/>
                    <a:gd name="connsiteX13" fmla="*/ 2249407 w 2321786"/>
                    <a:gd name="connsiteY13" fmla="*/ 228542 h 248580"/>
                    <a:gd name="connsiteX14" fmla="*/ 2301749 w 2321786"/>
                    <a:gd name="connsiteY14" fmla="*/ 176201 h 248580"/>
                    <a:gd name="connsiteX15" fmla="*/ 2301749 w 2321786"/>
                    <a:gd name="connsiteY15" fmla="*/ 72380 h 248580"/>
                    <a:gd name="connsiteX16" fmla="*/ 2249407 w 2321786"/>
                    <a:gd name="connsiteY16" fmla="*/ 20038 h 248580"/>
                    <a:gd name="connsiteX17" fmla="*/ 72380 w 2321786"/>
                    <a:gd name="connsiteY17" fmla="*/ 20038 h 24858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21786" h="248579">
                      <a:moveTo>
                        <a:pt x="2249320" y="248581"/>
                      </a:moveTo>
                      <a:lnTo>
                        <a:pt x="72380" y="248581"/>
                      </a:lnTo>
                      <a:cubicBezTo>
                        <a:pt x="32476" y="248581"/>
                        <a:pt x="0" y="216105"/>
                        <a:pt x="0" y="176201"/>
                      </a:cubicBezTo>
                      <a:lnTo>
                        <a:pt x="0" y="72380"/>
                      </a:lnTo>
                      <a:cubicBezTo>
                        <a:pt x="0" y="32476"/>
                        <a:pt x="32476" y="0"/>
                        <a:pt x="72380" y="0"/>
                      </a:cubicBezTo>
                      <a:lnTo>
                        <a:pt x="2249407" y="0"/>
                      </a:lnTo>
                      <a:cubicBezTo>
                        <a:pt x="2289311" y="0"/>
                        <a:pt x="2321787" y="32476"/>
                        <a:pt x="2321787" y="72380"/>
                      </a:cubicBezTo>
                      <a:lnTo>
                        <a:pt x="2321787" y="176201"/>
                      </a:lnTo>
                      <a:cubicBezTo>
                        <a:pt x="2321701" y="216105"/>
                        <a:pt x="2289225" y="248581"/>
                        <a:pt x="2249320" y="248581"/>
                      </a:cubicBezTo>
                      <a:close/>
                      <a:moveTo>
                        <a:pt x="72380" y="20038"/>
                      </a:moveTo>
                      <a:cubicBezTo>
                        <a:pt x="43532" y="20038"/>
                        <a:pt x="20039" y="43532"/>
                        <a:pt x="20039" y="72380"/>
                      </a:cubicBezTo>
                      <a:lnTo>
                        <a:pt x="20039" y="176201"/>
                      </a:lnTo>
                      <a:cubicBezTo>
                        <a:pt x="20039" y="205049"/>
                        <a:pt x="43532" y="228542"/>
                        <a:pt x="72380" y="228542"/>
                      </a:cubicBezTo>
                      <a:lnTo>
                        <a:pt x="2249407" y="228542"/>
                      </a:lnTo>
                      <a:cubicBezTo>
                        <a:pt x="2278255" y="228542"/>
                        <a:pt x="2301749" y="205049"/>
                        <a:pt x="2301749" y="176201"/>
                      </a:cubicBezTo>
                      <a:lnTo>
                        <a:pt x="2301749" y="72380"/>
                      </a:lnTo>
                      <a:cubicBezTo>
                        <a:pt x="2301749" y="43532"/>
                        <a:pt x="2278255" y="20038"/>
                        <a:pt x="2249407" y="20038"/>
                      </a:cubicBezTo>
                      <a:lnTo>
                        <a:pt x="72380" y="20038"/>
                      </a:lnTo>
                      <a:close/>
                    </a:path>
                  </a:pathLst>
                </a:custGeom>
                <a:solidFill>
                  <a:srgbClr val="466EB6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6" name="" descr="440c1140-2eb3-46a7-9f19-0d7c5b0d200b"/>
                <p:cNvSpPr/>
                <p:nvPr/>
              </p:nvSpPr>
              <p:spPr>
                <a:xfrm>
                  <a:off x="6704927" y="27034"/>
                  <a:ext cx="174300" cy="174300"/>
                </a:xfrm>
                <a:custGeom>
                  <a:gdLst>
                    <a:gd name="connsiteX0" fmla="*/ 87150 w 174300"/>
                    <a:gd name="connsiteY0" fmla="*/ 174300 h 174300"/>
                    <a:gd name="connsiteX1" fmla="*/ 0 w 174300"/>
                    <a:gd name="connsiteY1" fmla="*/ 87150 h 174300"/>
                    <a:gd name="connsiteX2" fmla="*/ 87150 w 174300"/>
                    <a:gd name="connsiteY2" fmla="*/ 0 h 174300"/>
                    <a:gd name="connsiteX3" fmla="*/ 174300 w 174300"/>
                    <a:gd name="connsiteY3" fmla="*/ 87150 h 174300"/>
                    <a:gd name="connsiteX4" fmla="*/ 87150 w 174300"/>
                    <a:gd name="connsiteY4" fmla="*/ 174300 h 174300"/>
                    <a:gd name="connsiteX5" fmla="*/ 87150 w 174300"/>
                    <a:gd name="connsiteY5" fmla="*/ 20038 h 174300"/>
                    <a:gd name="connsiteX6" fmla="*/ 20039 w 174300"/>
                    <a:gd name="connsiteY6" fmla="*/ 87150 h 174300"/>
                    <a:gd name="connsiteX7" fmla="*/ 87150 w 174300"/>
                    <a:gd name="connsiteY7" fmla="*/ 154262 h 174300"/>
                    <a:gd name="connsiteX8" fmla="*/ 154262 w 174300"/>
                    <a:gd name="connsiteY8" fmla="*/ 87150 h 174300"/>
                    <a:gd name="connsiteX9" fmla="*/ 87150 w 174300"/>
                    <a:gd name="connsiteY9" fmla="*/ 20038 h 17430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4300" h="174300">
                      <a:moveTo>
                        <a:pt x="87150" y="174300"/>
                      </a:moveTo>
                      <a:cubicBezTo>
                        <a:pt x="39127" y="174300"/>
                        <a:pt x="0" y="135173"/>
                        <a:pt x="0" y="87150"/>
                      </a:cubicBezTo>
                      <a:cubicBezTo>
                        <a:pt x="0" y="39127"/>
                        <a:pt x="39127" y="0"/>
                        <a:pt x="87150" y="0"/>
                      </a:cubicBezTo>
                      <a:cubicBezTo>
                        <a:pt x="135174" y="0"/>
                        <a:pt x="174300" y="39127"/>
                        <a:pt x="174300" y="87150"/>
                      </a:cubicBezTo>
                      <a:cubicBezTo>
                        <a:pt x="174300" y="135173"/>
                        <a:pt x="135174" y="174300"/>
                        <a:pt x="87150" y="174300"/>
                      </a:cubicBezTo>
                      <a:close/>
                      <a:moveTo>
                        <a:pt x="87150" y="20038"/>
                      </a:moveTo>
                      <a:cubicBezTo>
                        <a:pt x="50183" y="20038"/>
                        <a:pt x="20039" y="50183"/>
                        <a:pt x="20039" y="87150"/>
                      </a:cubicBezTo>
                      <a:cubicBezTo>
                        <a:pt x="20039" y="124118"/>
                        <a:pt x="50183" y="154262"/>
                        <a:pt x="87150" y="154262"/>
                      </a:cubicBezTo>
                      <a:cubicBezTo>
                        <a:pt x="124118" y="154262"/>
                        <a:pt x="154262" y="124118"/>
                        <a:pt x="154262" y="87150"/>
                      </a:cubicBezTo>
                      <a:cubicBezTo>
                        <a:pt x="154262" y="50183"/>
                        <a:pt x="124118" y="20038"/>
                        <a:pt x="87150" y="20038"/>
                      </a:cubicBezTo>
                      <a:close/>
                    </a:path>
                  </a:pathLst>
                </a:custGeom>
                <a:solidFill>
                  <a:srgbClr val="466EB6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" descr="0df46bf5-bed0-4578-9a3f-21152245a658"/>
                <p:cNvSpPr/>
                <p:nvPr/>
              </p:nvSpPr>
              <p:spPr>
                <a:xfrm>
                  <a:off x="6826286" y="167298"/>
                  <a:ext cx="109948" cy="128183"/>
                </a:xfrm>
                <a:custGeom>
                  <a:gdLst>
                    <a:gd name="connsiteX0" fmla="*/ 79977 w 109948"/>
                    <a:gd name="connsiteY0" fmla="*/ 120582 h 128183"/>
                    <a:gd name="connsiteX1" fmla="*/ 1982 w 109948"/>
                    <a:gd name="connsiteY1" fmla="*/ 15985 h 128183"/>
                    <a:gd name="connsiteX2" fmla="*/ 4055 w 109948"/>
                    <a:gd name="connsiteY2" fmla="*/ 1992 h 128183"/>
                    <a:gd name="connsiteX3" fmla="*/ 17443 w 109948"/>
                    <a:gd name="connsiteY3" fmla="*/ 3288 h 128183"/>
                    <a:gd name="connsiteX4" fmla="*/ 18134 w 109948"/>
                    <a:gd name="connsiteY4" fmla="*/ 3979 h 128183"/>
                    <a:gd name="connsiteX5" fmla="*/ 105802 w 109948"/>
                    <a:gd name="connsiteY5" fmla="*/ 101321 h 128183"/>
                    <a:gd name="connsiteX6" fmla="*/ 104593 w 109948"/>
                    <a:gd name="connsiteY6" fmla="*/ 124037 h 128183"/>
                    <a:gd name="connsiteX7" fmla="*/ 81877 w 109948"/>
                    <a:gd name="connsiteY7" fmla="*/ 122828 h 128183"/>
                    <a:gd name="connsiteX8" fmla="*/ 80927 w 109948"/>
                    <a:gd name="connsiteY8" fmla="*/ 121705 h 128183"/>
                    <a:gd name="connsiteX9" fmla="*/ 79977 w 109948"/>
                    <a:gd name="connsiteY9" fmla="*/ 120582 h 128183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9948" h="128183">
                      <a:moveTo>
                        <a:pt x="79977" y="120582"/>
                      </a:moveTo>
                      <a:lnTo>
                        <a:pt x="1982" y="15985"/>
                      </a:lnTo>
                      <a:cubicBezTo>
                        <a:pt x="-1300" y="11580"/>
                        <a:pt x="-436" y="5274"/>
                        <a:pt x="4055" y="1992"/>
                      </a:cubicBezTo>
                      <a:cubicBezTo>
                        <a:pt x="8201" y="-1117"/>
                        <a:pt x="13988" y="-513"/>
                        <a:pt x="17443" y="3288"/>
                      </a:cubicBezTo>
                      <a:lnTo>
                        <a:pt x="18134" y="3979"/>
                      </a:lnTo>
                      <a:lnTo>
                        <a:pt x="105802" y="101321"/>
                      </a:lnTo>
                      <a:cubicBezTo>
                        <a:pt x="111762" y="107972"/>
                        <a:pt x="111244" y="118077"/>
                        <a:pt x="104593" y="124037"/>
                      </a:cubicBezTo>
                      <a:cubicBezTo>
                        <a:pt x="97942" y="129997"/>
                        <a:pt x="87750" y="129478"/>
                        <a:pt x="81877" y="122828"/>
                      </a:cubicBezTo>
                      <a:cubicBezTo>
                        <a:pt x="81531" y="122482"/>
                        <a:pt x="81272" y="122050"/>
                        <a:pt x="80927" y="121705"/>
                      </a:cubicBezTo>
                      <a:lnTo>
                        <a:pt x="79977" y="120582"/>
                      </a:lnTo>
                      <a:close/>
                    </a:path>
                  </a:pathLst>
                </a:custGeom>
                <a:solidFill>
                  <a:srgbClr val="466EB6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" name="" descr="adb09a1f-7a9a-4844-af42-979078f70a99"/>
              <p:cNvGrpSpPr/>
              <p:nvPr/>
            </p:nvGrpSpPr>
            <p:grpSpPr>
              <a:xfrm>
                <a:off x="8471340" y="297725"/>
                <a:ext cx="280661" cy="280483"/>
                <a:chOff x="8471340" y="297725"/>
                <a:chExt cx="280661" cy="280483"/>
              </a:xfrm>
            </p:grpSpPr>
            <p:sp>
              <p:nvSpPr>
                <p:cNvPr id="82" name="" descr="c1bc498d-6d19-4355-ba44-25ca4ddae3f2"/>
                <p:cNvSpPr/>
                <p:nvPr/>
              </p:nvSpPr>
              <p:spPr>
                <a:xfrm>
                  <a:off x="8471340" y="297725"/>
                  <a:ext cx="280661" cy="280483"/>
                </a:xfrm>
                <a:custGeom>
                  <a:gdLst>
                    <a:gd name="connsiteX0" fmla="*/ 268444 w 280661"/>
                    <a:gd name="connsiteY0" fmla="*/ 83178 h 280483"/>
                    <a:gd name="connsiteX1" fmla="*/ 194422 w 280661"/>
                    <a:gd name="connsiteY1" fmla="*/ 269743 h 280483"/>
                    <a:gd name="connsiteX2" fmla="*/ 13644 w 280661"/>
                    <a:gd name="connsiteY2" fmla="*/ 200559 h 280483"/>
                    <a:gd name="connsiteX3" fmla="*/ 83174 w 280661"/>
                    <a:gd name="connsiteY3" fmla="*/ 12180 h 280483"/>
                    <a:gd name="connsiteX4" fmla="*/ 268444 w 280661"/>
                    <a:gd name="connsiteY4" fmla="*/ 83178 h 280483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0661" h="280483">
                      <a:moveTo>
                        <a:pt x="268444" y="83178"/>
                      </a:moveTo>
                      <a:cubicBezTo>
                        <a:pt x="300488" y="154954"/>
                        <a:pt x="267321" y="239254"/>
                        <a:pt x="194422" y="269743"/>
                      </a:cubicBezTo>
                      <a:cubicBezTo>
                        <a:pt x="125756" y="298419"/>
                        <a:pt x="45601" y="267757"/>
                        <a:pt x="13644" y="200559"/>
                      </a:cubicBezTo>
                      <a:cubicBezTo>
                        <a:pt x="-20301" y="129128"/>
                        <a:pt x="11398" y="44224"/>
                        <a:pt x="83174" y="12180"/>
                      </a:cubicBezTo>
                      <a:cubicBezTo>
                        <a:pt x="153913" y="-19346"/>
                        <a:pt x="236917" y="12439"/>
                        <a:pt x="268444" y="83178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3" name="" descr="837c7c90-c2c9-4132-8259-1ece8a63cef1"/>
                <p:cNvSpPr/>
                <p:nvPr/>
              </p:nvSpPr>
              <p:spPr>
                <a:xfrm>
                  <a:off x="8552268" y="427718"/>
                  <a:ext cx="143539" cy="105621"/>
                </a:xfrm>
                <a:custGeom>
                  <a:gdLst>
                    <a:gd name="connsiteX0" fmla="*/ 0 w 143539"/>
                    <a:gd name="connsiteY0" fmla="*/ 61152 h 105621"/>
                    <a:gd name="connsiteX1" fmla="*/ 99069 w 143539"/>
                    <a:gd name="connsiteY1" fmla="*/ 99070 h 105621"/>
                    <a:gd name="connsiteX2" fmla="*/ 136987 w 143539"/>
                    <a:gd name="connsiteY2" fmla="*/ 0 h 105621"/>
                    <a:gd name="connsiteX3" fmla="*/ 0 w 143539"/>
                    <a:gd name="connsiteY3" fmla="*/ 61152 h 10562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3539" h="105621">
                      <a:moveTo>
                        <a:pt x="0" y="61152"/>
                      </a:moveTo>
                      <a:cubicBezTo>
                        <a:pt x="16843" y="98983"/>
                        <a:pt x="61238" y="115999"/>
                        <a:pt x="99069" y="99070"/>
                      </a:cubicBezTo>
                      <a:cubicBezTo>
                        <a:pt x="136901" y="82227"/>
                        <a:pt x="153916" y="37831"/>
                        <a:pt x="136987" y="0"/>
                      </a:cubicBezTo>
                      <a:lnTo>
                        <a:pt x="0" y="61152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" descr="249326e4-a3f4-48f9-a024-c2ec7cec85ce"/>
              <p:cNvGrpSpPr/>
              <p:nvPr/>
            </p:nvGrpSpPr>
            <p:grpSpPr>
              <a:xfrm>
                <a:off x="7118157" y="3364171"/>
                <a:ext cx="1152622" cy="3229192"/>
                <a:chOff x="7118157" y="3364171"/>
                <a:chExt cx="1152622" cy="3229192"/>
              </a:xfrm>
            </p:grpSpPr>
            <p:sp>
              <p:nvSpPr>
                <p:cNvPr id="64" name="" descr="75bfa836-ec55-4b72-b337-dd701c22d9c9"/>
                <p:cNvSpPr/>
                <p:nvPr/>
              </p:nvSpPr>
              <p:spPr>
                <a:xfrm>
                  <a:off x="7118157" y="4175001"/>
                  <a:ext cx="641899" cy="863041"/>
                </a:xfrm>
                <a:custGeom>
                  <a:gdLst>
                    <a:gd name="connsiteX0" fmla="*/ 90755 w 641899"/>
                    <a:gd name="connsiteY0" fmla="*/ 654188 h 863041"/>
                    <a:gd name="connsiteX1" fmla="*/ 149402 w 641899"/>
                    <a:gd name="connsiteY1" fmla="*/ 646673 h 863041"/>
                    <a:gd name="connsiteX2" fmla="*/ 218501 w 641899"/>
                    <a:gd name="connsiteY2" fmla="*/ 562805 h 863041"/>
                    <a:gd name="connsiteX3" fmla="*/ 410853 w 641899"/>
                    <a:gd name="connsiteY3" fmla="*/ 310597 h 863041"/>
                    <a:gd name="connsiteX4" fmla="*/ 468550 w 641899"/>
                    <a:gd name="connsiteY4" fmla="*/ 1382 h 863041"/>
                    <a:gd name="connsiteX5" fmla="*/ 641900 w 641899"/>
                    <a:gd name="connsiteY5" fmla="*/ 0 h 863041"/>
                    <a:gd name="connsiteX6" fmla="*/ 562437 w 641899"/>
                    <a:gd name="connsiteY6" fmla="*/ 350415 h 863041"/>
                    <a:gd name="connsiteX7" fmla="*/ 240871 w 641899"/>
                    <a:gd name="connsiteY7" fmla="*/ 685368 h 863041"/>
                    <a:gd name="connsiteX8" fmla="*/ 214009 w 641899"/>
                    <a:gd name="connsiteY8" fmla="*/ 755157 h 863041"/>
                    <a:gd name="connsiteX9" fmla="*/ 175314 w 641899"/>
                    <a:gd name="connsiteY9" fmla="*/ 808277 h 863041"/>
                    <a:gd name="connsiteX10" fmla="*/ 130746 w 641899"/>
                    <a:gd name="connsiteY10" fmla="*/ 853104 h 863041"/>
                    <a:gd name="connsiteX11" fmla="*/ 119431 w 641899"/>
                    <a:gd name="connsiteY11" fmla="*/ 842739 h 863041"/>
                    <a:gd name="connsiteX12" fmla="*/ 152339 w 641899"/>
                    <a:gd name="connsiteY12" fmla="*/ 797394 h 863041"/>
                    <a:gd name="connsiteX13" fmla="*/ 103884 w 641899"/>
                    <a:gd name="connsiteY13" fmla="*/ 841012 h 863041"/>
                    <a:gd name="connsiteX14" fmla="*/ 84191 w 641899"/>
                    <a:gd name="connsiteY14" fmla="*/ 856473 h 863041"/>
                    <a:gd name="connsiteX15" fmla="*/ 68644 w 641899"/>
                    <a:gd name="connsiteY15" fmla="*/ 846367 h 863041"/>
                    <a:gd name="connsiteX16" fmla="*/ 89978 w 641899"/>
                    <a:gd name="connsiteY16" fmla="*/ 825983 h 863041"/>
                    <a:gd name="connsiteX17" fmla="*/ 108634 w 641899"/>
                    <a:gd name="connsiteY17" fmla="*/ 805686 h 863041"/>
                    <a:gd name="connsiteX18" fmla="*/ 127723 w 641899"/>
                    <a:gd name="connsiteY18" fmla="*/ 784611 h 863041"/>
                    <a:gd name="connsiteX19" fmla="*/ 119517 w 641899"/>
                    <a:gd name="connsiteY19" fmla="*/ 785734 h 863041"/>
                    <a:gd name="connsiteX20" fmla="*/ 81427 w 641899"/>
                    <a:gd name="connsiteY20" fmla="*/ 819246 h 863041"/>
                    <a:gd name="connsiteX21" fmla="*/ 57675 w 641899"/>
                    <a:gd name="connsiteY21" fmla="*/ 835398 h 863041"/>
                    <a:gd name="connsiteX22" fmla="*/ 28481 w 641899"/>
                    <a:gd name="connsiteY22" fmla="*/ 846453 h 863041"/>
                    <a:gd name="connsiteX23" fmla="*/ 48173 w 641899"/>
                    <a:gd name="connsiteY23" fmla="*/ 819937 h 863041"/>
                    <a:gd name="connsiteX24" fmla="*/ 70544 w 641899"/>
                    <a:gd name="connsiteY24" fmla="*/ 801367 h 863041"/>
                    <a:gd name="connsiteX25" fmla="*/ 93865 w 641899"/>
                    <a:gd name="connsiteY25" fmla="*/ 766213 h 863041"/>
                    <a:gd name="connsiteX26" fmla="*/ 49296 w 641899"/>
                    <a:gd name="connsiteY26" fmla="*/ 794371 h 863041"/>
                    <a:gd name="connsiteX27" fmla="*/ 1100 w 641899"/>
                    <a:gd name="connsiteY27" fmla="*/ 811818 h 863041"/>
                    <a:gd name="connsiteX28" fmla="*/ 16475 w 641899"/>
                    <a:gd name="connsiteY28" fmla="*/ 789188 h 863041"/>
                    <a:gd name="connsiteX29" fmla="*/ 37118 w 641899"/>
                    <a:gd name="connsiteY29" fmla="*/ 774851 h 863041"/>
                    <a:gd name="connsiteX30" fmla="*/ 58883 w 641899"/>
                    <a:gd name="connsiteY30" fmla="*/ 755244 h 863041"/>
                    <a:gd name="connsiteX31" fmla="*/ 106821 w 641899"/>
                    <a:gd name="connsiteY31" fmla="*/ 696597 h 863041"/>
                    <a:gd name="connsiteX32" fmla="*/ 80736 w 641899"/>
                    <a:gd name="connsiteY32" fmla="*/ 690032 h 863041"/>
                    <a:gd name="connsiteX33" fmla="*/ 65621 w 641899"/>
                    <a:gd name="connsiteY33" fmla="*/ 702902 h 863041"/>
                    <a:gd name="connsiteX34" fmla="*/ 48691 w 641899"/>
                    <a:gd name="connsiteY34" fmla="*/ 698497 h 863041"/>
                    <a:gd name="connsiteX35" fmla="*/ 62080 w 641899"/>
                    <a:gd name="connsiteY35" fmla="*/ 673794 h 863041"/>
                    <a:gd name="connsiteX36" fmla="*/ 90755 w 641899"/>
                    <a:gd name="connsiteY36" fmla="*/ 654188 h 86304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41899" h="863041">
                      <a:moveTo>
                        <a:pt x="90755" y="654188"/>
                      </a:moveTo>
                      <a:cubicBezTo>
                        <a:pt x="141542" y="639850"/>
                        <a:pt x="142924" y="648746"/>
                        <a:pt x="149402" y="646673"/>
                      </a:cubicBezTo>
                      <a:cubicBezTo>
                        <a:pt x="157003" y="644255"/>
                        <a:pt x="218501" y="562805"/>
                        <a:pt x="218501" y="562805"/>
                      </a:cubicBezTo>
                      <a:cubicBezTo>
                        <a:pt x="218501" y="562805"/>
                        <a:pt x="401438" y="323898"/>
                        <a:pt x="410853" y="310597"/>
                      </a:cubicBezTo>
                      <a:lnTo>
                        <a:pt x="468550" y="1382"/>
                      </a:lnTo>
                      <a:lnTo>
                        <a:pt x="641900" y="0"/>
                      </a:lnTo>
                      <a:cubicBezTo>
                        <a:pt x="641900" y="0"/>
                        <a:pt x="569520" y="333918"/>
                        <a:pt x="562437" y="350415"/>
                      </a:cubicBezTo>
                      <a:cubicBezTo>
                        <a:pt x="555355" y="366911"/>
                        <a:pt x="265401" y="658766"/>
                        <a:pt x="240871" y="685368"/>
                      </a:cubicBezTo>
                      <a:cubicBezTo>
                        <a:pt x="240871" y="685368"/>
                        <a:pt x="224979" y="728468"/>
                        <a:pt x="214009" y="755157"/>
                      </a:cubicBezTo>
                      <a:cubicBezTo>
                        <a:pt x="203040" y="781847"/>
                        <a:pt x="179633" y="801367"/>
                        <a:pt x="175314" y="808277"/>
                      </a:cubicBezTo>
                      <a:cubicBezTo>
                        <a:pt x="174710" y="809313"/>
                        <a:pt x="158644" y="831511"/>
                        <a:pt x="130746" y="853104"/>
                      </a:cubicBezTo>
                      <a:cubicBezTo>
                        <a:pt x="106734" y="871761"/>
                        <a:pt x="119431" y="842739"/>
                        <a:pt x="119431" y="842739"/>
                      </a:cubicBezTo>
                      <a:cubicBezTo>
                        <a:pt x="119431" y="842739"/>
                        <a:pt x="156657" y="799985"/>
                        <a:pt x="152339" y="797394"/>
                      </a:cubicBezTo>
                      <a:cubicBezTo>
                        <a:pt x="148971" y="795407"/>
                        <a:pt x="130227" y="820110"/>
                        <a:pt x="103884" y="841012"/>
                      </a:cubicBezTo>
                      <a:cubicBezTo>
                        <a:pt x="97147" y="846367"/>
                        <a:pt x="90410" y="851636"/>
                        <a:pt x="84191" y="856473"/>
                      </a:cubicBezTo>
                      <a:cubicBezTo>
                        <a:pt x="67866" y="869083"/>
                        <a:pt x="54047" y="862346"/>
                        <a:pt x="68644" y="846367"/>
                      </a:cubicBezTo>
                      <a:cubicBezTo>
                        <a:pt x="73826" y="840753"/>
                        <a:pt x="82636" y="831598"/>
                        <a:pt x="89978" y="825983"/>
                      </a:cubicBezTo>
                      <a:cubicBezTo>
                        <a:pt x="97924" y="819937"/>
                        <a:pt x="102934" y="811731"/>
                        <a:pt x="108634" y="805686"/>
                      </a:cubicBezTo>
                      <a:cubicBezTo>
                        <a:pt x="120035" y="793507"/>
                        <a:pt x="128586" y="784783"/>
                        <a:pt x="127723" y="784611"/>
                      </a:cubicBezTo>
                      <a:cubicBezTo>
                        <a:pt x="126600" y="784351"/>
                        <a:pt x="126945" y="780206"/>
                        <a:pt x="119517" y="785734"/>
                      </a:cubicBezTo>
                      <a:cubicBezTo>
                        <a:pt x="110621" y="792298"/>
                        <a:pt x="95419" y="810609"/>
                        <a:pt x="81427" y="819246"/>
                      </a:cubicBezTo>
                      <a:cubicBezTo>
                        <a:pt x="73480" y="824169"/>
                        <a:pt x="57675" y="835398"/>
                        <a:pt x="57675" y="835398"/>
                      </a:cubicBezTo>
                      <a:cubicBezTo>
                        <a:pt x="57675" y="835398"/>
                        <a:pt x="29949" y="847836"/>
                        <a:pt x="28481" y="846453"/>
                      </a:cubicBezTo>
                      <a:cubicBezTo>
                        <a:pt x="20534" y="839025"/>
                        <a:pt x="36340" y="825206"/>
                        <a:pt x="48173" y="819937"/>
                      </a:cubicBezTo>
                      <a:cubicBezTo>
                        <a:pt x="53528" y="812768"/>
                        <a:pt x="70544" y="801367"/>
                        <a:pt x="70544" y="801367"/>
                      </a:cubicBezTo>
                      <a:cubicBezTo>
                        <a:pt x="70544" y="801367"/>
                        <a:pt x="98788" y="770532"/>
                        <a:pt x="93865" y="766213"/>
                      </a:cubicBezTo>
                      <a:cubicBezTo>
                        <a:pt x="91791" y="764399"/>
                        <a:pt x="71839" y="781069"/>
                        <a:pt x="49296" y="794371"/>
                      </a:cubicBezTo>
                      <a:cubicBezTo>
                        <a:pt x="28394" y="806636"/>
                        <a:pt x="4728" y="815618"/>
                        <a:pt x="1100" y="811818"/>
                      </a:cubicBezTo>
                      <a:cubicBezTo>
                        <a:pt x="-5032" y="805340"/>
                        <a:pt x="16475" y="789188"/>
                        <a:pt x="16475" y="789188"/>
                      </a:cubicBezTo>
                      <a:cubicBezTo>
                        <a:pt x="16475" y="789188"/>
                        <a:pt x="32194" y="778737"/>
                        <a:pt x="37118" y="774851"/>
                      </a:cubicBezTo>
                      <a:cubicBezTo>
                        <a:pt x="42905" y="770273"/>
                        <a:pt x="58883" y="755244"/>
                        <a:pt x="58883" y="755244"/>
                      </a:cubicBezTo>
                      <a:cubicBezTo>
                        <a:pt x="58883" y="755244"/>
                        <a:pt x="111830" y="700311"/>
                        <a:pt x="106821" y="696597"/>
                      </a:cubicBezTo>
                      <a:cubicBezTo>
                        <a:pt x="101811" y="692883"/>
                        <a:pt x="85400" y="687873"/>
                        <a:pt x="80736" y="690032"/>
                      </a:cubicBezTo>
                      <a:cubicBezTo>
                        <a:pt x="76072" y="692278"/>
                        <a:pt x="70285" y="700743"/>
                        <a:pt x="65621" y="702902"/>
                      </a:cubicBezTo>
                      <a:cubicBezTo>
                        <a:pt x="60957" y="705148"/>
                        <a:pt x="52492" y="704025"/>
                        <a:pt x="48691" y="698497"/>
                      </a:cubicBezTo>
                      <a:cubicBezTo>
                        <a:pt x="44805" y="692969"/>
                        <a:pt x="62080" y="673794"/>
                        <a:pt x="62080" y="673794"/>
                      </a:cubicBezTo>
                      <a:cubicBezTo>
                        <a:pt x="62080" y="673794"/>
                        <a:pt x="76072" y="658334"/>
                        <a:pt x="90755" y="654188"/>
                      </a:cubicBezTo>
                      <a:close/>
                    </a:path>
                  </a:pathLst>
                </a:custGeom>
                <a:solidFill>
                  <a:srgbClr val="F48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" descr="02b9125d-d882-4d30-841a-0557f71b59d8"/>
                <p:cNvSpPr/>
                <p:nvPr/>
              </p:nvSpPr>
              <p:spPr>
                <a:xfrm>
                  <a:off x="7339437" y="6390550"/>
                  <a:ext cx="169966" cy="179776"/>
                </a:xfrm>
                <a:custGeom>
                  <a:gdLst>
                    <a:gd name="connsiteX0" fmla="*/ 152605 w 169966"/>
                    <a:gd name="connsiteY0" fmla="*/ 0 h 179776"/>
                    <a:gd name="connsiteX1" fmla="*/ 151050 w 169966"/>
                    <a:gd name="connsiteY1" fmla="*/ 106930 h 179776"/>
                    <a:gd name="connsiteX2" fmla="*/ 169966 w 169966"/>
                    <a:gd name="connsiteY2" fmla="*/ 166268 h 179776"/>
                    <a:gd name="connsiteX3" fmla="*/ 6894 w 169966"/>
                    <a:gd name="connsiteY3" fmla="*/ 106498 h 179776"/>
                    <a:gd name="connsiteX4" fmla="*/ 34879 w 169966"/>
                    <a:gd name="connsiteY4" fmla="*/ 74885 h 179776"/>
                    <a:gd name="connsiteX5" fmla="*/ 42566 w 169966"/>
                    <a:gd name="connsiteY5" fmla="*/ 1555 h 179776"/>
                    <a:gd name="connsiteX6" fmla="*/ 152605 w 169966"/>
                    <a:gd name="connsiteY6" fmla="*/ 0 h 179776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9966" h="179776">
                      <a:moveTo>
                        <a:pt x="152605" y="0"/>
                      </a:moveTo>
                      <a:cubicBezTo>
                        <a:pt x="152605" y="0"/>
                        <a:pt x="151050" y="106670"/>
                        <a:pt x="151050" y="106930"/>
                      </a:cubicBezTo>
                      <a:cubicBezTo>
                        <a:pt x="153296" y="120490"/>
                        <a:pt x="169966" y="153916"/>
                        <a:pt x="169966" y="166268"/>
                      </a:cubicBezTo>
                      <a:cubicBezTo>
                        <a:pt x="169966" y="212477"/>
                        <a:pt x="-40265" y="126968"/>
                        <a:pt x="6894" y="106498"/>
                      </a:cubicBezTo>
                      <a:cubicBezTo>
                        <a:pt x="11126" y="104597"/>
                        <a:pt x="33497" y="90605"/>
                        <a:pt x="34879" y="74885"/>
                      </a:cubicBezTo>
                      <a:cubicBezTo>
                        <a:pt x="37038" y="50614"/>
                        <a:pt x="42566" y="1555"/>
                        <a:pt x="42566" y="1555"/>
                      </a:cubicBezTo>
                      <a:lnTo>
                        <a:pt x="152605" y="0"/>
                      </a:ln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" descr="dd1af2d8-cf44-483a-94e0-ae9c04646dc2"/>
                <p:cNvSpPr/>
                <p:nvPr/>
              </p:nvSpPr>
              <p:spPr>
                <a:xfrm>
                  <a:off x="7172151" y="6494631"/>
                  <a:ext cx="343613" cy="98732"/>
                </a:xfrm>
                <a:custGeom>
                  <a:gdLst>
                    <a:gd name="connsiteX0" fmla="*/ 174785 w 343613"/>
                    <a:gd name="connsiteY0" fmla="*/ 1899 h 98732"/>
                    <a:gd name="connsiteX1" fmla="*/ 249411 w 343613"/>
                    <a:gd name="connsiteY1" fmla="*/ 19605 h 98732"/>
                    <a:gd name="connsiteX2" fmla="*/ 325851 w 343613"/>
                    <a:gd name="connsiteY2" fmla="*/ 1381 h 98732"/>
                    <a:gd name="connsiteX3" fmla="*/ 343558 w 343613"/>
                    <a:gd name="connsiteY3" fmla="*/ 97427 h 98732"/>
                    <a:gd name="connsiteX4" fmla="*/ 5754 w 343613"/>
                    <a:gd name="connsiteY4" fmla="*/ 96218 h 98732"/>
                    <a:gd name="connsiteX5" fmla="*/ 174785 w 343613"/>
                    <a:gd name="connsiteY5" fmla="*/ 1899 h 98732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43613" h="98732">
                      <a:moveTo>
                        <a:pt x="174785" y="1899"/>
                      </a:moveTo>
                      <a:cubicBezTo>
                        <a:pt x="174785" y="1899"/>
                        <a:pt x="224104" y="16064"/>
                        <a:pt x="249411" y="19605"/>
                      </a:cubicBezTo>
                      <a:cubicBezTo>
                        <a:pt x="274719" y="23146"/>
                        <a:pt x="307972" y="-6653"/>
                        <a:pt x="325851" y="1381"/>
                      </a:cubicBezTo>
                      <a:cubicBezTo>
                        <a:pt x="345544" y="10277"/>
                        <a:pt x="343558" y="97427"/>
                        <a:pt x="343558" y="97427"/>
                      </a:cubicBezTo>
                      <a:cubicBezTo>
                        <a:pt x="343558" y="97427"/>
                        <a:pt x="91263" y="101055"/>
                        <a:pt x="5754" y="96218"/>
                      </a:cubicBezTo>
                      <a:cubicBezTo>
                        <a:pt x="-25168" y="94490"/>
                        <a:pt x="73902" y="34893"/>
                        <a:pt x="174785" y="1899"/>
                      </a:cubicBezTo>
                      <a:close/>
                    </a:path>
                  </a:pathLst>
                </a:custGeom>
                <a:solidFill>
                  <a:srgbClr val="B7574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7" name="" descr="500bc7fd-27d4-4df8-9bb3-055272db9290"/>
                <p:cNvSpPr/>
                <p:nvPr/>
              </p:nvSpPr>
              <p:spPr>
                <a:xfrm>
                  <a:off x="7807232" y="6390550"/>
                  <a:ext cx="169966" cy="179776"/>
                </a:xfrm>
                <a:custGeom>
                  <a:gdLst>
                    <a:gd name="connsiteX0" fmla="*/ 152519 w 169966"/>
                    <a:gd name="connsiteY0" fmla="*/ 0 h 179776"/>
                    <a:gd name="connsiteX1" fmla="*/ 158738 w 169966"/>
                    <a:gd name="connsiteY1" fmla="*/ 106930 h 179776"/>
                    <a:gd name="connsiteX2" fmla="*/ 169966 w 169966"/>
                    <a:gd name="connsiteY2" fmla="*/ 166268 h 179776"/>
                    <a:gd name="connsiteX3" fmla="*/ 6894 w 169966"/>
                    <a:gd name="connsiteY3" fmla="*/ 106498 h 179776"/>
                    <a:gd name="connsiteX4" fmla="*/ 41530 w 169966"/>
                    <a:gd name="connsiteY4" fmla="*/ 64434 h 179776"/>
                    <a:gd name="connsiteX5" fmla="*/ 42566 w 169966"/>
                    <a:gd name="connsiteY5" fmla="*/ 1555 h 179776"/>
                    <a:gd name="connsiteX6" fmla="*/ 152519 w 169966"/>
                    <a:gd name="connsiteY6" fmla="*/ 0 h 179776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9966" h="179776">
                      <a:moveTo>
                        <a:pt x="152519" y="0"/>
                      </a:moveTo>
                      <a:cubicBezTo>
                        <a:pt x="152519" y="0"/>
                        <a:pt x="158651" y="106670"/>
                        <a:pt x="158738" y="106930"/>
                      </a:cubicBezTo>
                      <a:cubicBezTo>
                        <a:pt x="160983" y="120490"/>
                        <a:pt x="169966" y="153916"/>
                        <a:pt x="169966" y="166268"/>
                      </a:cubicBezTo>
                      <a:cubicBezTo>
                        <a:pt x="169966" y="212477"/>
                        <a:pt x="-40265" y="126968"/>
                        <a:pt x="6894" y="106498"/>
                      </a:cubicBezTo>
                      <a:cubicBezTo>
                        <a:pt x="11126" y="104597"/>
                        <a:pt x="40148" y="80154"/>
                        <a:pt x="41530" y="64434"/>
                      </a:cubicBezTo>
                      <a:cubicBezTo>
                        <a:pt x="43689" y="40164"/>
                        <a:pt x="42566" y="1555"/>
                        <a:pt x="42566" y="1555"/>
                      </a:cubicBezTo>
                      <a:lnTo>
                        <a:pt x="152519" y="0"/>
                      </a:ln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8" name="" descr="57adda5b-06ea-44bd-9265-717c213d751d"/>
                <p:cNvSpPr/>
                <p:nvPr/>
              </p:nvSpPr>
              <p:spPr>
                <a:xfrm>
                  <a:off x="7629030" y="6494631"/>
                  <a:ext cx="355856" cy="97561"/>
                </a:xfrm>
                <a:custGeom>
                  <a:gdLst>
                    <a:gd name="connsiteX0" fmla="*/ 185615 w 355856"/>
                    <a:gd name="connsiteY0" fmla="*/ 1899 h 97561"/>
                    <a:gd name="connsiteX1" fmla="*/ 260241 w 355856"/>
                    <a:gd name="connsiteY1" fmla="*/ 19605 h 97561"/>
                    <a:gd name="connsiteX2" fmla="*/ 336681 w 355856"/>
                    <a:gd name="connsiteY2" fmla="*/ 1381 h 97561"/>
                    <a:gd name="connsiteX3" fmla="*/ 355856 w 355856"/>
                    <a:gd name="connsiteY3" fmla="*/ 96218 h 97561"/>
                    <a:gd name="connsiteX4" fmla="*/ 5268 w 355856"/>
                    <a:gd name="connsiteY4" fmla="*/ 96218 h 97561"/>
                    <a:gd name="connsiteX5" fmla="*/ 185615 w 355856"/>
                    <a:gd name="connsiteY5" fmla="*/ 1899 h 9756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5856" h="97561">
                      <a:moveTo>
                        <a:pt x="185615" y="1899"/>
                      </a:moveTo>
                      <a:cubicBezTo>
                        <a:pt x="185615" y="1899"/>
                        <a:pt x="234934" y="16064"/>
                        <a:pt x="260241" y="19605"/>
                      </a:cubicBezTo>
                      <a:cubicBezTo>
                        <a:pt x="285548" y="23146"/>
                        <a:pt x="318802" y="-6653"/>
                        <a:pt x="336681" y="1381"/>
                      </a:cubicBezTo>
                      <a:cubicBezTo>
                        <a:pt x="356374" y="10277"/>
                        <a:pt x="355856" y="96218"/>
                        <a:pt x="355856" y="96218"/>
                      </a:cubicBezTo>
                      <a:cubicBezTo>
                        <a:pt x="355856" y="96218"/>
                        <a:pt x="74021" y="99241"/>
                        <a:pt x="5268" y="96218"/>
                      </a:cubicBezTo>
                      <a:cubicBezTo>
                        <a:pt x="-25566" y="94835"/>
                        <a:pt x="84731" y="34893"/>
                        <a:pt x="185615" y="1899"/>
                      </a:cubicBezTo>
                      <a:close/>
                    </a:path>
                  </a:pathLst>
                </a:custGeom>
                <a:solidFill>
                  <a:srgbClr val="B75742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9" name="" descr="1ec34575-876b-4f08-a62e-ef4f9e1209ce"/>
                <p:cNvSpPr/>
                <p:nvPr/>
              </p:nvSpPr>
              <p:spPr>
                <a:xfrm>
                  <a:off x="7350909" y="4850610"/>
                  <a:ext cx="550021" cy="1570170"/>
                </a:xfrm>
                <a:custGeom>
                  <a:gdLst>
                    <a:gd name="connsiteX0" fmla="*/ 275788 w 550021"/>
                    <a:gd name="connsiteY0" fmla="*/ 0 h 1570170"/>
                    <a:gd name="connsiteX1" fmla="*/ 186911 w 550021"/>
                    <a:gd name="connsiteY1" fmla="*/ 37572 h 1570170"/>
                    <a:gd name="connsiteX2" fmla="*/ 0 w 550021"/>
                    <a:gd name="connsiteY2" fmla="*/ 911578 h 1570170"/>
                    <a:gd name="connsiteX3" fmla="*/ 7601 w 550021"/>
                    <a:gd name="connsiteY3" fmla="*/ 1566802 h 1570170"/>
                    <a:gd name="connsiteX4" fmla="*/ 157458 w 550021"/>
                    <a:gd name="connsiteY4" fmla="*/ 1570171 h 1570170"/>
                    <a:gd name="connsiteX5" fmla="*/ 227161 w 550021"/>
                    <a:gd name="connsiteY5" fmla="*/ 952605 h 1570170"/>
                    <a:gd name="connsiteX6" fmla="*/ 550022 w 550021"/>
                    <a:gd name="connsiteY6" fmla="*/ 175250 h 1570170"/>
                    <a:gd name="connsiteX7" fmla="*/ 275788 w 550021"/>
                    <a:gd name="connsiteY7" fmla="*/ 0 h 157017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50021" h="1570170">
                      <a:moveTo>
                        <a:pt x="275788" y="0"/>
                      </a:moveTo>
                      <a:lnTo>
                        <a:pt x="186911" y="37572"/>
                      </a:lnTo>
                      <a:lnTo>
                        <a:pt x="0" y="911578"/>
                      </a:lnTo>
                      <a:lnTo>
                        <a:pt x="7601" y="1566802"/>
                      </a:lnTo>
                      <a:lnTo>
                        <a:pt x="157458" y="1570171"/>
                      </a:lnTo>
                      <a:cubicBezTo>
                        <a:pt x="157458" y="1570171"/>
                        <a:pt x="227161" y="997001"/>
                        <a:pt x="227161" y="952605"/>
                      </a:cubicBezTo>
                      <a:cubicBezTo>
                        <a:pt x="227161" y="908210"/>
                        <a:pt x="550022" y="175250"/>
                        <a:pt x="550022" y="175250"/>
                      </a:cubicBezTo>
                      <a:lnTo>
                        <a:pt x="275788" y="0"/>
                      </a:lnTo>
                      <a:close/>
                    </a:path>
                  </a:pathLst>
                </a:custGeom>
                <a:solidFill>
                  <a:srgbClr val="355389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0" name="" descr="7d850360-63ec-4dc9-b610-e6f4afd9145d"/>
                <p:cNvSpPr/>
                <p:nvPr/>
              </p:nvSpPr>
              <p:spPr>
                <a:xfrm>
                  <a:off x="7695277" y="4869416"/>
                  <a:ext cx="349079" cy="1565097"/>
                </a:xfrm>
                <a:custGeom>
                  <a:gdLst>
                    <a:gd name="connsiteX0" fmla="*/ 0 w 349079"/>
                    <a:gd name="connsiteY0" fmla="*/ 29303 h 1565097"/>
                    <a:gd name="connsiteX1" fmla="*/ 65471 w 349079"/>
                    <a:gd name="connsiteY1" fmla="*/ 816246 h 1565097"/>
                    <a:gd name="connsiteX2" fmla="*/ 118590 w 349079"/>
                    <a:gd name="connsiteY2" fmla="*/ 1565098 h 1565097"/>
                    <a:gd name="connsiteX3" fmla="*/ 268793 w 349079"/>
                    <a:gd name="connsiteY3" fmla="*/ 1564234 h 1565097"/>
                    <a:gd name="connsiteX4" fmla="*/ 295741 w 349079"/>
                    <a:gd name="connsiteY4" fmla="*/ 1085643 h 1565097"/>
                    <a:gd name="connsiteX5" fmla="*/ 295741 w 349079"/>
                    <a:gd name="connsiteY5" fmla="*/ 904778 h 1565097"/>
                    <a:gd name="connsiteX6" fmla="*/ 343246 w 349079"/>
                    <a:gd name="connsiteY6" fmla="*/ 135801 h 1565097"/>
                    <a:gd name="connsiteX7" fmla="*/ 320012 w 349079"/>
                    <a:gd name="connsiteY7" fmla="*/ 50465 h 1565097"/>
                    <a:gd name="connsiteX8" fmla="*/ 0 w 349079"/>
                    <a:gd name="connsiteY8" fmla="*/ 29303 h 1565097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49079" h="1565097">
                      <a:moveTo>
                        <a:pt x="0" y="29303"/>
                      </a:moveTo>
                      <a:cubicBezTo>
                        <a:pt x="0" y="29303"/>
                        <a:pt x="65471" y="702752"/>
                        <a:pt x="65471" y="816246"/>
                      </a:cubicBezTo>
                      <a:cubicBezTo>
                        <a:pt x="65471" y="929740"/>
                        <a:pt x="118590" y="1565098"/>
                        <a:pt x="118590" y="1565098"/>
                      </a:cubicBezTo>
                      <a:lnTo>
                        <a:pt x="268793" y="1564234"/>
                      </a:lnTo>
                      <a:cubicBezTo>
                        <a:pt x="268793" y="1564234"/>
                        <a:pt x="279589" y="1370587"/>
                        <a:pt x="295741" y="1085643"/>
                      </a:cubicBezTo>
                      <a:cubicBezTo>
                        <a:pt x="298246" y="1040988"/>
                        <a:pt x="292459" y="950987"/>
                        <a:pt x="295741" y="904778"/>
                      </a:cubicBezTo>
                      <a:cubicBezTo>
                        <a:pt x="319148" y="572588"/>
                        <a:pt x="365357" y="259832"/>
                        <a:pt x="343246" y="135801"/>
                      </a:cubicBezTo>
                      <a:cubicBezTo>
                        <a:pt x="339704" y="115849"/>
                        <a:pt x="333053" y="63680"/>
                        <a:pt x="320012" y="50465"/>
                      </a:cubicBezTo>
                      <a:cubicBezTo>
                        <a:pt x="221633" y="-49037"/>
                        <a:pt x="0" y="29303"/>
                        <a:pt x="0" y="29303"/>
                      </a:cubicBezTo>
                      <a:close/>
                    </a:path>
                  </a:pathLst>
                </a:custGeom>
                <a:solidFill>
                  <a:srgbClr val="466EB6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1" name="" descr="c857a3dc-e8b7-41db-8dd5-3ce32b76e2f3"/>
                <p:cNvSpPr/>
                <p:nvPr/>
              </p:nvSpPr>
              <p:spPr>
                <a:xfrm>
                  <a:off x="7512081" y="3895119"/>
                  <a:ext cx="210765" cy="472147"/>
                </a:xfrm>
                <a:custGeom>
                  <a:gdLst>
                    <a:gd name="connsiteX0" fmla="*/ 0 w 210765"/>
                    <a:gd name="connsiteY0" fmla="*/ 472148 h 472147"/>
                    <a:gd name="connsiteX1" fmla="*/ 181728 w 210765"/>
                    <a:gd name="connsiteY1" fmla="*/ 460228 h 472147"/>
                    <a:gd name="connsiteX2" fmla="*/ 190711 w 210765"/>
                    <a:gd name="connsiteY2" fmla="*/ 225294 h 472147"/>
                    <a:gd name="connsiteX3" fmla="*/ 208158 w 210765"/>
                    <a:gd name="connsiteY3" fmla="*/ 34 h 472147"/>
                    <a:gd name="connsiteX4" fmla="*/ 97256 w 210765"/>
                    <a:gd name="connsiteY4" fmla="*/ 69910 h 472147"/>
                    <a:gd name="connsiteX5" fmla="*/ 0 w 210765"/>
                    <a:gd name="connsiteY5" fmla="*/ 472148 h 472147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0765" h="472147">
                      <a:moveTo>
                        <a:pt x="0" y="472148"/>
                      </a:moveTo>
                      <a:lnTo>
                        <a:pt x="181728" y="460228"/>
                      </a:lnTo>
                      <a:cubicBezTo>
                        <a:pt x="181728" y="460228"/>
                        <a:pt x="190711" y="301130"/>
                        <a:pt x="190711" y="225294"/>
                      </a:cubicBezTo>
                      <a:cubicBezTo>
                        <a:pt x="190711" y="133221"/>
                        <a:pt x="219387" y="-2471"/>
                        <a:pt x="208158" y="34"/>
                      </a:cubicBezTo>
                      <a:cubicBezTo>
                        <a:pt x="176718" y="7203"/>
                        <a:pt x="122477" y="35533"/>
                        <a:pt x="97256" y="69910"/>
                      </a:cubicBezTo>
                      <a:cubicBezTo>
                        <a:pt x="10019" y="188845"/>
                        <a:pt x="0" y="472148"/>
                        <a:pt x="0" y="472148"/>
                      </a:cubicBezTo>
                      <a:close/>
                    </a:path>
                  </a:pathLst>
                </a:custGeom>
                <a:solidFill>
                  <a:srgbClr val="F47458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" descr="95382436-9b60-4566-8ddc-a7b90bb477db"/>
                <p:cNvSpPr/>
                <p:nvPr/>
              </p:nvSpPr>
              <p:spPr>
                <a:xfrm>
                  <a:off x="7508281" y="3886699"/>
                  <a:ext cx="630089" cy="1068126"/>
                </a:xfrm>
                <a:custGeom>
                  <a:gdLst>
                    <a:gd name="connsiteX0" fmla="*/ 434369 w 630089"/>
                    <a:gd name="connsiteY0" fmla="*/ 4913 h 1068126"/>
                    <a:gd name="connsiteX1" fmla="*/ 565310 w 630089"/>
                    <a:gd name="connsiteY1" fmla="*/ 38685 h 1068126"/>
                    <a:gd name="connsiteX2" fmla="*/ 630090 w 630089"/>
                    <a:gd name="connsiteY2" fmla="*/ 110202 h 1068126"/>
                    <a:gd name="connsiteX3" fmla="*/ 502603 w 630089"/>
                    <a:gd name="connsiteY3" fmla="*/ 798247 h 1068126"/>
                    <a:gd name="connsiteX4" fmla="*/ 530156 w 630089"/>
                    <a:gd name="connsiteY4" fmla="*/ 1063153 h 1068126"/>
                    <a:gd name="connsiteX5" fmla="*/ 0 w 630089"/>
                    <a:gd name="connsiteY5" fmla="*/ 1030590 h 1068126"/>
                    <a:gd name="connsiteX6" fmla="*/ 46037 w 630089"/>
                    <a:gd name="connsiteY6" fmla="*/ 747892 h 1068126"/>
                    <a:gd name="connsiteX7" fmla="*/ 113580 w 630089"/>
                    <a:gd name="connsiteY7" fmla="*/ 117112 h 1068126"/>
                    <a:gd name="connsiteX8" fmla="*/ 215932 w 630089"/>
                    <a:gd name="connsiteY8" fmla="*/ 7332 h 1068126"/>
                    <a:gd name="connsiteX9" fmla="*/ 434369 w 630089"/>
                    <a:gd name="connsiteY9" fmla="*/ 4913 h 1068126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30089" h="1068126">
                      <a:moveTo>
                        <a:pt x="434369" y="4913"/>
                      </a:moveTo>
                      <a:cubicBezTo>
                        <a:pt x="434369" y="4913"/>
                        <a:pt x="538016" y="18992"/>
                        <a:pt x="565310" y="38685"/>
                      </a:cubicBezTo>
                      <a:cubicBezTo>
                        <a:pt x="596059" y="60797"/>
                        <a:pt x="630090" y="110202"/>
                        <a:pt x="630090" y="110202"/>
                      </a:cubicBezTo>
                      <a:cubicBezTo>
                        <a:pt x="630090" y="110202"/>
                        <a:pt x="502862" y="699178"/>
                        <a:pt x="502603" y="798247"/>
                      </a:cubicBezTo>
                      <a:cubicBezTo>
                        <a:pt x="502430" y="874946"/>
                        <a:pt x="530156" y="1063153"/>
                        <a:pt x="530156" y="1063153"/>
                      </a:cubicBezTo>
                      <a:cubicBezTo>
                        <a:pt x="530156" y="1063153"/>
                        <a:pt x="145624" y="1086906"/>
                        <a:pt x="0" y="1030590"/>
                      </a:cubicBezTo>
                      <a:cubicBezTo>
                        <a:pt x="0" y="1030590"/>
                        <a:pt x="46037" y="806712"/>
                        <a:pt x="46037" y="747892"/>
                      </a:cubicBezTo>
                      <a:cubicBezTo>
                        <a:pt x="46037" y="689073"/>
                        <a:pt x="101056" y="154425"/>
                        <a:pt x="113580" y="117112"/>
                      </a:cubicBezTo>
                      <a:cubicBezTo>
                        <a:pt x="124981" y="83254"/>
                        <a:pt x="145711" y="22361"/>
                        <a:pt x="215932" y="7332"/>
                      </a:cubicBezTo>
                      <a:cubicBezTo>
                        <a:pt x="286240" y="-7611"/>
                        <a:pt x="434369" y="4913"/>
                        <a:pt x="434369" y="4913"/>
                      </a:cubicBez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3" name="" descr="f45b2f89-53ac-4754-9fc6-12ce091f9fe3"/>
                <p:cNvSpPr/>
                <p:nvPr/>
              </p:nvSpPr>
              <p:spPr>
                <a:xfrm>
                  <a:off x="7763631" y="3723295"/>
                  <a:ext cx="176427" cy="354106"/>
                </a:xfrm>
                <a:custGeom>
                  <a:gdLst>
                    <a:gd name="connsiteX0" fmla="*/ 150775 w 176427"/>
                    <a:gd name="connsiteY0" fmla="*/ 9737 h 354106"/>
                    <a:gd name="connsiteX1" fmla="*/ 176427 w 176427"/>
                    <a:gd name="connsiteY1" fmla="*/ 174191 h 354106"/>
                    <a:gd name="connsiteX2" fmla="*/ 26830 w 176427"/>
                    <a:gd name="connsiteY2" fmla="*/ 353069 h 354106"/>
                    <a:gd name="connsiteX3" fmla="*/ 8778 w 176427"/>
                    <a:gd name="connsiteY3" fmla="*/ 165553 h 354106"/>
                    <a:gd name="connsiteX4" fmla="*/ 26657 w 176427"/>
                    <a:gd name="connsiteY4" fmla="*/ 25975 h 354106"/>
                    <a:gd name="connsiteX5" fmla="*/ 150775 w 176427"/>
                    <a:gd name="connsiteY5" fmla="*/ 9737 h 354106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6427" h="354106">
                      <a:moveTo>
                        <a:pt x="150775" y="9737"/>
                      </a:moveTo>
                      <a:lnTo>
                        <a:pt x="176427" y="174191"/>
                      </a:lnTo>
                      <a:cubicBezTo>
                        <a:pt x="176427" y="174191"/>
                        <a:pt x="82713" y="369998"/>
                        <a:pt x="26830" y="353069"/>
                      </a:cubicBezTo>
                      <a:cubicBezTo>
                        <a:pt x="-20071" y="338817"/>
                        <a:pt x="8778" y="165553"/>
                        <a:pt x="8778" y="165553"/>
                      </a:cubicBezTo>
                      <a:cubicBezTo>
                        <a:pt x="8778" y="165553"/>
                        <a:pt x="34344" y="72530"/>
                        <a:pt x="26657" y="25975"/>
                      </a:cubicBezTo>
                      <a:cubicBezTo>
                        <a:pt x="18970" y="-20666"/>
                        <a:pt x="150775" y="9737"/>
                        <a:pt x="150775" y="9737"/>
                      </a:cubicBez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4" name="" descr="ed7db139-3fc8-49d5-8bc6-d1e4c09e1d22"/>
                <p:cNvSpPr/>
                <p:nvPr/>
              </p:nvSpPr>
              <p:spPr>
                <a:xfrm>
                  <a:off x="7787092" y="3723279"/>
                  <a:ext cx="129473" cy="96989"/>
                </a:xfrm>
                <a:custGeom>
                  <a:gdLst>
                    <a:gd name="connsiteX0" fmla="*/ 3196 w 129473"/>
                    <a:gd name="connsiteY0" fmla="*/ 25904 h 96989"/>
                    <a:gd name="connsiteX1" fmla="*/ 127314 w 129473"/>
                    <a:gd name="connsiteY1" fmla="*/ 9753 h 96989"/>
                    <a:gd name="connsiteX2" fmla="*/ 129473 w 129473"/>
                    <a:gd name="connsiteY2" fmla="*/ 23400 h 96989"/>
                    <a:gd name="connsiteX3" fmla="*/ 115222 w 129473"/>
                    <a:gd name="connsiteY3" fmla="*/ 46288 h 96989"/>
                    <a:gd name="connsiteX4" fmla="*/ 0 w 129473"/>
                    <a:gd name="connsiteY4" fmla="*/ 96989 h 96989"/>
                    <a:gd name="connsiteX5" fmla="*/ 3196 w 129473"/>
                    <a:gd name="connsiteY5" fmla="*/ 25904 h 96989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9473" h="96989">
                      <a:moveTo>
                        <a:pt x="3196" y="25904"/>
                      </a:moveTo>
                      <a:cubicBezTo>
                        <a:pt x="-4491" y="-20651"/>
                        <a:pt x="127314" y="9753"/>
                        <a:pt x="127314" y="9753"/>
                      </a:cubicBezTo>
                      <a:lnTo>
                        <a:pt x="129473" y="23400"/>
                      </a:lnTo>
                      <a:cubicBezTo>
                        <a:pt x="125586" y="32555"/>
                        <a:pt x="120922" y="40329"/>
                        <a:pt x="115222" y="46288"/>
                      </a:cubicBezTo>
                      <a:cubicBezTo>
                        <a:pt x="85768" y="77123"/>
                        <a:pt x="39732" y="95607"/>
                        <a:pt x="0" y="96989"/>
                      </a:cubicBezTo>
                      <a:cubicBezTo>
                        <a:pt x="3887" y="71941"/>
                        <a:pt x="6306" y="44993"/>
                        <a:pt x="3196" y="25904"/>
                      </a:cubicBezTo>
                      <a:close/>
                    </a:path>
                  </a:pathLst>
                </a:custGeom>
                <a:solidFill>
                  <a:srgbClr val="F47458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75" name="" descr="166498da-d683-4039-82d0-f89300274f96"/>
                <p:cNvGrpSpPr/>
                <p:nvPr/>
              </p:nvGrpSpPr>
              <p:grpSpPr>
                <a:xfrm>
                  <a:off x="7710976" y="3364171"/>
                  <a:ext cx="330635" cy="429580"/>
                  <a:chOff x="7710976" y="3364171"/>
                  <a:chExt cx="330635" cy="429580"/>
                </a:xfrm>
              </p:grpSpPr>
              <p:sp>
                <p:nvSpPr>
                  <p:cNvPr id="79" name="" descr="17d6e341-3bd7-49d1-8556-e12335136a7c"/>
                  <p:cNvSpPr/>
                  <p:nvPr/>
                </p:nvSpPr>
                <p:spPr>
                  <a:xfrm>
                    <a:off x="7710976" y="3448970"/>
                    <a:ext cx="235231" cy="341443"/>
                  </a:xfrm>
                  <a:custGeom>
                    <a:gdLst>
                      <a:gd name="connsiteX0" fmla="*/ 225023 w 235231"/>
                      <a:gd name="connsiteY0" fmla="*/ 51374 h 341443"/>
                      <a:gd name="connsiteX1" fmla="*/ 205330 w 235231"/>
                      <a:gd name="connsiteY1" fmla="*/ 290626 h 341443"/>
                      <a:gd name="connsiteX2" fmla="*/ 24465 w 235231"/>
                      <a:gd name="connsiteY2" fmla="*/ 318611 h 341443"/>
                      <a:gd name="connsiteX3" fmla="*/ 65147 w 235231"/>
                      <a:gd name="connsiteY3" fmla="*/ 17257 h 341443"/>
                      <a:gd name="connsiteX4" fmla="*/ 225023 w 235231"/>
                      <a:gd name="connsiteY4" fmla="*/ 51374 h 34144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5231" h="341443">
                        <a:moveTo>
                          <a:pt x="225023" y="51374"/>
                        </a:moveTo>
                        <a:cubicBezTo>
                          <a:pt x="228737" y="50078"/>
                          <a:pt x="254907" y="238717"/>
                          <a:pt x="205330" y="290626"/>
                        </a:cubicBezTo>
                        <a:cubicBezTo>
                          <a:pt x="155752" y="342537"/>
                          <a:pt x="59100" y="359552"/>
                          <a:pt x="24465" y="318611"/>
                        </a:cubicBezTo>
                        <a:cubicBezTo>
                          <a:pt x="-13885" y="273352"/>
                          <a:pt x="-11984" y="70635"/>
                          <a:pt x="65147" y="17257"/>
                        </a:cubicBezTo>
                        <a:cubicBezTo>
                          <a:pt x="142191" y="-36122"/>
                          <a:pt x="225023" y="51374"/>
                          <a:pt x="225023" y="51374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0" name="" descr="2899815a-3735-4062-b022-f0226f5b84c6"/>
                  <p:cNvSpPr/>
                  <p:nvPr/>
                </p:nvSpPr>
                <p:spPr>
                  <a:xfrm>
                    <a:off x="7738465" y="3364171"/>
                    <a:ext cx="303146" cy="429580"/>
                  </a:xfrm>
                  <a:custGeom>
                    <a:gdLst>
                      <a:gd name="connsiteX0" fmla="*/ 67024 w 303146"/>
                      <a:gd name="connsiteY0" fmla="*/ 1171 h 429580"/>
                      <a:gd name="connsiteX1" fmla="*/ 179395 w 303146"/>
                      <a:gd name="connsiteY1" fmla="*/ 63532 h 429580"/>
                      <a:gd name="connsiteX2" fmla="*/ 281228 w 303146"/>
                      <a:gd name="connsiteY2" fmla="*/ 142304 h 429580"/>
                      <a:gd name="connsiteX3" fmla="*/ 239079 w 303146"/>
                      <a:gd name="connsiteY3" fmla="*/ 341739 h 429580"/>
                      <a:gd name="connsiteX4" fmla="*/ 185441 w 303146"/>
                      <a:gd name="connsiteY4" fmla="*/ 429580 h 429580"/>
                      <a:gd name="connsiteX5" fmla="*/ 176890 w 303146"/>
                      <a:gd name="connsiteY5" fmla="*/ 405396 h 429580"/>
                      <a:gd name="connsiteX6" fmla="*/ 170067 w 303146"/>
                      <a:gd name="connsiteY6" fmla="*/ 347872 h 429580"/>
                      <a:gd name="connsiteX7" fmla="*/ 178877 w 303146"/>
                      <a:gd name="connsiteY7" fmla="*/ 313322 h 429580"/>
                      <a:gd name="connsiteX8" fmla="*/ 139232 w 303146"/>
                      <a:gd name="connsiteY8" fmla="*/ 245174 h 429580"/>
                      <a:gd name="connsiteX9" fmla="*/ 115911 w 303146"/>
                      <a:gd name="connsiteY9" fmla="*/ 158802 h 429580"/>
                      <a:gd name="connsiteX10" fmla="*/ 99155 w 303146"/>
                      <a:gd name="connsiteY10" fmla="*/ 136776 h 429580"/>
                      <a:gd name="connsiteX11" fmla="*/ 22801 w 303146"/>
                      <a:gd name="connsiteY11" fmla="*/ 115788 h 429580"/>
                      <a:gd name="connsiteX12" fmla="*/ 67024 w 303146"/>
                      <a:gd name="connsiteY12" fmla="*/ 1171 h 42958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03146" h="429580">
                        <a:moveTo>
                          <a:pt x="67024" y="1171"/>
                        </a:moveTo>
                        <a:cubicBezTo>
                          <a:pt x="126621" y="13004"/>
                          <a:pt x="165230" y="48417"/>
                          <a:pt x="179395" y="63532"/>
                        </a:cubicBezTo>
                        <a:cubicBezTo>
                          <a:pt x="206430" y="66642"/>
                          <a:pt x="243225" y="81153"/>
                          <a:pt x="281228" y="142304"/>
                        </a:cubicBezTo>
                        <a:cubicBezTo>
                          <a:pt x="327956" y="217535"/>
                          <a:pt x="293407" y="300799"/>
                          <a:pt x="239079" y="341739"/>
                        </a:cubicBezTo>
                        <a:cubicBezTo>
                          <a:pt x="184750" y="382594"/>
                          <a:pt x="185441" y="429580"/>
                          <a:pt x="185441" y="429580"/>
                        </a:cubicBezTo>
                        <a:lnTo>
                          <a:pt x="176890" y="405396"/>
                        </a:lnTo>
                        <a:cubicBezTo>
                          <a:pt x="170585" y="386912"/>
                          <a:pt x="167994" y="367305"/>
                          <a:pt x="170067" y="347872"/>
                        </a:cubicBezTo>
                        <a:cubicBezTo>
                          <a:pt x="171362" y="336211"/>
                          <a:pt x="173867" y="323601"/>
                          <a:pt x="178877" y="313322"/>
                        </a:cubicBezTo>
                        <a:cubicBezTo>
                          <a:pt x="191919" y="286029"/>
                          <a:pt x="150806" y="267891"/>
                          <a:pt x="139232" y="245174"/>
                        </a:cubicBezTo>
                        <a:cubicBezTo>
                          <a:pt x="130335" y="227641"/>
                          <a:pt x="129904" y="187650"/>
                          <a:pt x="115911" y="158802"/>
                        </a:cubicBezTo>
                        <a:lnTo>
                          <a:pt x="99155" y="136776"/>
                        </a:lnTo>
                        <a:cubicBezTo>
                          <a:pt x="99155" y="136776"/>
                          <a:pt x="60546" y="107583"/>
                          <a:pt x="22801" y="115788"/>
                        </a:cubicBezTo>
                        <a:cubicBezTo>
                          <a:pt x="-14944" y="123907"/>
                          <a:pt x="-9502" y="-14030"/>
                          <a:pt x="67024" y="1171"/>
                        </a:cubicBezTo>
                        <a:close/>
                      </a:path>
                    </a:pathLst>
                  </a:custGeom>
                  <a:solidFill>
                    <a:srgbClr val="13375B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1" name="" descr="017f99a1-97f3-429a-844d-95ee8f7e0aa6"/>
                  <p:cNvSpPr/>
                  <p:nvPr/>
                </p:nvSpPr>
                <p:spPr>
                  <a:xfrm>
                    <a:off x="7880189" y="3601571"/>
                    <a:ext cx="49516" cy="83353"/>
                  </a:xfrm>
                  <a:custGeom>
                    <a:gdLst>
                      <a:gd name="connsiteX0" fmla="*/ 13 w 49516"/>
                      <a:gd name="connsiteY0" fmla="*/ 41287 h 83353"/>
                      <a:gd name="connsiteX1" fmla="*/ 24024 w 49516"/>
                      <a:gd name="connsiteY1" fmla="*/ 83351 h 83353"/>
                      <a:gd name="connsiteX2" fmla="*/ 49504 w 49516"/>
                      <a:gd name="connsiteY2" fmla="*/ 42065 h 83353"/>
                      <a:gd name="connsiteX3" fmla="*/ 25493 w 49516"/>
                      <a:gd name="connsiteY3" fmla="*/ 1 h 83353"/>
                      <a:gd name="connsiteX4" fmla="*/ 13 w 49516"/>
                      <a:gd name="connsiteY4" fmla="*/ 41287 h 8335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9516" h="83353">
                        <a:moveTo>
                          <a:pt x="13" y="41287"/>
                        </a:moveTo>
                        <a:cubicBezTo>
                          <a:pt x="-419" y="64263"/>
                          <a:pt x="10377" y="83178"/>
                          <a:pt x="24024" y="83351"/>
                        </a:cubicBezTo>
                        <a:cubicBezTo>
                          <a:pt x="37671" y="83610"/>
                          <a:pt x="49072" y="65126"/>
                          <a:pt x="49504" y="42065"/>
                        </a:cubicBezTo>
                        <a:cubicBezTo>
                          <a:pt x="49936" y="19090"/>
                          <a:pt x="39139" y="174"/>
                          <a:pt x="25493" y="1"/>
                        </a:cubicBezTo>
                        <a:cubicBezTo>
                          <a:pt x="11759" y="-172"/>
                          <a:pt x="358" y="18312"/>
                          <a:pt x="13" y="41287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6" name="" descr="a3d66190-9b06-4836-bd74-dbf8060b25e7"/>
                <p:cNvSpPr/>
                <p:nvPr/>
              </p:nvSpPr>
              <p:spPr>
                <a:xfrm>
                  <a:off x="7351741" y="4424668"/>
                  <a:ext cx="326813" cy="91111"/>
                </a:xfrm>
                <a:custGeom>
                  <a:gdLst>
                    <a:gd name="connsiteX0" fmla="*/ 326607 w 326813"/>
                    <a:gd name="connsiteY0" fmla="*/ 66026 h 91111"/>
                    <a:gd name="connsiteX1" fmla="*/ 324102 w 326813"/>
                    <a:gd name="connsiteY1" fmla="*/ 80105 h 91111"/>
                    <a:gd name="connsiteX2" fmla="*/ 308469 w 326813"/>
                    <a:gd name="connsiteY2" fmla="*/ 90901 h 91111"/>
                    <a:gd name="connsiteX3" fmla="*/ 11260 w 326813"/>
                    <a:gd name="connsiteY3" fmla="*/ 40460 h 91111"/>
                    <a:gd name="connsiteX4" fmla="*/ 204 w 326813"/>
                    <a:gd name="connsiteY4" fmla="*/ 25085 h 91111"/>
                    <a:gd name="connsiteX5" fmla="*/ 2709 w 326813"/>
                    <a:gd name="connsiteY5" fmla="*/ 11006 h 91111"/>
                    <a:gd name="connsiteX6" fmla="*/ 18343 w 326813"/>
                    <a:gd name="connsiteY6" fmla="*/ 210 h 91111"/>
                    <a:gd name="connsiteX7" fmla="*/ 315551 w 326813"/>
                    <a:gd name="connsiteY7" fmla="*/ 50652 h 91111"/>
                    <a:gd name="connsiteX8" fmla="*/ 326607 w 326813"/>
                    <a:gd name="connsiteY8" fmla="*/ 66026 h 9111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26813" h="91111">
                      <a:moveTo>
                        <a:pt x="326607" y="66026"/>
                      </a:moveTo>
                      <a:lnTo>
                        <a:pt x="324102" y="80105"/>
                      </a:lnTo>
                      <a:cubicBezTo>
                        <a:pt x="322807" y="87360"/>
                        <a:pt x="315811" y="92197"/>
                        <a:pt x="308469" y="90901"/>
                      </a:cubicBezTo>
                      <a:lnTo>
                        <a:pt x="11260" y="40460"/>
                      </a:lnTo>
                      <a:cubicBezTo>
                        <a:pt x="3919" y="39164"/>
                        <a:pt x="-1091" y="32341"/>
                        <a:pt x="204" y="25085"/>
                      </a:cubicBezTo>
                      <a:lnTo>
                        <a:pt x="2709" y="11006"/>
                      </a:lnTo>
                      <a:cubicBezTo>
                        <a:pt x="4005" y="3751"/>
                        <a:pt x="11001" y="-1085"/>
                        <a:pt x="18343" y="210"/>
                      </a:cubicBezTo>
                      <a:lnTo>
                        <a:pt x="315551" y="50652"/>
                      </a:lnTo>
                      <a:cubicBezTo>
                        <a:pt x="322980" y="51947"/>
                        <a:pt x="327903" y="58771"/>
                        <a:pt x="326607" y="66026"/>
                      </a:cubicBezTo>
                      <a:close/>
                    </a:path>
                  </a:pathLst>
                </a:custGeom>
                <a:solidFill>
                  <a:srgbClr val="13375B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7" name="" descr="dc887f82-eb57-476d-97ac-0b018740382f"/>
                <p:cNvSpPr/>
                <p:nvPr/>
              </p:nvSpPr>
              <p:spPr>
                <a:xfrm>
                  <a:off x="7445553" y="3967444"/>
                  <a:ext cx="782039" cy="700413"/>
                </a:xfrm>
                <a:custGeom>
                  <a:gdLst>
                    <a:gd name="connsiteX0" fmla="*/ 654208 w 782039"/>
                    <a:gd name="connsiteY0" fmla="*/ 3 h 700413"/>
                    <a:gd name="connsiteX1" fmla="*/ 610590 w 782039"/>
                    <a:gd name="connsiteY1" fmla="*/ 246425 h 700413"/>
                    <a:gd name="connsiteX2" fmla="*/ 636934 w 782039"/>
                    <a:gd name="connsiteY2" fmla="*/ 546052 h 700413"/>
                    <a:gd name="connsiteX3" fmla="*/ 307940 w 782039"/>
                    <a:gd name="connsiteY3" fmla="*/ 538019 h 700413"/>
                    <a:gd name="connsiteX4" fmla="*/ 307940 w 782039"/>
                    <a:gd name="connsiteY4" fmla="*/ 538106 h 700413"/>
                    <a:gd name="connsiteX5" fmla="*/ 222776 w 782039"/>
                    <a:gd name="connsiteY5" fmla="*/ 478681 h 700413"/>
                    <a:gd name="connsiteX6" fmla="*/ 148928 w 782039"/>
                    <a:gd name="connsiteY6" fmla="*/ 487750 h 700413"/>
                    <a:gd name="connsiteX7" fmla="*/ 190300 w 782039"/>
                    <a:gd name="connsiteY7" fmla="*/ 498115 h 700413"/>
                    <a:gd name="connsiteX8" fmla="*/ 181404 w 782039"/>
                    <a:gd name="connsiteY8" fmla="*/ 525409 h 700413"/>
                    <a:gd name="connsiteX9" fmla="*/ 81816 w 782039"/>
                    <a:gd name="connsiteY9" fmla="*/ 520399 h 700413"/>
                    <a:gd name="connsiteX10" fmla="*/ 16259 w 782039"/>
                    <a:gd name="connsiteY10" fmla="*/ 491810 h 700413"/>
                    <a:gd name="connsiteX11" fmla="*/ 48217 w 782039"/>
                    <a:gd name="connsiteY11" fmla="*/ 538019 h 700413"/>
                    <a:gd name="connsiteX12" fmla="*/ 7190 w 782039"/>
                    <a:gd name="connsiteY12" fmla="*/ 516340 h 700413"/>
                    <a:gd name="connsiteX13" fmla="*/ 6672 w 782039"/>
                    <a:gd name="connsiteY13" fmla="*/ 539315 h 700413"/>
                    <a:gd name="connsiteX14" fmla="*/ 89589 w 782039"/>
                    <a:gd name="connsiteY14" fmla="*/ 596580 h 700413"/>
                    <a:gd name="connsiteX15" fmla="*/ 280214 w 782039"/>
                    <a:gd name="connsiteY15" fmla="*/ 609450 h 700413"/>
                    <a:gd name="connsiteX16" fmla="*/ 738768 w 782039"/>
                    <a:gd name="connsiteY16" fmla="*/ 700141 h 700413"/>
                    <a:gd name="connsiteX17" fmla="*/ 782040 w 782039"/>
                    <a:gd name="connsiteY17" fmla="*/ 454756 h 700413"/>
                    <a:gd name="connsiteX18" fmla="*/ 654208 w 782039"/>
                    <a:gd name="connsiteY18" fmla="*/ 3 h 700413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782039" h="700413">
                      <a:moveTo>
                        <a:pt x="654208" y="3"/>
                      </a:moveTo>
                      <a:cubicBezTo>
                        <a:pt x="619314" y="-947"/>
                        <a:pt x="588479" y="224227"/>
                        <a:pt x="610590" y="246425"/>
                      </a:cubicBezTo>
                      <a:cubicBezTo>
                        <a:pt x="632702" y="268622"/>
                        <a:pt x="636934" y="546052"/>
                        <a:pt x="636934" y="546052"/>
                      </a:cubicBezTo>
                      <a:lnTo>
                        <a:pt x="307940" y="538019"/>
                      </a:lnTo>
                      <a:lnTo>
                        <a:pt x="307940" y="538106"/>
                      </a:lnTo>
                      <a:cubicBezTo>
                        <a:pt x="301548" y="533874"/>
                        <a:pt x="232623" y="488614"/>
                        <a:pt x="222776" y="478681"/>
                      </a:cubicBezTo>
                      <a:cubicBezTo>
                        <a:pt x="212412" y="468316"/>
                        <a:pt x="162229" y="473498"/>
                        <a:pt x="148928" y="487750"/>
                      </a:cubicBezTo>
                      <a:cubicBezTo>
                        <a:pt x="135626" y="502002"/>
                        <a:pt x="178467" y="490341"/>
                        <a:pt x="190300" y="498115"/>
                      </a:cubicBezTo>
                      <a:cubicBezTo>
                        <a:pt x="202133" y="505888"/>
                        <a:pt x="181404" y="525409"/>
                        <a:pt x="181404" y="525409"/>
                      </a:cubicBezTo>
                      <a:cubicBezTo>
                        <a:pt x="181404" y="525409"/>
                        <a:pt x="98054" y="537242"/>
                        <a:pt x="81816" y="520399"/>
                      </a:cubicBezTo>
                      <a:cubicBezTo>
                        <a:pt x="65578" y="503557"/>
                        <a:pt x="22132" y="474967"/>
                        <a:pt x="16259" y="491810"/>
                      </a:cubicBezTo>
                      <a:cubicBezTo>
                        <a:pt x="13236" y="500533"/>
                        <a:pt x="35606" y="526963"/>
                        <a:pt x="48217" y="538019"/>
                      </a:cubicBezTo>
                      <a:cubicBezTo>
                        <a:pt x="32497" y="526445"/>
                        <a:pt x="13581" y="514267"/>
                        <a:pt x="7190" y="516340"/>
                      </a:cubicBezTo>
                      <a:cubicBezTo>
                        <a:pt x="-4643" y="520226"/>
                        <a:pt x="280" y="534996"/>
                        <a:pt x="6672" y="539315"/>
                      </a:cubicBezTo>
                      <a:cubicBezTo>
                        <a:pt x="13063" y="543634"/>
                        <a:pt x="79225" y="593125"/>
                        <a:pt x="89589" y="596580"/>
                      </a:cubicBezTo>
                      <a:cubicBezTo>
                        <a:pt x="99695" y="599948"/>
                        <a:pt x="253611" y="603662"/>
                        <a:pt x="280214" y="609450"/>
                      </a:cubicBezTo>
                      <a:cubicBezTo>
                        <a:pt x="280214" y="609450"/>
                        <a:pt x="714065" y="706187"/>
                        <a:pt x="738768" y="700141"/>
                      </a:cubicBezTo>
                      <a:cubicBezTo>
                        <a:pt x="760361" y="694872"/>
                        <a:pt x="782040" y="558921"/>
                        <a:pt x="782040" y="454756"/>
                      </a:cubicBezTo>
                      <a:cubicBezTo>
                        <a:pt x="781868" y="350590"/>
                        <a:pt x="763124" y="3113"/>
                        <a:pt x="654208" y="3"/>
                      </a:cubicBez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8" name="" descr="32531c10-6eda-4f11-97c7-89424e45ded2"/>
                <p:cNvSpPr/>
                <p:nvPr/>
              </p:nvSpPr>
              <p:spPr>
                <a:xfrm>
                  <a:off x="8005615" y="3916056"/>
                  <a:ext cx="265164" cy="527824"/>
                </a:xfrm>
                <a:custGeom>
                  <a:gdLst>
                    <a:gd name="connsiteX0" fmla="*/ 48887 w 265164"/>
                    <a:gd name="connsiteY0" fmla="*/ 0 h 527824"/>
                    <a:gd name="connsiteX1" fmla="*/ 172227 w 265164"/>
                    <a:gd name="connsiteY1" fmla="*/ 82659 h 527824"/>
                    <a:gd name="connsiteX2" fmla="*/ 265164 w 265164"/>
                    <a:gd name="connsiteY2" fmla="*/ 496644 h 527824"/>
                    <a:gd name="connsiteX3" fmla="*/ 68321 w 265164"/>
                    <a:gd name="connsiteY3" fmla="*/ 527824 h 527824"/>
                    <a:gd name="connsiteX4" fmla="*/ 52601 w 265164"/>
                    <a:gd name="connsiteY4" fmla="*/ 357929 h 527824"/>
                    <a:gd name="connsiteX5" fmla="*/ 0 w 265164"/>
                    <a:gd name="connsiteY5" fmla="*/ 280193 h 527824"/>
                    <a:gd name="connsiteX6" fmla="*/ 48887 w 265164"/>
                    <a:gd name="connsiteY6" fmla="*/ 0 h 527824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5164" h="527824">
                      <a:moveTo>
                        <a:pt x="48887" y="0"/>
                      </a:moveTo>
                      <a:cubicBezTo>
                        <a:pt x="48887" y="0"/>
                        <a:pt x="109607" y="13647"/>
                        <a:pt x="172227" y="82659"/>
                      </a:cubicBezTo>
                      <a:cubicBezTo>
                        <a:pt x="229233" y="145365"/>
                        <a:pt x="265164" y="496644"/>
                        <a:pt x="265164" y="496644"/>
                      </a:cubicBezTo>
                      <a:lnTo>
                        <a:pt x="68321" y="527824"/>
                      </a:lnTo>
                      <a:lnTo>
                        <a:pt x="52601" y="357929"/>
                      </a:lnTo>
                      <a:lnTo>
                        <a:pt x="0" y="280193"/>
                      </a:lnTo>
                      <a:lnTo>
                        <a:pt x="48887" y="0"/>
                      </a:lnTo>
                      <a:close/>
                    </a:path>
                  </a:pathLst>
                </a:custGeom>
                <a:solidFill>
                  <a:srgbClr val="F7CC7F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6" name="" descr="3163c840-a19f-419d-a742-3dde9d8a0ef4"/>
              <p:cNvSpPr/>
              <p:nvPr/>
            </p:nvSpPr>
            <p:spPr>
              <a:xfrm>
                <a:off x="4541461" y="1153681"/>
                <a:ext cx="1004256" cy="1200063"/>
              </a:xfrm>
              <a:custGeom>
                <a:gdLst>
                  <a:gd name="connsiteX0" fmla="*/ 284858 w 1004256"/>
                  <a:gd name="connsiteY0" fmla="*/ 822614 h 1200063"/>
                  <a:gd name="connsiteX1" fmla="*/ 160222 w 1004256"/>
                  <a:gd name="connsiteY1" fmla="*/ 1200064 h 1200063"/>
                  <a:gd name="connsiteX2" fmla="*/ 0 w 1004256"/>
                  <a:gd name="connsiteY2" fmla="*/ 1200064 h 1200063"/>
                  <a:gd name="connsiteX3" fmla="*/ 407766 w 1004256"/>
                  <a:gd name="connsiteY3" fmla="*/ 0 h 1200063"/>
                  <a:gd name="connsiteX4" fmla="*/ 594763 w 1004256"/>
                  <a:gd name="connsiteY4" fmla="*/ 0 h 1200063"/>
                  <a:gd name="connsiteX5" fmla="*/ 1004257 w 1004256"/>
                  <a:gd name="connsiteY5" fmla="*/ 1200064 h 1200063"/>
                  <a:gd name="connsiteX6" fmla="*/ 838680 w 1004256"/>
                  <a:gd name="connsiteY6" fmla="*/ 1200064 h 1200063"/>
                  <a:gd name="connsiteX7" fmla="*/ 710503 w 1004256"/>
                  <a:gd name="connsiteY7" fmla="*/ 822614 h 1200063"/>
                  <a:gd name="connsiteX8" fmla="*/ 284858 w 1004256"/>
                  <a:gd name="connsiteY8" fmla="*/ 822614 h 1200063"/>
                  <a:gd name="connsiteX9" fmla="*/ 678372 w 1004256"/>
                  <a:gd name="connsiteY9" fmla="*/ 701520 h 1200063"/>
                  <a:gd name="connsiteX10" fmla="*/ 560819 w 1004256"/>
                  <a:gd name="connsiteY10" fmla="*/ 356115 h 1200063"/>
                  <a:gd name="connsiteX11" fmla="*/ 498458 w 1004256"/>
                  <a:gd name="connsiteY11" fmla="*/ 137074 h 1200063"/>
                  <a:gd name="connsiteX12" fmla="*/ 494916 w 1004256"/>
                  <a:gd name="connsiteY12" fmla="*/ 137074 h 1200063"/>
                  <a:gd name="connsiteX13" fmla="*/ 434369 w 1004256"/>
                  <a:gd name="connsiteY13" fmla="*/ 354301 h 1200063"/>
                  <a:gd name="connsiteX14" fmla="*/ 316816 w 1004256"/>
                  <a:gd name="connsiteY14" fmla="*/ 701520 h 1200063"/>
                  <a:gd name="connsiteX15" fmla="*/ 678372 w 1004256"/>
                  <a:gd name="connsiteY15" fmla="*/ 701520 h 1200063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04256" h="1200063">
                    <a:moveTo>
                      <a:pt x="284858" y="822614"/>
                    </a:moveTo>
                    <a:lnTo>
                      <a:pt x="160222" y="1200064"/>
                    </a:lnTo>
                    <a:lnTo>
                      <a:pt x="0" y="1200064"/>
                    </a:lnTo>
                    <a:lnTo>
                      <a:pt x="407766" y="0"/>
                    </a:lnTo>
                    <a:lnTo>
                      <a:pt x="594763" y="0"/>
                    </a:lnTo>
                    <a:lnTo>
                      <a:pt x="1004257" y="1200064"/>
                    </a:lnTo>
                    <a:lnTo>
                      <a:pt x="838680" y="1200064"/>
                    </a:lnTo>
                    <a:lnTo>
                      <a:pt x="710503" y="822614"/>
                    </a:lnTo>
                    <a:lnTo>
                      <a:pt x="284858" y="822614"/>
                    </a:lnTo>
                    <a:close/>
                    <a:moveTo>
                      <a:pt x="678372" y="701520"/>
                    </a:moveTo>
                    <a:lnTo>
                      <a:pt x="560819" y="356115"/>
                    </a:lnTo>
                    <a:cubicBezTo>
                      <a:pt x="534129" y="277775"/>
                      <a:pt x="516337" y="206517"/>
                      <a:pt x="498458" y="137074"/>
                    </a:cubicBezTo>
                    <a:lnTo>
                      <a:pt x="494916" y="137074"/>
                    </a:lnTo>
                    <a:cubicBezTo>
                      <a:pt x="477123" y="208331"/>
                      <a:pt x="457517" y="281316"/>
                      <a:pt x="434369" y="354301"/>
                    </a:cubicBezTo>
                    <a:lnTo>
                      <a:pt x="316816" y="701520"/>
                    </a:lnTo>
                    <a:lnTo>
                      <a:pt x="678372" y="701520"/>
                    </a:lnTo>
                    <a:close/>
                  </a:path>
                </a:pathLst>
              </a:custGeom>
              <a:solidFill>
                <a:srgbClr val="B75742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" descr="5269671a-db80-4902-8c56-32162883118d"/>
              <p:cNvSpPr/>
              <p:nvPr/>
            </p:nvSpPr>
            <p:spPr>
              <a:xfrm>
                <a:off x="9887244" y="3516974"/>
                <a:ext cx="234860" cy="240186"/>
              </a:xfrm>
              <a:custGeom>
                <a:gdLst>
                  <a:gd name="connsiteX0" fmla="*/ 147009 w 234860"/>
                  <a:gd name="connsiteY0" fmla="*/ 237738 h 240186"/>
                  <a:gd name="connsiteX1" fmla="*/ 92853 w 234860"/>
                  <a:gd name="connsiteY1" fmla="*/ 190319 h 240186"/>
                  <a:gd name="connsiteX2" fmla="*/ 23064 w 234860"/>
                  <a:gd name="connsiteY2" fmla="*/ 208025 h 240186"/>
                  <a:gd name="connsiteX3" fmla="*/ 11577 w 234860"/>
                  <a:gd name="connsiteY3" fmla="*/ 194551 h 240186"/>
                  <a:gd name="connsiteX4" fmla="*/ 39993 w 234860"/>
                  <a:gd name="connsiteY4" fmla="*/ 128390 h 240186"/>
                  <a:gd name="connsiteX5" fmla="*/ 1557 w 234860"/>
                  <a:gd name="connsiteY5" fmla="*/ 67497 h 240186"/>
                  <a:gd name="connsiteX6" fmla="*/ 10799 w 234860"/>
                  <a:gd name="connsiteY6" fmla="*/ 52382 h 240186"/>
                  <a:gd name="connsiteX7" fmla="*/ 82488 w 234860"/>
                  <a:gd name="connsiteY7" fmla="*/ 58946 h 240186"/>
                  <a:gd name="connsiteX8" fmla="*/ 128525 w 234860"/>
                  <a:gd name="connsiteY8" fmla="*/ 3581 h 240186"/>
                  <a:gd name="connsiteX9" fmla="*/ 145799 w 234860"/>
                  <a:gd name="connsiteY9" fmla="*/ 7727 h 240186"/>
                  <a:gd name="connsiteX10" fmla="*/ 161779 w 234860"/>
                  <a:gd name="connsiteY10" fmla="*/ 77948 h 240186"/>
                  <a:gd name="connsiteX11" fmla="*/ 228631 w 234860"/>
                  <a:gd name="connsiteY11" fmla="*/ 104637 h 240186"/>
                  <a:gd name="connsiteX12" fmla="*/ 230013 w 234860"/>
                  <a:gd name="connsiteY12" fmla="*/ 122344 h 240186"/>
                  <a:gd name="connsiteX13" fmla="*/ 168171 w 234860"/>
                  <a:gd name="connsiteY13" fmla="*/ 159225 h 240186"/>
                  <a:gd name="connsiteX14" fmla="*/ 163506 w 234860"/>
                  <a:gd name="connsiteY14" fmla="*/ 231087 h 240186"/>
                  <a:gd name="connsiteX15" fmla="*/ 147009 w 234860"/>
                  <a:gd name="connsiteY15" fmla="*/ 237738 h 240186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34860" h="240186">
                    <a:moveTo>
                      <a:pt x="147009" y="237738"/>
                    </a:moveTo>
                    <a:lnTo>
                      <a:pt x="92853" y="190319"/>
                    </a:lnTo>
                    <a:lnTo>
                      <a:pt x="23064" y="208025"/>
                    </a:lnTo>
                    <a:cubicBezTo>
                      <a:pt x="15118" y="210012"/>
                      <a:pt x="8294" y="202066"/>
                      <a:pt x="11577" y="194551"/>
                    </a:cubicBezTo>
                    <a:lnTo>
                      <a:pt x="39993" y="128390"/>
                    </a:lnTo>
                    <a:lnTo>
                      <a:pt x="1557" y="67497"/>
                    </a:lnTo>
                    <a:cubicBezTo>
                      <a:pt x="-2848" y="60587"/>
                      <a:pt x="2680" y="51604"/>
                      <a:pt x="10799" y="52382"/>
                    </a:cubicBezTo>
                    <a:lnTo>
                      <a:pt x="82488" y="58946"/>
                    </a:lnTo>
                    <a:lnTo>
                      <a:pt x="128525" y="3581"/>
                    </a:lnTo>
                    <a:cubicBezTo>
                      <a:pt x="133794" y="-2724"/>
                      <a:pt x="143986" y="-306"/>
                      <a:pt x="145799" y="7727"/>
                    </a:cubicBezTo>
                    <a:lnTo>
                      <a:pt x="161779" y="77948"/>
                    </a:lnTo>
                    <a:lnTo>
                      <a:pt x="228631" y="104637"/>
                    </a:lnTo>
                    <a:cubicBezTo>
                      <a:pt x="236232" y="107660"/>
                      <a:pt x="237096" y="118111"/>
                      <a:pt x="230013" y="122344"/>
                    </a:cubicBezTo>
                    <a:lnTo>
                      <a:pt x="168171" y="159225"/>
                    </a:lnTo>
                    <a:lnTo>
                      <a:pt x="163506" y="231087"/>
                    </a:lnTo>
                    <a:cubicBezTo>
                      <a:pt x="162902" y="239120"/>
                      <a:pt x="153228" y="243093"/>
                      <a:pt x="147009" y="237738"/>
                    </a:cubicBezTo>
                    <a:close/>
                  </a:path>
                </a:pathLst>
              </a:custGeom>
              <a:solidFill>
                <a:srgbClr val="F79C8D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" descr="a1cc593f-1a75-49b4-833d-717f78979350"/>
              <p:cNvSpPr/>
              <p:nvPr/>
            </p:nvSpPr>
            <p:spPr>
              <a:xfrm>
                <a:off x="2113261" y="46"/>
                <a:ext cx="234860" cy="240224"/>
              </a:xfrm>
              <a:custGeom>
                <a:gdLst>
                  <a:gd name="connsiteX0" fmla="*/ 147095 w 234860"/>
                  <a:gd name="connsiteY0" fmla="*/ 237738 h 240224"/>
                  <a:gd name="connsiteX1" fmla="*/ 92939 w 234860"/>
                  <a:gd name="connsiteY1" fmla="*/ 190319 h 240224"/>
                  <a:gd name="connsiteX2" fmla="*/ 23150 w 234860"/>
                  <a:gd name="connsiteY2" fmla="*/ 208025 h 240224"/>
                  <a:gd name="connsiteX3" fmla="*/ 11576 w 234860"/>
                  <a:gd name="connsiteY3" fmla="*/ 194551 h 240224"/>
                  <a:gd name="connsiteX4" fmla="*/ 39993 w 234860"/>
                  <a:gd name="connsiteY4" fmla="*/ 128390 h 240224"/>
                  <a:gd name="connsiteX5" fmla="*/ 1557 w 234860"/>
                  <a:gd name="connsiteY5" fmla="*/ 67497 h 240224"/>
                  <a:gd name="connsiteX6" fmla="*/ 10799 w 234860"/>
                  <a:gd name="connsiteY6" fmla="*/ 52382 h 240224"/>
                  <a:gd name="connsiteX7" fmla="*/ 82488 w 234860"/>
                  <a:gd name="connsiteY7" fmla="*/ 58946 h 240224"/>
                  <a:gd name="connsiteX8" fmla="*/ 128525 w 234860"/>
                  <a:gd name="connsiteY8" fmla="*/ 3581 h 240224"/>
                  <a:gd name="connsiteX9" fmla="*/ 145800 w 234860"/>
                  <a:gd name="connsiteY9" fmla="*/ 7727 h 240224"/>
                  <a:gd name="connsiteX10" fmla="*/ 161779 w 234860"/>
                  <a:gd name="connsiteY10" fmla="*/ 77948 h 240224"/>
                  <a:gd name="connsiteX11" fmla="*/ 228631 w 234860"/>
                  <a:gd name="connsiteY11" fmla="*/ 104637 h 240224"/>
                  <a:gd name="connsiteX12" fmla="*/ 230013 w 234860"/>
                  <a:gd name="connsiteY12" fmla="*/ 122344 h 240224"/>
                  <a:gd name="connsiteX13" fmla="*/ 168170 w 234860"/>
                  <a:gd name="connsiteY13" fmla="*/ 159225 h 240224"/>
                  <a:gd name="connsiteX14" fmla="*/ 163506 w 234860"/>
                  <a:gd name="connsiteY14" fmla="*/ 231087 h 240224"/>
                  <a:gd name="connsiteX15" fmla="*/ 147095 w 234860"/>
                  <a:gd name="connsiteY15" fmla="*/ 237738 h 240224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34860" h="240224">
                    <a:moveTo>
                      <a:pt x="147095" y="237738"/>
                    </a:moveTo>
                    <a:lnTo>
                      <a:pt x="92939" y="190319"/>
                    </a:lnTo>
                    <a:lnTo>
                      <a:pt x="23150" y="208025"/>
                    </a:lnTo>
                    <a:cubicBezTo>
                      <a:pt x="15204" y="210012"/>
                      <a:pt x="8381" y="202066"/>
                      <a:pt x="11576" y="194551"/>
                    </a:cubicBezTo>
                    <a:lnTo>
                      <a:pt x="39993" y="128390"/>
                    </a:lnTo>
                    <a:lnTo>
                      <a:pt x="1557" y="67497"/>
                    </a:lnTo>
                    <a:cubicBezTo>
                      <a:pt x="-2848" y="60587"/>
                      <a:pt x="2680" y="51604"/>
                      <a:pt x="10799" y="52382"/>
                    </a:cubicBezTo>
                    <a:lnTo>
                      <a:pt x="82488" y="58946"/>
                    </a:lnTo>
                    <a:lnTo>
                      <a:pt x="128525" y="3581"/>
                    </a:lnTo>
                    <a:cubicBezTo>
                      <a:pt x="133794" y="-2724"/>
                      <a:pt x="143986" y="-306"/>
                      <a:pt x="145800" y="7727"/>
                    </a:cubicBezTo>
                    <a:lnTo>
                      <a:pt x="161779" y="77948"/>
                    </a:lnTo>
                    <a:lnTo>
                      <a:pt x="228631" y="104637"/>
                    </a:lnTo>
                    <a:cubicBezTo>
                      <a:pt x="236232" y="107660"/>
                      <a:pt x="237096" y="118111"/>
                      <a:pt x="230013" y="122344"/>
                    </a:cubicBezTo>
                    <a:lnTo>
                      <a:pt x="168170" y="159225"/>
                    </a:lnTo>
                    <a:lnTo>
                      <a:pt x="163506" y="231087"/>
                    </a:lnTo>
                    <a:cubicBezTo>
                      <a:pt x="162988" y="239120"/>
                      <a:pt x="153314" y="243179"/>
                      <a:pt x="147095" y="237738"/>
                    </a:cubicBezTo>
                    <a:close/>
                  </a:path>
                </a:pathLst>
              </a:custGeom>
              <a:solidFill>
                <a:srgbClr val="96D9C9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" descr="b17aa77e-8430-4e6d-9058-910de5683172"/>
              <p:cNvSpPr/>
              <p:nvPr/>
            </p:nvSpPr>
            <p:spPr>
              <a:xfrm>
                <a:off x="3561819" y="57484"/>
                <a:ext cx="234860" cy="240224"/>
              </a:xfrm>
              <a:custGeom>
                <a:gdLst>
                  <a:gd name="connsiteX0" fmla="*/ 147095 w 234860"/>
                  <a:gd name="connsiteY0" fmla="*/ 237738 h 240224"/>
                  <a:gd name="connsiteX1" fmla="*/ 92939 w 234860"/>
                  <a:gd name="connsiteY1" fmla="*/ 190319 h 240224"/>
                  <a:gd name="connsiteX2" fmla="*/ 23150 w 234860"/>
                  <a:gd name="connsiteY2" fmla="*/ 208025 h 240224"/>
                  <a:gd name="connsiteX3" fmla="*/ 11576 w 234860"/>
                  <a:gd name="connsiteY3" fmla="*/ 194551 h 240224"/>
                  <a:gd name="connsiteX4" fmla="*/ 39993 w 234860"/>
                  <a:gd name="connsiteY4" fmla="*/ 128390 h 240224"/>
                  <a:gd name="connsiteX5" fmla="*/ 1557 w 234860"/>
                  <a:gd name="connsiteY5" fmla="*/ 67497 h 240224"/>
                  <a:gd name="connsiteX6" fmla="*/ 10799 w 234860"/>
                  <a:gd name="connsiteY6" fmla="*/ 52382 h 240224"/>
                  <a:gd name="connsiteX7" fmla="*/ 82488 w 234860"/>
                  <a:gd name="connsiteY7" fmla="*/ 58946 h 240224"/>
                  <a:gd name="connsiteX8" fmla="*/ 128525 w 234860"/>
                  <a:gd name="connsiteY8" fmla="*/ 3581 h 240224"/>
                  <a:gd name="connsiteX9" fmla="*/ 145800 w 234860"/>
                  <a:gd name="connsiteY9" fmla="*/ 7727 h 240224"/>
                  <a:gd name="connsiteX10" fmla="*/ 161778 w 234860"/>
                  <a:gd name="connsiteY10" fmla="*/ 77948 h 240224"/>
                  <a:gd name="connsiteX11" fmla="*/ 228631 w 234860"/>
                  <a:gd name="connsiteY11" fmla="*/ 104637 h 240224"/>
                  <a:gd name="connsiteX12" fmla="*/ 230013 w 234860"/>
                  <a:gd name="connsiteY12" fmla="*/ 122344 h 240224"/>
                  <a:gd name="connsiteX13" fmla="*/ 168170 w 234860"/>
                  <a:gd name="connsiteY13" fmla="*/ 159225 h 240224"/>
                  <a:gd name="connsiteX14" fmla="*/ 163506 w 234860"/>
                  <a:gd name="connsiteY14" fmla="*/ 231087 h 240224"/>
                  <a:gd name="connsiteX15" fmla="*/ 147095 w 234860"/>
                  <a:gd name="connsiteY15" fmla="*/ 237738 h 240224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34860" h="240224">
                    <a:moveTo>
                      <a:pt x="147095" y="237738"/>
                    </a:moveTo>
                    <a:lnTo>
                      <a:pt x="92939" y="190319"/>
                    </a:lnTo>
                    <a:lnTo>
                      <a:pt x="23150" y="208025"/>
                    </a:lnTo>
                    <a:cubicBezTo>
                      <a:pt x="15204" y="210012"/>
                      <a:pt x="8381" y="202066"/>
                      <a:pt x="11576" y="194551"/>
                    </a:cubicBezTo>
                    <a:lnTo>
                      <a:pt x="39993" y="128390"/>
                    </a:lnTo>
                    <a:lnTo>
                      <a:pt x="1557" y="67497"/>
                    </a:lnTo>
                    <a:cubicBezTo>
                      <a:pt x="-2848" y="60587"/>
                      <a:pt x="2680" y="51604"/>
                      <a:pt x="10799" y="52382"/>
                    </a:cubicBezTo>
                    <a:lnTo>
                      <a:pt x="82488" y="58946"/>
                    </a:lnTo>
                    <a:lnTo>
                      <a:pt x="128525" y="3581"/>
                    </a:lnTo>
                    <a:cubicBezTo>
                      <a:pt x="133794" y="-2724"/>
                      <a:pt x="143986" y="-306"/>
                      <a:pt x="145800" y="7727"/>
                    </a:cubicBezTo>
                    <a:lnTo>
                      <a:pt x="161778" y="77948"/>
                    </a:lnTo>
                    <a:lnTo>
                      <a:pt x="228631" y="104637"/>
                    </a:lnTo>
                    <a:cubicBezTo>
                      <a:pt x="236232" y="107660"/>
                      <a:pt x="237096" y="118111"/>
                      <a:pt x="230013" y="122344"/>
                    </a:cubicBezTo>
                    <a:lnTo>
                      <a:pt x="168170" y="159225"/>
                    </a:lnTo>
                    <a:lnTo>
                      <a:pt x="163506" y="231087"/>
                    </a:lnTo>
                    <a:cubicBezTo>
                      <a:pt x="162988" y="239120"/>
                      <a:pt x="153228" y="243179"/>
                      <a:pt x="147095" y="237738"/>
                    </a:cubicBezTo>
                    <a:close/>
                  </a:path>
                </a:pathLst>
              </a:custGeom>
              <a:solidFill>
                <a:srgbClr val="F47458"/>
              </a:solidFill>
              <a:ln w="86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0" name="" descr="8ac9f891-6296-48c7-a03c-c5ce74749b61"/>
              <p:cNvGrpSpPr/>
              <p:nvPr/>
            </p:nvGrpSpPr>
            <p:grpSpPr>
              <a:xfrm>
                <a:off x="8127868" y="897323"/>
                <a:ext cx="1176702" cy="2593239"/>
                <a:chOff x="8127868" y="897323"/>
                <a:chExt cx="1176702" cy="2593239"/>
              </a:xfrm>
            </p:grpSpPr>
            <p:grpSp>
              <p:nvGrpSpPr>
                <p:cNvPr id="41" name="" descr="66a57671-4974-46f3-9bfe-649bb671b79d"/>
                <p:cNvGrpSpPr/>
                <p:nvPr/>
              </p:nvGrpSpPr>
              <p:grpSpPr>
                <a:xfrm>
                  <a:off x="8127868" y="897323"/>
                  <a:ext cx="1176702" cy="2553573"/>
                  <a:chOff x="8127868" y="897323"/>
                  <a:chExt cx="1176702" cy="2553573"/>
                </a:xfrm>
              </p:grpSpPr>
              <p:sp>
                <p:nvSpPr>
                  <p:cNvPr id="44" name="" descr="7df66717-fe76-4d7e-b1b8-be0589ff1efb"/>
                  <p:cNvSpPr/>
                  <p:nvPr/>
                </p:nvSpPr>
                <p:spPr>
                  <a:xfrm>
                    <a:off x="8127868" y="897323"/>
                    <a:ext cx="676353" cy="944604"/>
                  </a:xfrm>
                  <a:custGeom>
                    <a:gdLst>
                      <a:gd name="connsiteX0" fmla="*/ 185407 w 676353"/>
                      <a:gd name="connsiteY0" fmla="*/ 923328 h 944604"/>
                      <a:gd name="connsiteX1" fmla="*/ 441157 w 676353"/>
                      <a:gd name="connsiteY1" fmla="*/ 831860 h 944604"/>
                      <a:gd name="connsiteX2" fmla="*/ 493586 w 676353"/>
                      <a:gd name="connsiteY2" fmla="*/ 805602 h 944604"/>
                      <a:gd name="connsiteX3" fmla="*/ 568471 w 676353"/>
                      <a:gd name="connsiteY3" fmla="*/ 539488 h 944604"/>
                      <a:gd name="connsiteX4" fmla="*/ 632559 w 676353"/>
                      <a:gd name="connsiteY4" fmla="*/ 257394 h 944604"/>
                      <a:gd name="connsiteX5" fmla="*/ 581340 w 676353"/>
                      <a:gd name="connsiteY5" fmla="*/ 65474 h 944604"/>
                      <a:gd name="connsiteX6" fmla="*/ 267807 w 676353"/>
                      <a:gd name="connsiteY6" fmla="*/ 78602 h 944604"/>
                      <a:gd name="connsiteX7" fmla="*/ 202336 w 676353"/>
                      <a:gd name="connsiteY7" fmla="*/ 243920 h 944604"/>
                      <a:gd name="connsiteX8" fmla="*/ 76405 w 676353"/>
                      <a:gd name="connsiteY8" fmla="*/ 499411 h 944604"/>
                      <a:gd name="connsiteX9" fmla="*/ 185407 w 676353"/>
                      <a:gd name="connsiteY9" fmla="*/ 923328 h 94460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676353" h="944604">
                        <a:moveTo>
                          <a:pt x="185407" y="923328"/>
                        </a:moveTo>
                        <a:cubicBezTo>
                          <a:pt x="382596" y="1004432"/>
                          <a:pt x="446081" y="827196"/>
                          <a:pt x="441157" y="831860"/>
                        </a:cubicBezTo>
                        <a:cubicBezTo>
                          <a:pt x="444871" y="827800"/>
                          <a:pt x="474583" y="814844"/>
                          <a:pt x="493586" y="805602"/>
                        </a:cubicBezTo>
                        <a:cubicBezTo>
                          <a:pt x="572616" y="766907"/>
                          <a:pt x="570285" y="630179"/>
                          <a:pt x="568471" y="539488"/>
                        </a:cubicBezTo>
                        <a:cubicBezTo>
                          <a:pt x="681878" y="470476"/>
                          <a:pt x="710295" y="338239"/>
                          <a:pt x="632559" y="257394"/>
                        </a:cubicBezTo>
                        <a:cubicBezTo>
                          <a:pt x="656485" y="167566"/>
                          <a:pt x="661581" y="111079"/>
                          <a:pt x="581340" y="65474"/>
                        </a:cubicBezTo>
                        <a:cubicBezTo>
                          <a:pt x="520620" y="-40419"/>
                          <a:pt x="350379" y="-4488"/>
                          <a:pt x="267807" y="78602"/>
                        </a:cubicBezTo>
                        <a:cubicBezTo>
                          <a:pt x="225916" y="120752"/>
                          <a:pt x="201646" y="182423"/>
                          <a:pt x="202336" y="243920"/>
                        </a:cubicBezTo>
                        <a:cubicBezTo>
                          <a:pt x="105167" y="284170"/>
                          <a:pt x="54294" y="391358"/>
                          <a:pt x="76405" y="499411"/>
                        </a:cubicBezTo>
                        <a:cubicBezTo>
                          <a:pt x="-54968" y="607463"/>
                          <a:pt x="-15842" y="840497"/>
                          <a:pt x="185407" y="923328"/>
                        </a:cubicBezTo>
                        <a:close/>
                      </a:path>
                    </a:pathLst>
                  </a:custGeom>
                  <a:solidFill>
                    <a:srgbClr val="13375B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" name="" descr="56b732a4-73ec-4ed0-94ad-10045bf6a9aa"/>
                  <p:cNvSpPr/>
                  <p:nvPr/>
                </p:nvSpPr>
                <p:spPr>
                  <a:xfrm>
                    <a:off x="8481965" y="1523830"/>
                    <a:ext cx="587282" cy="645757"/>
                  </a:xfrm>
                  <a:custGeom>
                    <a:gdLst>
                      <a:gd name="connsiteX0" fmla="*/ 558137 w 587282"/>
                      <a:gd name="connsiteY0" fmla="*/ 602409 h 645757"/>
                      <a:gd name="connsiteX1" fmla="*/ 516073 w 587282"/>
                      <a:gd name="connsiteY1" fmla="*/ 570624 h 645757"/>
                      <a:gd name="connsiteX2" fmla="*/ 587072 w 587282"/>
                      <a:gd name="connsiteY2" fmla="*/ 612515 h 645757"/>
                      <a:gd name="connsiteX3" fmla="*/ 517715 w 587282"/>
                      <a:gd name="connsiteY3" fmla="*/ 540998 h 645757"/>
                      <a:gd name="connsiteX4" fmla="*/ 390919 w 587282"/>
                      <a:gd name="connsiteY4" fmla="*/ 521564 h 645757"/>
                      <a:gd name="connsiteX5" fmla="*/ 137156 w 587282"/>
                      <a:gd name="connsiteY5" fmla="*/ 352878 h 645757"/>
                      <a:gd name="connsiteX6" fmla="*/ 178442 w 587282"/>
                      <a:gd name="connsiteY6" fmla="*/ 18961 h 645757"/>
                      <a:gd name="connsiteX7" fmla="*/ 47501 w 587282"/>
                      <a:gd name="connsiteY7" fmla="*/ 1859 h 645757"/>
                      <a:gd name="connsiteX8" fmla="*/ 20639 w 587282"/>
                      <a:gd name="connsiteY8" fmla="*/ 434759 h 645757"/>
                      <a:gd name="connsiteX9" fmla="*/ 369413 w 587282"/>
                      <a:gd name="connsiteY9" fmla="*/ 571833 h 645757"/>
                      <a:gd name="connsiteX10" fmla="*/ 454058 w 587282"/>
                      <a:gd name="connsiteY10" fmla="*/ 599559 h 645757"/>
                      <a:gd name="connsiteX11" fmla="*/ 505536 w 587282"/>
                      <a:gd name="connsiteY11" fmla="*/ 599991 h 645757"/>
                      <a:gd name="connsiteX12" fmla="*/ 577139 w 587282"/>
                      <a:gd name="connsiteY12" fmla="*/ 645336 h 645757"/>
                      <a:gd name="connsiteX13" fmla="*/ 558137 w 587282"/>
                      <a:gd name="connsiteY13" fmla="*/ 602409 h 645757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87282" h="645757">
                        <a:moveTo>
                          <a:pt x="558137" y="602409"/>
                        </a:moveTo>
                        <a:cubicBezTo>
                          <a:pt x="542331" y="586776"/>
                          <a:pt x="514432" y="572956"/>
                          <a:pt x="516073" y="570624"/>
                        </a:cubicBezTo>
                        <a:cubicBezTo>
                          <a:pt x="522638" y="561296"/>
                          <a:pt x="591563" y="632553"/>
                          <a:pt x="587072" y="612515"/>
                        </a:cubicBezTo>
                        <a:cubicBezTo>
                          <a:pt x="584567" y="601373"/>
                          <a:pt x="535248" y="543157"/>
                          <a:pt x="517715" y="540998"/>
                        </a:cubicBezTo>
                        <a:cubicBezTo>
                          <a:pt x="500785" y="538839"/>
                          <a:pt x="390919" y="521564"/>
                          <a:pt x="390919" y="521564"/>
                        </a:cubicBezTo>
                        <a:lnTo>
                          <a:pt x="137156" y="352878"/>
                        </a:lnTo>
                        <a:cubicBezTo>
                          <a:pt x="137156" y="352878"/>
                          <a:pt x="124545" y="153357"/>
                          <a:pt x="178442" y="18961"/>
                        </a:cubicBezTo>
                        <a:cubicBezTo>
                          <a:pt x="119536" y="995"/>
                          <a:pt x="108048" y="-2892"/>
                          <a:pt x="47501" y="1859"/>
                        </a:cubicBezTo>
                        <a:cubicBezTo>
                          <a:pt x="12952" y="138242"/>
                          <a:pt x="-24188" y="367821"/>
                          <a:pt x="20639" y="434759"/>
                        </a:cubicBezTo>
                        <a:cubicBezTo>
                          <a:pt x="39555" y="462917"/>
                          <a:pt x="369413" y="571833"/>
                          <a:pt x="369413" y="571833"/>
                        </a:cubicBezTo>
                        <a:cubicBezTo>
                          <a:pt x="369413" y="571833"/>
                          <a:pt x="440757" y="598695"/>
                          <a:pt x="454058" y="599559"/>
                        </a:cubicBezTo>
                        <a:cubicBezTo>
                          <a:pt x="464163" y="600163"/>
                          <a:pt x="491889" y="597831"/>
                          <a:pt x="505536" y="599991"/>
                        </a:cubicBezTo>
                        <a:cubicBezTo>
                          <a:pt x="536371" y="604741"/>
                          <a:pt x="574548" y="650605"/>
                          <a:pt x="577139" y="645336"/>
                        </a:cubicBezTo>
                        <a:cubicBezTo>
                          <a:pt x="579125" y="641363"/>
                          <a:pt x="574289" y="618388"/>
                          <a:pt x="558137" y="602409"/>
                        </a:cubicBezTo>
                        <a:close/>
                      </a:path>
                    </a:pathLst>
                  </a:custGeom>
                  <a:solidFill>
                    <a:srgbClr val="F48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" name="" descr="2c4203eb-d9c1-4c33-9f3c-d487705f5c09"/>
                  <p:cNvSpPr/>
                  <p:nvPr/>
                </p:nvSpPr>
                <p:spPr>
                  <a:xfrm>
                    <a:off x="8322894" y="1381360"/>
                    <a:ext cx="411505" cy="758180"/>
                  </a:xfrm>
                  <a:custGeom>
                    <a:gdLst>
                      <a:gd name="connsiteX0" fmla="*/ 368348 w 411505"/>
                      <a:gd name="connsiteY0" fmla="*/ 145452 h 758180"/>
                      <a:gd name="connsiteX1" fmla="*/ 319980 w 411505"/>
                      <a:gd name="connsiteY1" fmla="*/ 66421 h 758180"/>
                      <a:gd name="connsiteX2" fmla="*/ 231361 w 411505"/>
                      <a:gd name="connsiteY2" fmla="*/ 0 h 758180"/>
                      <a:gd name="connsiteX3" fmla="*/ 185497 w 411505"/>
                      <a:gd name="connsiteY3" fmla="*/ 1641 h 758180"/>
                      <a:gd name="connsiteX4" fmla="*/ 180833 w 411505"/>
                      <a:gd name="connsiteY4" fmla="*/ 9847 h 758180"/>
                      <a:gd name="connsiteX5" fmla="*/ 84614 w 411505"/>
                      <a:gd name="connsiteY5" fmla="*/ 31094 h 758180"/>
                      <a:gd name="connsiteX6" fmla="*/ 10852 w 411505"/>
                      <a:gd name="connsiteY6" fmla="*/ 756971 h 758180"/>
                      <a:gd name="connsiteX7" fmla="*/ 296400 w 411505"/>
                      <a:gd name="connsiteY7" fmla="*/ 758181 h 758180"/>
                      <a:gd name="connsiteX8" fmla="*/ 386055 w 411505"/>
                      <a:gd name="connsiteY8" fmla="*/ 352919 h 758180"/>
                      <a:gd name="connsiteX9" fmla="*/ 368348 w 411505"/>
                      <a:gd name="connsiteY9" fmla="*/ 145452 h 75818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11505" h="758180">
                        <a:moveTo>
                          <a:pt x="368348" y="145452"/>
                        </a:moveTo>
                        <a:cubicBezTo>
                          <a:pt x="344510" y="101402"/>
                          <a:pt x="319980" y="66421"/>
                          <a:pt x="319980" y="66421"/>
                        </a:cubicBezTo>
                        <a:cubicBezTo>
                          <a:pt x="295277" y="22284"/>
                          <a:pt x="231361" y="0"/>
                          <a:pt x="231361" y="0"/>
                        </a:cubicBezTo>
                        <a:cubicBezTo>
                          <a:pt x="231361" y="0"/>
                          <a:pt x="210027" y="432"/>
                          <a:pt x="185497" y="1641"/>
                        </a:cubicBezTo>
                        <a:cubicBezTo>
                          <a:pt x="183942" y="5701"/>
                          <a:pt x="182388" y="8637"/>
                          <a:pt x="180833" y="9847"/>
                        </a:cubicBezTo>
                        <a:cubicBezTo>
                          <a:pt x="171591" y="16756"/>
                          <a:pt x="118818" y="7860"/>
                          <a:pt x="84614" y="31094"/>
                        </a:cubicBezTo>
                        <a:cubicBezTo>
                          <a:pt x="-29744" y="129473"/>
                          <a:pt x="1868" y="606337"/>
                          <a:pt x="10852" y="756971"/>
                        </a:cubicBezTo>
                        <a:lnTo>
                          <a:pt x="296400" y="758181"/>
                        </a:lnTo>
                        <a:cubicBezTo>
                          <a:pt x="296400" y="758181"/>
                          <a:pt x="315316" y="436183"/>
                          <a:pt x="386055" y="352919"/>
                        </a:cubicBezTo>
                        <a:cubicBezTo>
                          <a:pt x="435460" y="294877"/>
                          <a:pt x="403761" y="210836"/>
                          <a:pt x="368348" y="145452"/>
                        </a:cubicBezTo>
                        <a:close/>
                      </a:path>
                    </a:pathLst>
                  </a:custGeom>
                  <a:solidFill>
                    <a:srgbClr val="F7C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" name="" descr="9d82fe31-a07c-4a98-8800-d5b3fb9e9ca6"/>
                  <p:cNvSpPr/>
                  <p:nvPr/>
                </p:nvSpPr>
                <p:spPr>
                  <a:xfrm>
                    <a:off x="8695734" y="2187995"/>
                    <a:ext cx="586974" cy="1100852"/>
                  </a:xfrm>
                  <a:custGeom>
                    <a:gdLst>
                      <a:gd name="connsiteX0" fmla="*/ 73849 w 586974"/>
                      <a:gd name="connsiteY0" fmla="*/ 1016608 h 1100852"/>
                      <a:gd name="connsiteX1" fmla="*/ 148993 w 586974"/>
                      <a:gd name="connsiteY1" fmla="*/ 872624 h 1100852"/>
                      <a:gd name="connsiteX2" fmla="*/ 586471 w 586974"/>
                      <a:gd name="connsiteY2" fmla="*/ 113667 h 1100852"/>
                      <a:gd name="connsiteX3" fmla="*/ 381768 w 586974"/>
                      <a:gd name="connsiteY3" fmla="*/ 0 h 1100852"/>
                      <a:gd name="connsiteX4" fmla="*/ 303082 w 586974"/>
                      <a:gd name="connsiteY4" fmla="*/ 191143 h 1100852"/>
                      <a:gd name="connsiteX5" fmla="*/ 378399 w 586974"/>
                      <a:gd name="connsiteY5" fmla="*/ 248754 h 1100852"/>
                      <a:gd name="connsiteX6" fmla="*/ 67975 w 586974"/>
                      <a:gd name="connsiteY6" fmla="*/ 814323 h 1100852"/>
                      <a:gd name="connsiteX7" fmla="*/ 0 w 586974"/>
                      <a:gd name="connsiteY7" fmla="*/ 829697 h 1100852"/>
                      <a:gd name="connsiteX8" fmla="*/ 34549 w 586974"/>
                      <a:gd name="connsiteY8" fmla="*/ 1100649 h 1100852"/>
                      <a:gd name="connsiteX9" fmla="*/ 73849 w 586974"/>
                      <a:gd name="connsiteY9" fmla="*/ 1016608 h 1100852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586974" h="1100852">
                        <a:moveTo>
                          <a:pt x="73849" y="1016608"/>
                        </a:moveTo>
                        <a:cubicBezTo>
                          <a:pt x="76958" y="1010994"/>
                          <a:pt x="116603" y="915206"/>
                          <a:pt x="148993" y="872624"/>
                        </a:cubicBezTo>
                        <a:cubicBezTo>
                          <a:pt x="196066" y="810695"/>
                          <a:pt x="603228" y="250049"/>
                          <a:pt x="586471" y="113667"/>
                        </a:cubicBezTo>
                        <a:cubicBezTo>
                          <a:pt x="579129" y="54069"/>
                          <a:pt x="402756" y="3541"/>
                          <a:pt x="381768" y="0"/>
                        </a:cubicBezTo>
                        <a:cubicBezTo>
                          <a:pt x="269483" y="15029"/>
                          <a:pt x="387468" y="111680"/>
                          <a:pt x="303082" y="191143"/>
                        </a:cubicBezTo>
                        <a:cubicBezTo>
                          <a:pt x="357929" y="209886"/>
                          <a:pt x="390232" y="233293"/>
                          <a:pt x="378399" y="248754"/>
                        </a:cubicBezTo>
                        <a:cubicBezTo>
                          <a:pt x="330981" y="310510"/>
                          <a:pt x="78945" y="807845"/>
                          <a:pt x="67975" y="814323"/>
                        </a:cubicBezTo>
                        <a:cubicBezTo>
                          <a:pt x="19175" y="842912"/>
                          <a:pt x="0" y="829697"/>
                          <a:pt x="0" y="829697"/>
                        </a:cubicBezTo>
                        <a:cubicBezTo>
                          <a:pt x="0" y="829697"/>
                          <a:pt x="11228" y="1109458"/>
                          <a:pt x="34549" y="1100649"/>
                        </a:cubicBezTo>
                        <a:cubicBezTo>
                          <a:pt x="57870" y="1091580"/>
                          <a:pt x="39300" y="1080178"/>
                          <a:pt x="73849" y="1016608"/>
                        </a:cubicBezTo>
                        <a:close/>
                      </a:path>
                    </a:pathLst>
                  </a:custGeom>
                  <a:solidFill>
                    <a:srgbClr val="F48C7F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" name="" descr="383db3a2-486e-4a72-8d3a-a9765bb37b94"/>
                  <p:cNvSpPr/>
                  <p:nvPr/>
                </p:nvSpPr>
                <p:spPr>
                  <a:xfrm>
                    <a:off x="8675177" y="3002059"/>
                    <a:ext cx="94837" cy="332556"/>
                  </a:xfrm>
                  <a:custGeom>
                    <a:gdLst>
                      <a:gd name="connsiteX0" fmla="*/ 0 w 94837"/>
                      <a:gd name="connsiteY0" fmla="*/ 17188 h 332556"/>
                      <a:gd name="connsiteX1" fmla="*/ 47073 w 94837"/>
                      <a:gd name="connsiteY1" fmla="*/ 299023 h 332556"/>
                      <a:gd name="connsiteX2" fmla="*/ 79981 w 94837"/>
                      <a:gd name="connsiteY2" fmla="*/ 330203 h 332556"/>
                      <a:gd name="connsiteX3" fmla="*/ 94838 w 94837"/>
                      <a:gd name="connsiteY3" fmla="*/ 202112 h 332556"/>
                      <a:gd name="connsiteX4" fmla="*/ 88705 w 94837"/>
                      <a:gd name="connsiteY4" fmla="*/ 0 h 332556"/>
                      <a:gd name="connsiteX5" fmla="*/ 0 w 94837"/>
                      <a:gd name="connsiteY5" fmla="*/ 17188 h 332556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4837" h="332556">
                        <a:moveTo>
                          <a:pt x="0" y="17188"/>
                        </a:moveTo>
                        <a:lnTo>
                          <a:pt x="47073" y="299023"/>
                        </a:lnTo>
                        <a:cubicBezTo>
                          <a:pt x="57697" y="335472"/>
                          <a:pt x="75490" y="335126"/>
                          <a:pt x="79981" y="330203"/>
                        </a:cubicBezTo>
                        <a:cubicBezTo>
                          <a:pt x="89396" y="320184"/>
                          <a:pt x="93628" y="244867"/>
                          <a:pt x="94838" y="202112"/>
                        </a:cubicBezTo>
                        <a:cubicBezTo>
                          <a:pt x="73590" y="136814"/>
                          <a:pt x="75576" y="13906"/>
                          <a:pt x="88705" y="0"/>
                        </a:cubicBezTo>
                        <a:cubicBezTo>
                          <a:pt x="56747" y="691"/>
                          <a:pt x="86" y="10969"/>
                          <a:pt x="0" y="17188"/>
                        </a:cubicBezTo>
                        <a:close/>
                      </a:path>
                    </a:pathLst>
                  </a:custGeom>
                  <a:solidFill>
                    <a:srgbClr val="35538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" name="" descr="c4157465-ae9d-4655-996a-8d9d78ffd076"/>
                  <p:cNvSpPr/>
                  <p:nvPr/>
                </p:nvSpPr>
                <p:spPr>
                  <a:xfrm>
                    <a:off x="8843517" y="2189895"/>
                    <a:ext cx="379867" cy="297208"/>
                  </a:xfrm>
                  <a:custGeom>
                    <a:gdLst>
                      <a:gd name="connsiteX0" fmla="*/ 0 w 379867"/>
                      <a:gd name="connsiteY0" fmla="*/ 138801 h 297208"/>
                      <a:gd name="connsiteX1" fmla="*/ 169723 w 379867"/>
                      <a:gd name="connsiteY1" fmla="*/ 0 h 297208"/>
                      <a:gd name="connsiteX2" fmla="*/ 379868 w 379867"/>
                      <a:gd name="connsiteY2" fmla="*/ 127141 h 297208"/>
                      <a:gd name="connsiteX3" fmla="*/ 145366 w 379867"/>
                      <a:gd name="connsiteY3" fmla="*/ 297209 h 297208"/>
                      <a:gd name="connsiteX4" fmla="*/ 0 w 379867"/>
                      <a:gd name="connsiteY4" fmla="*/ 138801 h 29720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79867" h="297208">
                        <a:moveTo>
                          <a:pt x="0" y="138801"/>
                        </a:moveTo>
                        <a:cubicBezTo>
                          <a:pt x="63138" y="34031"/>
                          <a:pt x="59770" y="47332"/>
                          <a:pt x="169723" y="0"/>
                        </a:cubicBezTo>
                        <a:cubicBezTo>
                          <a:pt x="213773" y="17706"/>
                          <a:pt x="361211" y="110125"/>
                          <a:pt x="379868" y="127141"/>
                        </a:cubicBezTo>
                        <a:lnTo>
                          <a:pt x="145366" y="297209"/>
                        </a:lnTo>
                        <a:cubicBezTo>
                          <a:pt x="153053" y="278207"/>
                          <a:pt x="71430" y="183801"/>
                          <a:pt x="0" y="138801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" name="" descr="3f6c0eaf-b135-43fd-876e-d5abcc5b0883"/>
                  <p:cNvSpPr/>
                  <p:nvPr/>
                </p:nvSpPr>
                <p:spPr>
                  <a:xfrm>
                    <a:off x="8501294" y="1203086"/>
                    <a:ext cx="173561" cy="316961"/>
                  </a:xfrm>
                  <a:custGeom>
                    <a:gdLst>
                      <a:gd name="connsiteX0" fmla="*/ 32922 w 173561"/>
                      <a:gd name="connsiteY0" fmla="*/ 16929 h 316961"/>
                      <a:gd name="connsiteX1" fmla="*/ 360 w 173561"/>
                      <a:gd name="connsiteY1" fmla="*/ 187515 h 316961"/>
                      <a:gd name="connsiteX2" fmla="*/ 146243 w 173561"/>
                      <a:gd name="connsiteY2" fmla="*/ 313792 h 316961"/>
                      <a:gd name="connsiteX3" fmla="*/ 127155 w 173561"/>
                      <a:gd name="connsiteY3" fmla="*/ 204445 h 316961"/>
                      <a:gd name="connsiteX4" fmla="*/ 143307 w 173561"/>
                      <a:gd name="connsiteY4" fmla="*/ 0 h 316961"/>
                      <a:gd name="connsiteX5" fmla="*/ 32922 w 173561"/>
                      <a:gd name="connsiteY5" fmla="*/ 16929 h 316961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73561" h="316961">
                        <a:moveTo>
                          <a:pt x="32922" y="16929"/>
                        </a:moveTo>
                        <a:cubicBezTo>
                          <a:pt x="32922" y="16929"/>
                          <a:pt x="18412" y="156421"/>
                          <a:pt x="360" y="187515"/>
                        </a:cubicBezTo>
                        <a:cubicBezTo>
                          <a:pt x="-6032" y="198571"/>
                          <a:pt x="73863" y="292199"/>
                          <a:pt x="146243" y="313792"/>
                        </a:cubicBezTo>
                        <a:cubicBezTo>
                          <a:pt x="218538" y="335472"/>
                          <a:pt x="124132" y="240116"/>
                          <a:pt x="127155" y="204445"/>
                        </a:cubicBezTo>
                        <a:cubicBezTo>
                          <a:pt x="130178" y="168773"/>
                          <a:pt x="143307" y="0"/>
                          <a:pt x="143307" y="0"/>
                        </a:cubicBezTo>
                        <a:lnTo>
                          <a:pt x="32922" y="16929"/>
                        </a:ln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" name="" descr="b4b72a40-3198-48c9-b5e0-1d5ca921efe5"/>
                  <p:cNvSpPr/>
                  <p:nvPr/>
                </p:nvSpPr>
                <p:spPr>
                  <a:xfrm>
                    <a:off x="8528343" y="1203173"/>
                    <a:ext cx="116257" cy="71729"/>
                  </a:xfrm>
                  <a:custGeom>
                    <a:gdLst>
                      <a:gd name="connsiteX0" fmla="*/ 112630 w 116257"/>
                      <a:gd name="connsiteY0" fmla="*/ 48369 h 71729"/>
                      <a:gd name="connsiteX1" fmla="*/ 116258 w 116257"/>
                      <a:gd name="connsiteY1" fmla="*/ 0 h 71729"/>
                      <a:gd name="connsiteX2" fmla="*/ 5873 w 116257"/>
                      <a:gd name="connsiteY2" fmla="*/ 16843 h 71729"/>
                      <a:gd name="connsiteX3" fmla="*/ 0 w 116257"/>
                      <a:gd name="connsiteY3" fmla="*/ 55797 h 71729"/>
                      <a:gd name="connsiteX4" fmla="*/ 112630 w 116257"/>
                      <a:gd name="connsiteY4" fmla="*/ 48369 h 71729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6257" h="71729">
                        <a:moveTo>
                          <a:pt x="112630" y="48369"/>
                        </a:moveTo>
                        <a:cubicBezTo>
                          <a:pt x="114703" y="20470"/>
                          <a:pt x="116258" y="0"/>
                          <a:pt x="116258" y="0"/>
                        </a:cubicBezTo>
                        <a:lnTo>
                          <a:pt x="5873" y="16843"/>
                        </a:lnTo>
                        <a:cubicBezTo>
                          <a:pt x="5873" y="16843"/>
                          <a:pt x="3109" y="32994"/>
                          <a:pt x="0" y="55797"/>
                        </a:cubicBezTo>
                        <a:cubicBezTo>
                          <a:pt x="44741" y="81795"/>
                          <a:pt x="84991" y="73590"/>
                          <a:pt x="112630" y="48369"/>
                        </a:cubicBezTo>
                        <a:close/>
                      </a:path>
                    </a:pathLst>
                  </a:custGeom>
                  <a:solidFill>
                    <a:srgbClr val="F47458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" name="" descr="979e3b0c-f6c0-4c5a-9759-92bd01e46af5"/>
                  <p:cNvSpPr/>
                  <p:nvPr/>
                </p:nvSpPr>
                <p:spPr>
                  <a:xfrm>
                    <a:off x="8476295" y="968130"/>
                    <a:ext cx="223808" cy="289910"/>
                  </a:xfrm>
                  <a:custGeom>
                    <a:gdLst>
                      <a:gd name="connsiteX0" fmla="*/ 92557 w 223808"/>
                      <a:gd name="connsiteY0" fmla="*/ 1232 h 289910"/>
                      <a:gd name="connsiteX1" fmla="*/ 22164 w 223808"/>
                      <a:gd name="connsiteY1" fmla="*/ 52192 h 289910"/>
                      <a:gd name="connsiteX2" fmla="*/ 65350 w 223808"/>
                      <a:gd name="connsiteY2" fmla="*/ 270888 h 289910"/>
                      <a:gd name="connsiteX3" fmla="*/ 223757 w 223808"/>
                      <a:gd name="connsiteY3" fmla="*/ 169486 h 289910"/>
                      <a:gd name="connsiteX4" fmla="*/ 92557 w 223808"/>
                      <a:gd name="connsiteY4" fmla="*/ 1232 h 289910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3808" h="289910">
                        <a:moveTo>
                          <a:pt x="92557" y="1232"/>
                        </a:moveTo>
                        <a:cubicBezTo>
                          <a:pt x="92557" y="1232"/>
                          <a:pt x="49025" y="11078"/>
                          <a:pt x="22164" y="52192"/>
                        </a:cubicBezTo>
                        <a:cubicBezTo>
                          <a:pt x="-4699" y="93305"/>
                          <a:pt x="-23096" y="214400"/>
                          <a:pt x="65350" y="270888"/>
                        </a:cubicBezTo>
                        <a:cubicBezTo>
                          <a:pt x="153796" y="327375"/>
                          <a:pt x="222634" y="247481"/>
                          <a:pt x="223757" y="169486"/>
                        </a:cubicBezTo>
                        <a:cubicBezTo>
                          <a:pt x="224880" y="91491"/>
                          <a:pt x="208297" y="-12502"/>
                          <a:pt x="92557" y="1232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" name="" descr="35f2c8a3-4c0f-4868-ba11-5bf45ed627a3"/>
                  <p:cNvSpPr/>
                  <p:nvPr/>
                </p:nvSpPr>
                <p:spPr>
                  <a:xfrm>
                    <a:off x="8676559" y="1070265"/>
                    <a:ext cx="48023" cy="70008"/>
                  </a:xfrm>
                  <a:custGeom>
                    <a:gdLst>
                      <a:gd name="connsiteX0" fmla="*/ 43791 w 48023"/>
                      <a:gd name="connsiteY0" fmla="*/ 42994 h 70008"/>
                      <a:gd name="connsiteX1" fmla="*/ 10364 w 48023"/>
                      <a:gd name="connsiteY1" fmla="*/ 69078 h 70008"/>
                      <a:gd name="connsiteX2" fmla="*/ 4232 w 48023"/>
                      <a:gd name="connsiteY2" fmla="*/ 27015 h 70008"/>
                      <a:gd name="connsiteX3" fmla="*/ 37659 w 48023"/>
                      <a:gd name="connsiteY3" fmla="*/ 930 h 70008"/>
                      <a:gd name="connsiteX4" fmla="*/ 43791 w 48023"/>
                      <a:gd name="connsiteY4" fmla="*/ 42994 h 70008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8023" h="70008">
                        <a:moveTo>
                          <a:pt x="43791" y="42994"/>
                        </a:moveTo>
                        <a:cubicBezTo>
                          <a:pt x="36276" y="61823"/>
                          <a:pt x="21248" y="73483"/>
                          <a:pt x="10364" y="69078"/>
                        </a:cubicBezTo>
                        <a:cubicBezTo>
                          <a:pt x="-518" y="64673"/>
                          <a:pt x="-3282" y="45844"/>
                          <a:pt x="4232" y="27015"/>
                        </a:cubicBezTo>
                        <a:cubicBezTo>
                          <a:pt x="11747" y="8186"/>
                          <a:pt x="26776" y="-3475"/>
                          <a:pt x="37659" y="930"/>
                        </a:cubicBezTo>
                        <a:cubicBezTo>
                          <a:pt x="48542" y="5335"/>
                          <a:pt x="51306" y="24164"/>
                          <a:pt x="43791" y="42994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" name="" descr="6db909e5-5f90-4182-88ab-77e6a7aebe98"/>
                  <p:cNvSpPr/>
                  <p:nvPr/>
                </p:nvSpPr>
                <p:spPr>
                  <a:xfrm>
                    <a:off x="8445001" y="1099036"/>
                    <a:ext cx="54659" cy="75085"/>
                  </a:xfrm>
                  <a:custGeom>
                    <a:gdLst>
                      <a:gd name="connsiteX0" fmla="*/ 52075 w 54659"/>
                      <a:gd name="connsiteY0" fmla="*/ 29683 h 75085"/>
                      <a:gd name="connsiteX1" fmla="*/ 38946 w 54659"/>
                      <a:gd name="connsiteY1" fmla="*/ 74251 h 75085"/>
                      <a:gd name="connsiteX2" fmla="*/ 2584 w 54659"/>
                      <a:gd name="connsiteY2" fmla="*/ 45403 h 75085"/>
                      <a:gd name="connsiteX3" fmla="*/ 15713 w 54659"/>
                      <a:gd name="connsiteY3" fmla="*/ 834 h 75085"/>
                      <a:gd name="connsiteX4" fmla="*/ 52075 w 54659"/>
                      <a:gd name="connsiteY4" fmla="*/ 29683 h 75085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658" h="75085">
                        <a:moveTo>
                          <a:pt x="52075" y="29683"/>
                        </a:moveTo>
                        <a:cubicBezTo>
                          <a:pt x="58467" y="49980"/>
                          <a:pt x="52593" y="69933"/>
                          <a:pt x="38946" y="74251"/>
                        </a:cubicBezTo>
                        <a:cubicBezTo>
                          <a:pt x="25300" y="78570"/>
                          <a:pt x="8975" y="65700"/>
                          <a:pt x="2584" y="45403"/>
                        </a:cubicBezTo>
                        <a:cubicBezTo>
                          <a:pt x="-3808" y="25105"/>
                          <a:pt x="2066" y="5153"/>
                          <a:pt x="15713" y="834"/>
                        </a:cubicBezTo>
                        <a:cubicBezTo>
                          <a:pt x="29359" y="-3484"/>
                          <a:pt x="45684" y="9385"/>
                          <a:pt x="52075" y="29683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8" name="" descr="53c361c7-256c-4b6b-87d0-3c85fdffac1e"/>
                  <p:cNvSpPr/>
                  <p:nvPr/>
                </p:nvSpPr>
                <p:spPr>
                  <a:xfrm>
                    <a:off x="8280626" y="2088062"/>
                    <a:ext cx="810609" cy="398524"/>
                  </a:xfrm>
                  <a:custGeom>
                    <a:gdLst>
                      <a:gd name="connsiteX0" fmla="*/ 550022 w 810609"/>
                      <a:gd name="connsiteY0" fmla="*/ 59425 h 398524"/>
                      <a:gd name="connsiteX1" fmla="*/ 339532 w 810609"/>
                      <a:gd name="connsiteY1" fmla="*/ 38522 h 398524"/>
                      <a:gd name="connsiteX2" fmla="*/ 52774 w 810609"/>
                      <a:gd name="connsiteY2" fmla="*/ 0 h 398524"/>
                      <a:gd name="connsiteX3" fmla="*/ 87 w 810609"/>
                      <a:gd name="connsiteY3" fmla="*/ 197103 h 398524"/>
                      <a:gd name="connsiteX4" fmla="*/ 201422 w 810609"/>
                      <a:gd name="connsiteY4" fmla="*/ 373649 h 398524"/>
                      <a:gd name="connsiteX5" fmla="*/ 707048 w 810609"/>
                      <a:gd name="connsiteY5" fmla="*/ 398524 h 398524"/>
                      <a:gd name="connsiteX6" fmla="*/ 810609 w 810609"/>
                      <a:gd name="connsiteY6" fmla="*/ 95010 h 398524"/>
                      <a:gd name="connsiteX7" fmla="*/ 550022 w 810609"/>
                      <a:gd name="connsiteY7" fmla="*/ 59425 h 39852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810609" h="398524">
                        <a:moveTo>
                          <a:pt x="550022" y="59425"/>
                        </a:moveTo>
                        <a:cubicBezTo>
                          <a:pt x="501136" y="54933"/>
                          <a:pt x="339532" y="38522"/>
                          <a:pt x="339532" y="38522"/>
                        </a:cubicBezTo>
                        <a:lnTo>
                          <a:pt x="52774" y="0"/>
                        </a:lnTo>
                        <a:cubicBezTo>
                          <a:pt x="52774" y="0"/>
                          <a:pt x="2073" y="121095"/>
                          <a:pt x="87" y="197103"/>
                        </a:cubicBezTo>
                        <a:cubicBezTo>
                          <a:pt x="-3368" y="330030"/>
                          <a:pt x="96824" y="380040"/>
                          <a:pt x="201422" y="373649"/>
                        </a:cubicBezTo>
                        <a:cubicBezTo>
                          <a:pt x="263697" y="369848"/>
                          <a:pt x="630349" y="359484"/>
                          <a:pt x="707048" y="398524"/>
                        </a:cubicBezTo>
                        <a:cubicBezTo>
                          <a:pt x="721300" y="290213"/>
                          <a:pt x="737624" y="172918"/>
                          <a:pt x="810609" y="95010"/>
                        </a:cubicBezTo>
                        <a:cubicBezTo>
                          <a:pt x="693747" y="78945"/>
                          <a:pt x="616271" y="65557"/>
                          <a:pt x="550022" y="59425"/>
                        </a:cubicBezTo>
                        <a:close/>
                      </a:path>
                    </a:pathLst>
                  </a:custGeom>
                  <a:solidFill>
                    <a:srgbClr val="184655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" name="" descr="4c04d87b-ec37-426e-9b37-c5170a46b07a"/>
                  <p:cNvSpPr/>
                  <p:nvPr/>
                </p:nvSpPr>
                <p:spPr>
                  <a:xfrm>
                    <a:off x="8765955" y="2317122"/>
                    <a:ext cx="467456" cy="1133774"/>
                  </a:xfrm>
                  <a:custGeom>
                    <a:gdLst>
                      <a:gd name="connsiteX0" fmla="*/ 68321 w 467456"/>
                      <a:gd name="connsiteY0" fmla="*/ 832807 h 1133774"/>
                      <a:gd name="connsiteX1" fmla="*/ 177064 w 467456"/>
                      <a:gd name="connsiteY1" fmla="*/ 213686 h 1133774"/>
                      <a:gd name="connsiteX2" fmla="*/ 252900 w 467456"/>
                      <a:gd name="connsiteY2" fmla="*/ 111594 h 1133774"/>
                      <a:gd name="connsiteX3" fmla="*/ 457517 w 467456"/>
                      <a:gd name="connsiteY3" fmla="*/ 0 h 1133774"/>
                      <a:gd name="connsiteX4" fmla="*/ 167391 w 467456"/>
                      <a:gd name="connsiteY4" fmla="*/ 869083 h 1133774"/>
                      <a:gd name="connsiteX5" fmla="*/ 131978 w 467456"/>
                      <a:gd name="connsiteY5" fmla="*/ 1036733 h 1133774"/>
                      <a:gd name="connsiteX6" fmla="*/ 115999 w 467456"/>
                      <a:gd name="connsiteY6" fmla="*/ 1133125 h 1133774"/>
                      <a:gd name="connsiteX7" fmla="*/ 0 w 467456"/>
                      <a:gd name="connsiteY7" fmla="*/ 877029 h 1133774"/>
                      <a:gd name="connsiteX8" fmla="*/ 68321 w 467456"/>
                      <a:gd name="connsiteY8" fmla="*/ 832807 h 113377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67456" h="1133774">
                        <a:moveTo>
                          <a:pt x="68321" y="832807"/>
                        </a:moveTo>
                        <a:cubicBezTo>
                          <a:pt x="76181" y="824688"/>
                          <a:pt x="139146" y="394292"/>
                          <a:pt x="177064" y="213686"/>
                        </a:cubicBezTo>
                        <a:cubicBezTo>
                          <a:pt x="186220" y="170155"/>
                          <a:pt x="213859" y="132841"/>
                          <a:pt x="252900" y="111594"/>
                        </a:cubicBezTo>
                        <a:lnTo>
                          <a:pt x="457517" y="0"/>
                        </a:lnTo>
                        <a:cubicBezTo>
                          <a:pt x="528429" y="64780"/>
                          <a:pt x="197707" y="792816"/>
                          <a:pt x="167391" y="869083"/>
                        </a:cubicBezTo>
                        <a:cubicBezTo>
                          <a:pt x="146575" y="921598"/>
                          <a:pt x="133446" y="1030169"/>
                          <a:pt x="131978" y="1036733"/>
                        </a:cubicBezTo>
                        <a:cubicBezTo>
                          <a:pt x="114962" y="1111186"/>
                          <a:pt x="137160" y="1117491"/>
                          <a:pt x="115999" y="1133125"/>
                        </a:cubicBezTo>
                        <a:cubicBezTo>
                          <a:pt x="94837" y="1148758"/>
                          <a:pt x="0" y="877029"/>
                          <a:pt x="0" y="877029"/>
                        </a:cubicBezTo>
                        <a:cubicBezTo>
                          <a:pt x="0" y="877029"/>
                          <a:pt x="26862" y="875734"/>
                          <a:pt x="68321" y="832807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0" name="" descr="815e5dae-1227-4add-a439-2b113185749c"/>
                  <p:cNvSpPr/>
                  <p:nvPr/>
                </p:nvSpPr>
                <p:spPr>
                  <a:xfrm>
                    <a:off x="8772692" y="2146793"/>
                    <a:ext cx="398351" cy="39993"/>
                  </a:xfrm>
                  <a:custGeom>
                    <a:gdLst>
                      <a:gd name="connsiteX0" fmla="*/ 0 w 398351"/>
                      <a:gd name="connsiteY0" fmla="*/ 19436 h 39993"/>
                      <a:gd name="connsiteX1" fmla="*/ 0 w 398351"/>
                      <a:gd name="connsiteY1" fmla="*/ 19436 h 39993"/>
                      <a:gd name="connsiteX2" fmla="*/ 22197 w 398351"/>
                      <a:gd name="connsiteY2" fmla="*/ 39129 h 39993"/>
                      <a:gd name="connsiteX3" fmla="*/ 369675 w 398351"/>
                      <a:gd name="connsiteY3" fmla="*/ 39993 h 39993"/>
                      <a:gd name="connsiteX4" fmla="*/ 398351 w 398351"/>
                      <a:gd name="connsiteY4" fmla="*/ 16240 h 39993"/>
                      <a:gd name="connsiteX5" fmla="*/ 392046 w 398351"/>
                      <a:gd name="connsiteY5" fmla="*/ 20473 h 39993"/>
                      <a:gd name="connsiteX6" fmla="*/ 369762 w 398351"/>
                      <a:gd name="connsiteY6" fmla="*/ 780 h 39993"/>
                      <a:gd name="connsiteX7" fmla="*/ 22284 w 398351"/>
                      <a:gd name="connsiteY7" fmla="*/ 2 h 39993"/>
                      <a:gd name="connsiteX8" fmla="*/ 0 w 398351"/>
                      <a:gd name="connsiteY8" fmla="*/ 19436 h 39993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98351" h="39993">
                        <a:moveTo>
                          <a:pt x="0" y="19436"/>
                        </a:moveTo>
                        <a:lnTo>
                          <a:pt x="0" y="19436"/>
                        </a:lnTo>
                        <a:cubicBezTo>
                          <a:pt x="0" y="30233"/>
                          <a:pt x="9933" y="39043"/>
                          <a:pt x="22197" y="39129"/>
                        </a:cubicBezTo>
                        <a:lnTo>
                          <a:pt x="369675" y="39993"/>
                        </a:lnTo>
                        <a:cubicBezTo>
                          <a:pt x="382027" y="39993"/>
                          <a:pt x="394378" y="29369"/>
                          <a:pt x="398351" y="16240"/>
                        </a:cubicBezTo>
                        <a:lnTo>
                          <a:pt x="392046" y="20473"/>
                        </a:lnTo>
                        <a:cubicBezTo>
                          <a:pt x="392046" y="9676"/>
                          <a:pt x="382113" y="866"/>
                          <a:pt x="369762" y="780"/>
                        </a:cubicBezTo>
                        <a:lnTo>
                          <a:pt x="22284" y="2"/>
                        </a:lnTo>
                        <a:cubicBezTo>
                          <a:pt x="10019" y="-170"/>
                          <a:pt x="0" y="8640"/>
                          <a:pt x="0" y="19436"/>
                        </a:cubicBezTo>
                        <a:close/>
                      </a:path>
                    </a:pathLst>
                  </a:custGeom>
                  <a:solidFill>
                    <a:srgbClr val="35538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" name="" descr="92e8eee5-c107-48b4-9d0e-669b81130537"/>
                  <p:cNvSpPr/>
                  <p:nvPr/>
                </p:nvSpPr>
                <p:spPr>
                  <a:xfrm>
                    <a:off x="9105664" y="1676800"/>
                    <a:ext cx="198906" cy="502816"/>
                  </a:xfrm>
                  <a:custGeom>
                    <a:gdLst>
                      <a:gd name="connsiteX0" fmla="*/ 33248 w 198906"/>
                      <a:gd name="connsiteY0" fmla="*/ 502817 h 502816"/>
                      <a:gd name="connsiteX1" fmla="*/ 26943 w 198906"/>
                      <a:gd name="connsiteY1" fmla="*/ 502385 h 502816"/>
                      <a:gd name="connsiteX2" fmla="*/ 600 w 198906"/>
                      <a:gd name="connsiteY2" fmla="*/ 476732 h 502816"/>
                      <a:gd name="connsiteX3" fmla="*/ 133182 w 198906"/>
                      <a:gd name="connsiteY3" fmla="*/ 17834 h 502816"/>
                      <a:gd name="connsiteX4" fmla="*/ 171963 w 198906"/>
                      <a:gd name="connsiteY4" fmla="*/ 386 h 502816"/>
                      <a:gd name="connsiteX5" fmla="*/ 198307 w 198906"/>
                      <a:gd name="connsiteY5" fmla="*/ 26039 h 502816"/>
                      <a:gd name="connsiteX6" fmla="*/ 65724 w 198906"/>
                      <a:gd name="connsiteY6" fmla="*/ 484938 h 502816"/>
                      <a:gd name="connsiteX7" fmla="*/ 33248 w 198906"/>
                      <a:gd name="connsiteY7" fmla="*/ 502817 h 502816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98906" h="502816">
                        <a:moveTo>
                          <a:pt x="33248" y="502817"/>
                        </a:moveTo>
                        <a:cubicBezTo>
                          <a:pt x="31175" y="502817"/>
                          <a:pt x="29102" y="502730"/>
                          <a:pt x="26943" y="502385"/>
                        </a:cubicBezTo>
                        <a:cubicBezTo>
                          <a:pt x="8977" y="500139"/>
                          <a:pt x="-2856" y="488652"/>
                          <a:pt x="600" y="476732"/>
                        </a:cubicBezTo>
                        <a:lnTo>
                          <a:pt x="133182" y="17834"/>
                        </a:lnTo>
                        <a:cubicBezTo>
                          <a:pt x="136637" y="5914"/>
                          <a:pt x="153998" y="-1859"/>
                          <a:pt x="171963" y="386"/>
                        </a:cubicBezTo>
                        <a:cubicBezTo>
                          <a:pt x="189929" y="2632"/>
                          <a:pt x="201762" y="14120"/>
                          <a:pt x="198307" y="26039"/>
                        </a:cubicBezTo>
                        <a:lnTo>
                          <a:pt x="65724" y="484938"/>
                        </a:lnTo>
                        <a:cubicBezTo>
                          <a:pt x="62702" y="495561"/>
                          <a:pt x="48795" y="502817"/>
                          <a:pt x="33248" y="502817"/>
                        </a:cubicBezTo>
                        <a:close/>
                      </a:path>
                    </a:pathLst>
                  </a:custGeom>
                  <a:solidFill>
                    <a:srgbClr val="355389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2" name="" descr="918fbb78-9327-45e8-b074-aa3c19e5ad57"/>
                  <p:cNvSpPr/>
                  <p:nvPr/>
                </p:nvSpPr>
                <p:spPr>
                  <a:xfrm>
                    <a:off x="8365012" y="1670018"/>
                    <a:ext cx="703846" cy="482946"/>
                  </a:xfrm>
                  <a:custGeom>
                    <a:gdLst>
                      <a:gd name="connsiteX0" fmla="*/ 671548 w 703846"/>
                      <a:gd name="connsiteY0" fmla="*/ 447411 h 482946"/>
                      <a:gd name="connsiteX1" fmla="*/ 621711 w 703846"/>
                      <a:gd name="connsiteY1" fmla="*/ 430223 h 482946"/>
                      <a:gd name="connsiteX2" fmla="*/ 702988 w 703846"/>
                      <a:gd name="connsiteY2" fmla="*/ 457948 h 482946"/>
                      <a:gd name="connsiteX3" fmla="*/ 614110 w 703846"/>
                      <a:gd name="connsiteY3" fmla="*/ 401461 h 482946"/>
                      <a:gd name="connsiteX4" fmla="*/ 487575 w 703846"/>
                      <a:gd name="connsiteY4" fmla="*/ 422277 h 482946"/>
                      <a:gd name="connsiteX5" fmla="*/ 204962 w 703846"/>
                      <a:gd name="connsiteY5" fmla="*/ 320184 h 482946"/>
                      <a:gd name="connsiteX6" fmla="*/ 160653 w 703846"/>
                      <a:gd name="connsiteY6" fmla="*/ 0 h 482946"/>
                      <a:gd name="connsiteX7" fmla="*/ 0 w 703846"/>
                      <a:gd name="connsiteY7" fmla="*/ 34635 h 482946"/>
                      <a:gd name="connsiteX8" fmla="*/ 108657 w 703846"/>
                      <a:gd name="connsiteY8" fmla="*/ 454580 h 482946"/>
                      <a:gd name="connsiteX9" fmla="*/ 482738 w 703846"/>
                      <a:gd name="connsiteY9" fmla="*/ 476778 h 482946"/>
                      <a:gd name="connsiteX10" fmla="*/ 571788 w 703846"/>
                      <a:gd name="connsiteY10" fmla="*/ 476864 h 482946"/>
                      <a:gd name="connsiteX11" fmla="*/ 620848 w 703846"/>
                      <a:gd name="connsiteY11" fmla="*/ 461317 h 482946"/>
                      <a:gd name="connsiteX12" fmla="*/ 702988 w 703846"/>
                      <a:gd name="connsiteY12" fmla="*/ 482219 h 482946"/>
                      <a:gd name="connsiteX13" fmla="*/ 671548 w 703846"/>
                      <a:gd name="connsiteY13" fmla="*/ 447411 h 482946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703846" h="482946">
                        <a:moveTo>
                          <a:pt x="671548" y="447411"/>
                        </a:moveTo>
                        <a:cubicBezTo>
                          <a:pt x="651683" y="437478"/>
                          <a:pt x="620848" y="432900"/>
                          <a:pt x="621711" y="430223"/>
                        </a:cubicBezTo>
                        <a:cubicBezTo>
                          <a:pt x="625080" y="419340"/>
                          <a:pt x="713439" y="475655"/>
                          <a:pt x="702988" y="457948"/>
                        </a:cubicBezTo>
                        <a:cubicBezTo>
                          <a:pt x="697114" y="448102"/>
                          <a:pt x="631385" y="398092"/>
                          <a:pt x="614110" y="401461"/>
                        </a:cubicBezTo>
                        <a:cubicBezTo>
                          <a:pt x="597354" y="404743"/>
                          <a:pt x="487575" y="422277"/>
                          <a:pt x="487575" y="422277"/>
                        </a:cubicBezTo>
                        <a:lnTo>
                          <a:pt x="204962" y="320184"/>
                        </a:lnTo>
                        <a:cubicBezTo>
                          <a:pt x="204962" y="320184"/>
                          <a:pt x="151066" y="144415"/>
                          <a:pt x="160653" y="0"/>
                        </a:cubicBezTo>
                        <a:cubicBezTo>
                          <a:pt x="99069" y="1209"/>
                          <a:pt x="56056" y="11401"/>
                          <a:pt x="0" y="34635"/>
                        </a:cubicBezTo>
                        <a:cubicBezTo>
                          <a:pt x="9414" y="174991"/>
                          <a:pt x="45259" y="404829"/>
                          <a:pt x="108657" y="454580"/>
                        </a:cubicBezTo>
                        <a:cubicBezTo>
                          <a:pt x="135346" y="475482"/>
                          <a:pt x="482738" y="476778"/>
                          <a:pt x="482738" y="476778"/>
                        </a:cubicBezTo>
                        <a:cubicBezTo>
                          <a:pt x="482738" y="476778"/>
                          <a:pt x="558918" y="480233"/>
                          <a:pt x="571788" y="476864"/>
                        </a:cubicBezTo>
                        <a:cubicBezTo>
                          <a:pt x="581548" y="474359"/>
                          <a:pt x="607287" y="463563"/>
                          <a:pt x="620848" y="461317"/>
                        </a:cubicBezTo>
                        <a:cubicBezTo>
                          <a:pt x="651683" y="456307"/>
                          <a:pt x="702124" y="488093"/>
                          <a:pt x="702988" y="482219"/>
                        </a:cubicBezTo>
                        <a:cubicBezTo>
                          <a:pt x="703507" y="477987"/>
                          <a:pt x="691846" y="457603"/>
                          <a:pt x="671548" y="447411"/>
                        </a:cubicBezTo>
                        <a:close/>
                      </a:path>
                    </a:pathLst>
                  </a:custGeom>
                  <a:solidFill>
                    <a:srgbClr val="F7A491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3" name="" descr="1a46569e-9068-4b7e-b112-a3a21bcf8289"/>
                  <p:cNvSpPr/>
                  <p:nvPr/>
                </p:nvSpPr>
                <p:spPr>
                  <a:xfrm>
                    <a:off x="8347550" y="1399873"/>
                    <a:ext cx="204218" cy="344684"/>
                  </a:xfrm>
                  <a:custGeom>
                    <a:gdLst>
                      <a:gd name="connsiteX0" fmla="*/ 197723 w 204218"/>
                      <a:gd name="connsiteY0" fmla="*/ 116919 h 344684"/>
                      <a:gd name="connsiteX1" fmla="*/ 143049 w 204218"/>
                      <a:gd name="connsiteY1" fmla="*/ 8608 h 344684"/>
                      <a:gd name="connsiteX2" fmla="*/ 55985 w 204218"/>
                      <a:gd name="connsiteY2" fmla="*/ 12667 h 344684"/>
                      <a:gd name="connsiteX3" fmla="*/ 9948 w 204218"/>
                      <a:gd name="connsiteY3" fmla="*/ 106641 h 344684"/>
                      <a:gd name="connsiteX4" fmla="*/ 2347 w 204218"/>
                      <a:gd name="connsiteY4" fmla="*/ 344684 h 344684"/>
                      <a:gd name="connsiteX5" fmla="*/ 196340 w 204218"/>
                      <a:gd name="connsiteY5" fmla="*/ 332592 h 344684"/>
                      <a:gd name="connsiteX6" fmla="*/ 197723 w 204218"/>
                      <a:gd name="connsiteY6" fmla="*/ 116919 h 344684"/>
                    </a:gdLst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04217" h="344684">
                        <a:moveTo>
                          <a:pt x="197723" y="116919"/>
                        </a:moveTo>
                        <a:cubicBezTo>
                          <a:pt x="193749" y="72524"/>
                          <a:pt x="188394" y="27782"/>
                          <a:pt x="143049" y="8608"/>
                        </a:cubicBezTo>
                        <a:cubicBezTo>
                          <a:pt x="114977" y="-3312"/>
                          <a:pt x="81465" y="-3657"/>
                          <a:pt x="55985" y="12667"/>
                        </a:cubicBezTo>
                        <a:cubicBezTo>
                          <a:pt x="25754" y="32101"/>
                          <a:pt x="13749" y="72264"/>
                          <a:pt x="9948" y="106641"/>
                        </a:cubicBezTo>
                        <a:cubicBezTo>
                          <a:pt x="1138" y="184722"/>
                          <a:pt x="-2921" y="266258"/>
                          <a:pt x="2347" y="344684"/>
                        </a:cubicBezTo>
                        <a:cubicBezTo>
                          <a:pt x="58490" y="321450"/>
                          <a:pt x="134757" y="333801"/>
                          <a:pt x="196340" y="332592"/>
                        </a:cubicBezTo>
                        <a:cubicBezTo>
                          <a:pt x="209987" y="263753"/>
                          <a:pt x="202818" y="174789"/>
                          <a:pt x="197723" y="116919"/>
                        </a:cubicBezTo>
                        <a:close/>
                      </a:path>
                    </a:pathLst>
                  </a:custGeom>
                  <a:solidFill>
                    <a:srgbClr val="FAE0B2"/>
                  </a:solidFill>
                  <a:ln w="86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2" name="" descr="4db2f490-d435-482f-8664-0ee5d246c61d"/>
                <p:cNvSpPr/>
                <p:nvPr/>
              </p:nvSpPr>
              <p:spPr>
                <a:xfrm>
                  <a:off x="8981435" y="2075208"/>
                  <a:ext cx="83225" cy="34351"/>
                </a:xfrm>
                <a:custGeom>
                  <a:gdLst>
                    <a:gd name="connsiteX0" fmla="*/ 13149 w 83225"/>
                    <a:gd name="connsiteY0" fmla="*/ 330 h 34351"/>
                    <a:gd name="connsiteX1" fmla="*/ 60654 w 83225"/>
                    <a:gd name="connsiteY1" fmla="*/ 13026 h 34351"/>
                    <a:gd name="connsiteX2" fmla="*/ 39665 w 83225"/>
                    <a:gd name="connsiteY2" fmla="*/ 21405 h 34351"/>
                    <a:gd name="connsiteX3" fmla="*/ 35433 w 83225"/>
                    <a:gd name="connsiteY3" fmla="*/ 20541 h 34351"/>
                    <a:gd name="connsiteX4" fmla="*/ 10558 w 83225"/>
                    <a:gd name="connsiteY4" fmla="*/ 20800 h 34351"/>
                    <a:gd name="connsiteX5" fmla="*/ 3561 w 83225"/>
                    <a:gd name="connsiteY5" fmla="*/ 2575 h 34351"/>
                    <a:gd name="connsiteX6" fmla="*/ 3561 w 83225"/>
                    <a:gd name="connsiteY6" fmla="*/ 2575 h 34351"/>
                    <a:gd name="connsiteX7" fmla="*/ 13149 w 83225"/>
                    <a:gd name="connsiteY7" fmla="*/ 330 h 34351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3225" h="34351">
                      <a:moveTo>
                        <a:pt x="13149" y="330"/>
                      </a:moveTo>
                      <a:cubicBezTo>
                        <a:pt x="61431" y="12681"/>
                        <a:pt x="58754" y="11817"/>
                        <a:pt x="60654" y="13026"/>
                      </a:cubicBezTo>
                      <a:cubicBezTo>
                        <a:pt x="94771" y="34533"/>
                        <a:pt x="92093" y="43861"/>
                        <a:pt x="39665" y="21405"/>
                      </a:cubicBezTo>
                      <a:cubicBezTo>
                        <a:pt x="38370" y="20800"/>
                        <a:pt x="36902" y="20541"/>
                        <a:pt x="35433" y="20541"/>
                      </a:cubicBezTo>
                      <a:lnTo>
                        <a:pt x="10558" y="20800"/>
                      </a:lnTo>
                      <a:cubicBezTo>
                        <a:pt x="884" y="20886"/>
                        <a:pt x="-3694" y="8967"/>
                        <a:pt x="3561" y="2575"/>
                      </a:cubicBezTo>
                      <a:lnTo>
                        <a:pt x="3561" y="2575"/>
                      </a:lnTo>
                      <a:cubicBezTo>
                        <a:pt x="6239" y="330"/>
                        <a:pt x="9780" y="-534"/>
                        <a:pt x="13149" y="330"/>
                      </a:cubicBezTo>
                      <a:close/>
                    </a:path>
                  </a:pathLst>
                </a:custGeom>
                <a:solidFill>
                  <a:srgbClr val="F7A491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3" name="" descr="8fa8e03d-844d-456d-825f-2d3c0441e2d8"/>
                <p:cNvSpPr/>
                <p:nvPr/>
              </p:nvSpPr>
              <p:spPr>
                <a:xfrm>
                  <a:off x="8758830" y="3150534"/>
                  <a:ext cx="152074" cy="340029"/>
                </a:xfrm>
                <a:custGeom>
                  <a:gdLst>
                    <a:gd name="connsiteX0" fmla="*/ 141175 w 152074"/>
                    <a:gd name="connsiteY0" fmla="*/ 187343 h 340029"/>
                    <a:gd name="connsiteX1" fmla="*/ 150589 w 152074"/>
                    <a:gd name="connsiteY1" fmla="*/ 248840 h 340029"/>
                    <a:gd name="connsiteX2" fmla="*/ 137461 w 152074"/>
                    <a:gd name="connsiteY2" fmla="*/ 339531 h 340029"/>
                    <a:gd name="connsiteX3" fmla="*/ 1942 w 152074"/>
                    <a:gd name="connsiteY3" fmla="*/ 60893 h 340029"/>
                    <a:gd name="connsiteX4" fmla="*/ 7556 w 152074"/>
                    <a:gd name="connsiteY4" fmla="*/ 35154 h 340029"/>
                    <a:gd name="connsiteX5" fmla="*/ 74927 w 152074"/>
                    <a:gd name="connsiteY5" fmla="*/ 0 h 340029"/>
                    <a:gd name="connsiteX6" fmla="*/ 141175 w 152074"/>
                    <a:gd name="connsiteY6" fmla="*/ 187343 h 340029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2074" h="340029">
                      <a:moveTo>
                        <a:pt x="141175" y="187343"/>
                      </a:moveTo>
                      <a:cubicBezTo>
                        <a:pt x="141175" y="187343"/>
                        <a:pt x="145839" y="219560"/>
                        <a:pt x="150589" y="248840"/>
                      </a:cubicBezTo>
                      <a:cubicBezTo>
                        <a:pt x="155340" y="277689"/>
                        <a:pt x="148085" y="325453"/>
                        <a:pt x="137461" y="339531"/>
                      </a:cubicBezTo>
                      <a:cubicBezTo>
                        <a:pt x="126837" y="353696"/>
                        <a:pt x="1942" y="60893"/>
                        <a:pt x="1942" y="60893"/>
                      </a:cubicBezTo>
                      <a:cubicBezTo>
                        <a:pt x="-2031" y="51996"/>
                        <a:pt x="215" y="41545"/>
                        <a:pt x="7556" y="35154"/>
                      </a:cubicBezTo>
                      <a:cubicBezTo>
                        <a:pt x="19303" y="24789"/>
                        <a:pt x="40896" y="10192"/>
                        <a:pt x="74927" y="0"/>
                      </a:cubicBezTo>
                      <a:cubicBezTo>
                        <a:pt x="74927" y="-86"/>
                        <a:pt x="69658" y="150289"/>
                        <a:pt x="141175" y="187343"/>
                      </a:cubicBezTo>
                      <a:close/>
                    </a:path>
                  </a:pathLst>
                </a:custGeom>
                <a:solidFill>
                  <a:srgbClr val="466EB6"/>
                </a:solidFill>
                <a:ln w="86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9" name="" descr="0cd703eb-3829-467a-ad3f-3d04aa2708b8"/>
            <p:cNvSpPr/>
            <p:nvPr/>
          </p:nvSpPr>
          <p:spPr>
            <a:xfrm>
              <a:off x="489529" y="478438"/>
              <a:ext cx="346542" cy="407234"/>
            </a:xfrm>
            <a:custGeom>
              <a:gdLst>
                <a:gd name="connsiteX0" fmla="*/ 48025 w 234505"/>
                <a:gd name="connsiteY0" fmla="*/ 0 h 275575"/>
                <a:gd name="connsiteX1" fmla="*/ 0 w 234505"/>
                <a:gd name="connsiteY1" fmla="*/ 29229 h 275575"/>
                <a:gd name="connsiteX2" fmla="*/ 49811 w 234505"/>
                <a:gd name="connsiteY2" fmla="*/ 252916 h 275575"/>
                <a:gd name="connsiteX3" fmla="*/ 93048 w 234505"/>
                <a:gd name="connsiteY3" fmla="*/ 271354 h 275575"/>
                <a:gd name="connsiteX4" fmla="*/ 93048 w 234505"/>
                <a:gd name="connsiteY4" fmla="*/ 271354 h 275575"/>
                <a:gd name="connsiteX5" fmla="*/ 106198 w 234505"/>
                <a:gd name="connsiteY5" fmla="*/ 240124 h 275575"/>
                <a:gd name="connsiteX6" fmla="*/ 94048 w 234505"/>
                <a:gd name="connsiteY6" fmla="*/ 187597 h 275575"/>
                <a:gd name="connsiteX7" fmla="*/ 144432 w 234505"/>
                <a:gd name="connsiteY7" fmla="*/ 156938 h 275575"/>
                <a:gd name="connsiteX8" fmla="*/ 186096 w 234505"/>
                <a:gd name="connsiteY8" fmla="*/ 191813 h 275575"/>
                <a:gd name="connsiteX9" fmla="*/ 219685 w 234505"/>
                <a:gd name="connsiteY9" fmla="*/ 194314 h 275575"/>
                <a:gd name="connsiteX10" fmla="*/ 220614 w 234505"/>
                <a:gd name="connsiteY10" fmla="*/ 193743 h 275575"/>
                <a:gd name="connsiteX11" fmla="*/ 224116 w 234505"/>
                <a:gd name="connsiteY11" fmla="*/ 146861 h 275575"/>
                <a:gd name="connsiteX12" fmla="*/ 48025 w 234505"/>
                <a:gd name="connsiteY12" fmla="*/ 0 h 275575"/>
                <a:gd name="connsiteX13" fmla="*/ 80470 w 234505"/>
                <a:gd name="connsiteY13" fmla="*/ 134784 h 275575"/>
                <a:gd name="connsiteX14" fmla="*/ 71251 w 234505"/>
                <a:gd name="connsiteY14" fmla="*/ 93691 h 275575"/>
                <a:gd name="connsiteX15" fmla="*/ 103553 w 234505"/>
                <a:gd name="connsiteY15" fmla="*/ 120705 h 275575"/>
                <a:gd name="connsiteX16" fmla="*/ 80470 w 234505"/>
                <a:gd name="connsiteY16" fmla="*/ 134784 h 275575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505" h="275575">
                  <a:moveTo>
                    <a:pt x="48025" y="0"/>
                  </a:moveTo>
                  <a:lnTo>
                    <a:pt x="0" y="29229"/>
                  </a:lnTo>
                  <a:lnTo>
                    <a:pt x="49811" y="252916"/>
                  </a:lnTo>
                  <a:cubicBezTo>
                    <a:pt x="54099" y="272212"/>
                    <a:pt x="76111" y="281645"/>
                    <a:pt x="93048" y="271354"/>
                  </a:cubicBezTo>
                  <a:lnTo>
                    <a:pt x="93048" y="271354"/>
                  </a:lnTo>
                  <a:cubicBezTo>
                    <a:pt x="103696" y="264851"/>
                    <a:pt x="108985" y="252273"/>
                    <a:pt x="106198" y="240124"/>
                  </a:cubicBezTo>
                  <a:lnTo>
                    <a:pt x="94048" y="187597"/>
                  </a:lnTo>
                  <a:lnTo>
                    <a:pt x="144432" y="156938"/>
                  </a:lnTo>
                  <a:lnTo>
                    <a:pt x="186096" y="191813"/>
                  </a:lnTo>
                  <a:cubicBezTo>
                    <a:pt x="195601" y="199746"/>
                    <a:pt x="209108" y="200746"/>
                    <a:pt x="219685" y="194314"/>
                  </a:cubicBezTo>
                  <a:lnTo>
                    <a:pt x="220614" y="193743"/>
                  </a:lnTo>
                  <a:cubicBezTo>
                    <a:pt x="237551" y="183452"/>
                    <a:pt x="239338" y="159582"/>
                    <a:pt x="224116" y="146861"/>
                  </a:cubicBezTo>
                  <a:lnTo>
                    <a:pt x="48025" y="0"/>
                  </a:lnTo>
                  <a:close/>
                  <a:moveTo>
                    <a:pt x="80470" y="134784"/>
                  </a:moveTo>
                  <a:lnTo>
                    <a:pt x="71251" y="93691"/>
                  </a:lnTo>
                  <a:lnTo>
                    <a:pt x="103553" y="120705"/>
                  </a:lnTo>
                  <a:lnTo>
                    <a:pt x="80470" y="134784"/>
                  </a:lnTo>
                  <a:close/>
                </a:path>
              </a:pathLst>
            </a:custGeom>
            <a:solidFill>
              <a:srgbClr val="F48C7F"/>
            </a:solidFill>
            <a:ln w="71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" descr="ffbec0a0-7d6e-4acb-bfed-ff85abab3e82"/>
            <p:cNvSpPr/>
            <p:nvPr/>
          </p:nvSpPr>
          <p:spPr>
            <a:xfrm>
              <a:off x="226374" y="5644345"/>
              <a:ext cx="263155" cy="314639"/>
            </a:xfrm>
            <a:custGeom>
              <a:gdLst>
                <a:gd name="connsiteX0" fmla="*/ 102624 w 340599"/>
                <a:gd name="connsiteY0" fmla="*/ 0 h 407234"/>
                <a:gd name="connsiteX1" fmla="*/ 211681 w 340599"/>
                <a:gd name="connsiteY1" fmla="*/ 22940 h 407234"/>
                <a:gd name="connsiteX2" fmla="*/ 313733 w 340599"/>
                <a:gd name="connsiteY2" fmla="*/ 74395 h 407234"/>
                <a:gd name="connsiteX3" fmla="*/ 337246 w 340599"/>
                <a:gd name="connsiteY3" fmla="*/ 158582 h 407234"/>
                <a:gd name="connsiteX4" fmla="*/ 254703 w 340599"/>
                <a:gd name="connsiteY4" fmla="*/ 219470 h 407234"/>
                <a:gd name="connsiteX5" fmla="*/ 254417 w 340599"/>
                <a:gd name="connsiteY5" fmla="*/ 220542 h 407234"/>
                <a:gd name="connsiteX6" fmla="*/ 301370 w 340599"/>
                <a:gd name="connsiteY6" fmla="*/ 331385 h 407234"/>
                <a:gd name="connsiteX7" fmla="*/ 241196 w 340599"/>
                <a:gd name="connsiteY7" fmla="*/ 398134 h 407234"/>
                <a:gd name="connsiteX8" fmla="*/ 87974 w 340599"/>
                <a:gd name="connsiteY8" fmla="*/ 390130 h 407234"/>
                <a:gd name="connsiteX9" fmla="*/ 0 w 340599"/>
                <a:gd name="connsiteY9" fmla="*/ 359114 h 407234"/>
                <a:gd name="connsiteX10" fmla="*/ 102624 w 340599"/>
                <a:gd name="connsiteY10" fmla="*/ 0 h 407234"/>
                <a:gd name="connsiteX11" fmla="*/ 144574 w 340599"/>
                <a:gd name="connsiteY11" fmla="*/ 163370 h 407234"/>
                <a:gd name="connsiteX12" fmla="*/ 171732 w 340599"/>
                <a:gd name="connsiteY12" fmla="*/ 171088 h 407234"/>
                <a:gd name="connsiteX13" fmla="*/ 251344 w 340599"/>
                <a:gd name="connsiteY13" fmla="*/ 145146 h 407234"/>
                <a:gd name="connsiteX14" fmla="*/ 204820 w 340599"/>
                <a:gd name="connsiteY14" fmla="*/ 86116 h 407234"/>
                <a:gd name="connsiteX15" fmla="*/ 168944 w 340599"/>
                <a:gd name="connsiteY15" fmla="*/ 78183 h 407234"/>
                <a:gd name="connsiteX16" fmla="*/ 144574 w 340599"/>
                <a:gd name="connsiteY16" fmla="*/ 163370 h 407234"/>
                <a:gd name="connsiteX17" fmla="*/ 98193 w 340599"/>
                <a:gd name="connsiteY17" fmla="*/ 325596 h 407234"/>
                <a:gd name="connsiteX18" fmla="*/ 129925 w 340599"/>
                <a:gd name="connsiteY18" fmla="*/ 335816 h 407234"/>
                <a:gd name="connsiteX19" fmla="*/ 215468 w 340599"/>
                <a:gd name="connsiteY19" fmla="*/ 303371 h 407234"/>
                <a:gd name="connsiteX20" fmla="*/ 155866 w 340599"/>
                <a:gd name="connsiteY20" fmla="*/ 230619 h 407234"/>
                <a:gd name="connsiteX21" fmla="*/ 127637 w 340599"/>
                <a:gd name="connsiteY21" fmla="*/ 222543 h 407234"/>
                <a:gd name="connsiteX22" fmla="*/ 98193 w 340599"/>
                <a:gd name="connsiteY22" fmla="*/ 325596 h 40723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0599" h="407233">
                  <a:moveTo>
                    <a:pt x="102624" y="0"/>
                  </a:moveTo>
                  <a:cubicBezTo>
                    <a:pt x="125565" y="1858"/>
                    <a:pt x="170445" y="11149"/>
                    <a:pt x="211681" y="22940"/>
                  </a:cubicBezTo>
                  <a:cubicBezTo>
                    <a:pt x="262136" y="37376"/>
                    <a:pt x="291651" y="51098"/>
                    <a:pt x="313733" y="74395"/>
                  </a:cubicBezTo>
                  <a:cubicBezTo>
                    <a:pt x="335388" y="95263"/>
                    <a:pt x="346679" y="125493"/>
                    <a:pt x="337246" y="158582"/>
                  </a:cubicBezTo>
                  <a:cubicBezTo>
                    <a:pt x="327955" y="191098"/>
                    <a:pt x="300298" y="216111"/>
                    <a:pt x="254703" y="219470"/>
                  </a:cubicBezTo>
                  <a:lnTo>
                    <a:pt x="254417" y="220542"/>
                  </a:lnTo>
                  <a:cubicBezTo>
                    <a:pt x="292937" y="243840"/>
                    <a:pt x="314877" y="284146"/>
                    <a:pt x="301370" y="331385"/>
                  </a:cubicBezTo>
                  <a:cubicBezTo>
                    <a:pt x="291936" y="364474"/>
                    <a:pt x="269282" y="386199"/>
                    <a:pt x="241196" y="398134"/>
                  </a:cubicBezTo>
                  <a:cubicBezTo>
                    <a:pt x="208608" y="411712"/>
                    <a:pt x="160654" y="410926"/>
                    <a:pt x="87974" y="390130"/>
                  </a:cubicBezTo>
                  <a:cubicBezTo>
                    <a:pt x="47310" y="378481"/>
                    <a:pt x="17652" y="367118"/>
                    <a:pt x="0" y="359114"/>
                  </a:cubicBezTo>
                  <a:lnTo>
                    <a:pt x="102624" y="0"/>
                  </a:lnTo>
                  <a:close/>
                  <a:moveTo>
                    <a:pt x="144574" y="163370"/>
                  </a:moveTo>
                  <a:lnTo>
                    <a:pt x="171732" y="171088"/>
                  </a:lnTo>
                  <a:cubicBezTo>
                    <a:pt x="215111" y="183523"/>
                    <a:pt x="243554" y="172232"/>
                    <a:pt x="251344" y="145146"/>
                  </a:cubicBezTo>
                  <a:cubicBezTo>
                    <a:pt x="259277" y="117489"/>
                    <a:pt x="242268" y="96764"/>
                    <a:pt x="204820" y="86116"/>
                  </a:cubicBezTo>
                  <a:cubicBezTo>
                    <a:pt x="186954" y="80970"/>
                    <a:pt x="176306" y="79112"/>
                    <a:pt x="168944" y="78183"/>
                  </a:cubicBezTo>
                  <a:lnTo>
                    <a:pt x="144574" y="163370"/>
                  </a:lnTo>
                  <a:close/>
                  <a:moveTo>
                    <a:pt x="98193" y="325596"/>
                  </a:moveTo>
                  <a:cubicBezTo>
                    <a:pt x="106054" y="329027"/>
                    <a:pt x="115775" y="331814"/>
                    <a:pt x="129925" y="335816"/>
                  </a:cubicBezTo>
                  <a:cubicBezTo>
                    <a:pt x="167372" y="346536"/>
                    <a:pt x="204462" y="341891"/>
                    <a:pt x="215468" y="303371"/>
                  </a:cubicBezTo>
                  <a:cubicBezTo>
                    <a:pt x="226045" y="266494"/>
                    <a:pt x="197101" y="242411"/>
                    <a:pt x="155866" y="230619"/>
                  </a:cubicBezTo>
                  <a:lnTo>
                    <a:pt x="127637" y="222543"/>
                  </a:lnTo>
                  <a:lnTo>
                    <a:pt x="98193" y="325596"/>
                  </a:lnTo>
                  <a:close/>
                </a:path>
              </a:pathLst>
            </a:custGeom>
            <a:solidFill>
              <a:srgbClr val="96D9C9"/>
            </a:solidFill>
            <a:ln w="71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" descr="d4698659-7840-4024-bb04-693c17f7c185"/>
            <p:cNvSpPr/>
            <p:nvPr/>
          </p:nvSpPr>
          <p:spPr>
            <a:xfrm>
              <a:off x="757286" y="6247011"/>
              <a:ext cx="225346" cy="298282"/>
            </a:xfrm>
            <a:custGeom>
              <a:gdLst>
                <a:gd name="connsiteX0" fmla="*/ 290799 w 291663"/>
                <a:gd name="connsiteY0" fmla="*/ 336793 h 386063"/>
                <a:gd name="connsiteX1" fmla="*/ 265572 w 291663"/>
                <a:gd name="connsiteY1" fmla="*/ 377743 h 386063"/>
                <a:gd name="connsiteX2" fmla="*/ 202181 w 291663"/>
                <a:gd name="connsiteY2" fmla="*/ 385890 h 386063"/>
                <a:gd name="connsiteX3" fmla="*/ 149 w 291663"/>
                <a:gd name="connsiteY3" fmla="*/ 205583 h 386063"/>
                <a:gd name="connsiteX4" fmla="*/ 197537 w 291663"/>
                <a:gd name="connsiteY4" fmla="*/ 191 h 386063"/>
                <a:gd name="connsiteX5" fmla="*/ 255710 w 291663"/>
                <a:gd name="connsiteY5" fmla="*/ 3907 h 386063"/>
                <a:gd name="connsiteX6" fmla="*/ 283224 w 291663"/>
                <a:gd name="connsiteY6" fmla="*/ 45072 h 386063"/>
                <a:gd name="connsiteX7" fmla="*/ 282938 w 291663"/>
                <a:gd name="connsiteY7" fmla="*/ 46286 h 386063"/>
                <a:gd name="connsiteX8" fmla="*/ 243703 w 291663"/>
                <a:gd name="connsiteY8" fmla="*/ 72729 h 386063"/>
                <a:gd name="connsiteX9" fmla="*/ 203754 w 291663"/>
                <a:gd name="connsiteY9" fmla="*/ 69941 h 386063"/>
                <a:gd name="connsiteX10" fmla="*/ 88695 w 291663"/>
                <a:gd name="connsiteY10" fmla="*/ 197650 h 386063"/>
                <a:gd name="connsiteX11" fmla="*/ 212616 w 291663"/>
                <a:gd name="connsiteY11" fmla="*/ 315640 h 386063"/>
                <a:gd name="connsiteX12" fmla="*/ 250421 w 291663"/>
                <a:gd name="connsiteY12" fmla="*/ 310851 h 386063"/>
                <a:gd name="connsiteX13" fmla="*/ 290799 w 291663"/>
                <a:gd name="connsiteY13" fmla="*/ 336793 h 386063"/>
                <a:gd name="connsiteX14" fmla="*/ 290799 w 291663"/>
                <a:gd name="connsiteY14" fmla="*/ 336793 h 386063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663" h="386063">
                  <a:moveTo>
                    <a:pt x="290799" y="336793"/>
                  </a:moveTo>
                  <a:cubicBezTo>
                    <a:pt x="294944" y="355017"/>
                    <a:pt x="283795" y="373384"/>
                    <a:pt x="265572" y="377743"/>
                  </a:cubicBezTo>
                  <a:cubicBezTo>
                    <a:pt x="248563" y="381816"/>
                    <a:pt x="226981" y="385032"/>
                    <a:pt x="202181" y="385890"/>
                  </a:cubicBezTo>
                  <a:cubicBezTo>
                    <a:pt x="72972" y="390249"/>
                    <a:pt x="3723" y="312066"/>
                    <a:pt x="149" y="205583"/>
                  </a:cubicBezTo>
                  <a:cubicBezTo>
                    <a:pt x="-4139" y="78017"/>
                    <a:pt x="84407" y="3979"/>
                    <a:pt x="197537" y="191"/>
                  </a:cubicBezTo>
                  <a:cubicBezTo>
                    <a:pt x="219977" y="-595"/>
                    <a:pt x="239772" y="1120"/>
                    <a:pt x="255710" y="3907"/>
                  </a:cubicBezTo>
                  <a:cubicBezTo>
                    <a:pt x="274934" y="7266"/>
                    <a:pt x="287440" y="26062"/>
                    <a:pt x="283224" y="45072"/>
                  </a:cubicBezTo>
                  <a:lnTo>
                    <a:pt x="282938" y="46286"/>
                  </a:lnTo>
                  <a:cubicBezTo>
                    <a:pt x="279007" y="64153"/>
                    <a:pt x="261713" y="75945"/>
                    <a:pt x="243703" y="72729"/>
                  </a:cubicBezTo>
                  <a:cubicBezTo>
                    <a:pt x="231911" y="70585"/>
                    <a:pt x="218547" y="69441"/>
                    <a:pt x="203754" y="69941"/>
                  </a:cubicBezTo>
                  <a:cubicBezTo>
                    <a:pt x="136648" y="72228"/>
                    <a:pt x="85908" y="114464"/>
                    <a:pt x="88695" y="197650"/>
                  </a:cubicBezTo>
                  <a:cubicBezTo>
                    <a:pt x="91196" y="272546"/>
                    <a:pt x="137148" y="318141"/>
                    <a:pt x="212616" y="315640"/>
                  </a:cubicBezTo>
                  <a:cubicBezTo>
                    <a:pt x="225194" y="315211"/>
                    <a:pt x="238343" y="313424"/>
                    <a:pt x="250421" y="310851"/>
                  </a:cubicBezTo>
                  <a:cubicBezTo>
                    <a:pt x="268716" y="306921"/>
                    <a:pt x="286654" y="318570"/>
                    <a:pt x="290799" y="336793"/>
                  </a:cubicBezTo>
                  <a:lnTo>
                    <a:pt x="290799" y="336793"/>
                  </a:lnTo>
                  <a:close/>
                </a:path>
              </a:pathLst>
            </a:custGeom>
            <a:solidFill>
              <a:srgbClr val="F7CC7F"/>
            </a:solidFill>
            <a:ln w="71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" descr="57596f3a-b515-4c3a-8ae5-3063281bc4d1"/>
          <p:cNvSpPr>
            <a:spLocks noGrp="1"/>
          </p:cNvSpPr>
          <p:nvPr>
            <p:ph type="title" hasCustomPrompt="1"/>
          </p:nvPr>
        </p:nvSpPr>
        <p:spPr>
          <a:xfrm>
            <a:off x="660400" y="1103573"/>
            <a:ext cx="5851938" cy="2857506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6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4" name="" descr="252af1fb-2c15-4d75-8767-c7e8a24f8667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423449"/>
            <a:ext cx="5851938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" descr="ba967fb7-29f5-4abd-b23d-44abece0d7a9"/>
          <p:cNvSpPr>
            <a:spLocks noGrp="1"/>
          </p:cNvSpPr>
          <p:nvPr>
            <p:ph type="body" sz="quarter" idx="14" hasCustomPrompt="1"/>
          </p:nvPr>
        </p:nvSpPr>
        <p:spPr>
          <a:xfrm>
            <a:off x="684175" y="5091169"/>
            <a:ext cx="5833599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/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gradFill>
          <a:gsLst>
            <a:gs pos="0">
              <a:schemeClr val="accent1">
                <a:lumMod val="75000"/>
              </a:schemeClr>
            </a:gs>
            <a:gs pos="72000">
              <a:schemeClr val="accent1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9" name=""/>
          <p:cNvGrpSpPr/>
          <p:nvPr/>
        </p:nvGrpSpPr>
        <p:grpSpPr>
          <a:xfrm>
            <a:off x="0" y="5513364"/>
            <a:ext cx="12192000" cy="1344636"/>
            <a:chOff x="0" y="5513364"/>
            <a:chExt cx="12192000" cy="1344636"/>
          </a:xfrm>
        </p:grpSpPr>
        <p:sp>
          <p:nvSpPr>
            <p:cNvPr id="10" name=""/>
            <p:cNvSpPr/>
            <p:nvPr/>
          </p:nvSpPr>
          <p:spPr>
            <a:xfrm>
              <a:off x="0" y="5513364"/>
              <a:ext cx="12192000" cy="1344636"/>
            </a:xfrm>
            <a:custGeom>
              <a:gdLst>
                <a:gd name="connsiteX0" fmla="*/ 0 w 12192000"/>
                <a:gd name="connsiteY0" fmla="*/ 0 h 1344636"/>
                <a:gd name="connsiteX1" fmla="*/ 33819 w 12192000"/>
                <a:gd name="connsiteY1" fmla="*/ 16709 h 1344636"/>
                <a:gd name="connsiteX2" fmla="*/ 6096000 w 12192000"/>
                <a:gd name="connsiteY2" fmla="*/ 875413 h 1344636"/>
                <a:gd name="connsiteX3" fmla="*/ 12158181 w 12192000"/>
                <a:gd name="connsiteY3" fmla="*/ 16709 h 1344636"/>
                <a:gd name="connsiteX4" fmla="*/ 12192000 w 12192000"/>
                <a:gd name="connsiteY4" fmla="*/ 0 h 1344636"/>
                <a:gd name="connsiteX5" fmla="*/ 12192000 w 12192000"/>
                <a:gd name="connsiteY5" fmla="*/ 1344636 h 1344636"/>
                <a:gd name="connsiteX6" fmla="*/ 0 w 12192000"/>
                <a:gd name="connsiteY6" fmla="*/ 1344636 h 1344636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344636">
                  <a:moveTo>
                    <a:pt x="0" y="0"/>
                  </a:moveTo>
                  <a:lnTo>
                    <a:pt x="33819" y="16709"/>
                  </a:lnTo>
                  <a:cubicBezTo>
                    <a:pt x="1201292" y="528192"/>
                    <a:pt x="3478270" y="875413"/>
                    <a:pt x="6096000" y="875413"/>
                  </a:cubicBezTo>
                  <a:cubicBezTo>
                    <a:pt x="8713730" y="875413"/>
                    <a:pt x="10990708" y="528192"/>
                    <a:pt x="12158181" y="16709"/>
                  </a:cubicBezTo>
                  <a:lnTo>
                    <a:pt x="12192000" y="0"/>
                  </a:lnTo>
                  <a:lnTo>
                    <a:pt x="12192000" y="1344636"/>
                  </a:lnTo>
                  <a:lnTo>
                    <a:pt x="0" y="134463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1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"/>
            <p:cNvSpPr/>
            <p:nvPr/>
          </p:nvSpPr>
          <p:spPr>
            <a:xfrm>
              <a:off x="0" y="6054064"/>
              <a:ext cx="12192000" cy="803936"/>
            </a:xfrm>
            <a:custGeom>
              <a:gdLst>
                <a:gd name="connsiteX0" fmla="*/ 0 w 12192000"/>
                <a:gd name="connsiteY0" fmla="*/ 0 h 803936"/>
                <a:gd name="connsiteX1" fmla="*/ 374491 w 12192000"/>
                <a:gd name="connsiteY1" fmla="*/ 52753 h 803936"/>
                <a:gd name="connsiteX2" fmla="*/ 6096000 w 12192000"/>
                <a:gd name="connsiteY2" fmla="*/ 372604 h 803936"/>
                <a:gd name="connsiteX3" fmla="*/ 11817509 w 12192000"/>
                <a:gd name="connsiteY3" fmla="*/ 52753 h 803936"/>
                <a:gd name="connsiteX4" fmla="*/ 12192000 w 12192000"/>
                <a:gd name="connsiteY4" fmla="*/ 0 h 803936"/>
                <a:gd name="connsiteX5" fmla="*/ 12192000 w 12192000"/>
                <a:gd name="connsiteY5" fmla="*/ 803936 h 803936"/>
                <a:gd name="connsiteX6" fmla="*/ 0 w 12192000"/>
                <a:gd name="connsiteY6" fmla="*/ 803936 h 803936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803936">
                  <a:moveTo>
                    <a:pt x="0" y="0"/>
                  </a:moveTo>
                  <a:lnTo>
                    <a:pt x="374491" y="52753"/>
                  </a:lnTo>
                  <a:cubicBezTo>
                    <a:pt x="1879965" y="251345"/>
                    <a:pt x="3889238" y="372604"/>
                    <a:pt x="6096000" y="372604"/>
                  </a:cubicBezTo>
                  <a:cubicBezTo>
                    <a:pt x="8302762" y="372604"/>
                    <a:pt x="10312035" y="251345"/>
                    <a:pt x="11817509" y="52753"/>
                  </a:cubicBezTo>
                  <a:lnTo>
                    <a:pt x="12192000" y="0"/>
                  </a:lnTo>
                  <a:lnTo>
                    <a:pt x="12192000" y="803936"/>
                  </a:lnTo>
                  <a:lnTo>
                    <a:pt x="0" y="80393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grpSp>
        <p:nvGrpSpPr>
          <p:cNvPr id="243" name=""/>
          <p:cNvGrpSpPr/>
          <p:nvPr/>
        </p:nvGrpSpPr>
        <p:grpSpPr>
          <a:xfrm>
            <a:off x="203041" y="176524"/>
            <a:ext cx="11643589" cy="1986270"/>
            <a:chOff x="203041" y="176524"/>
            <a:chExt cx="11643589" cy="1986270"/>
          </a:xfrm>
        </p:grpSpPr>
        <p:grpSp>
          <p:nvGrpSpPr>
            <p:cNvPr id="109" name=""/>
            <p:cNvGrpSpPr/>
            <p:nvPr/>
          </p:nvGrpSpPr>
          <p:grpSpPr>
            <a:xfrm>
              <a:off x="1270580" y="176524"/>
              <a:ext cx="311055" cy="262324"/>
              <a:chOff x="3858534" y="149682"/>
              <a:chExt cx="413350" cy="348593"/>
            </a:xfrm>
          </p:grpSpPr>
          <p:sp>
            <p:nvSpPr>
              <p:cNvPr id="136" name=""/>
              <p:cNvSpPr/>
              <p:nvPr/>
            </p:nvSpPr>
            <p:spPr>
              <a:xfrm>
                <a:off x="3988619" y="344390"/>
                <a:ext cx="283265" cy="153885"/>
              </a:xfrm>
              <a:custGeom>
                <a:gdLst>
                  <a:gd name="connsiteX0" fmla="*/ 74970 w 283265"/>
                  <a:gd name="connsiteY0" fmla="*/ 124239 h 153885"/>
                  <a:gd name="connsiteX1" fmla="*/ 283265 w 283265"/>
                  <a:gd name="connsiteY1" fmla="*/ 119909 h 153885"/>
                  <a:gd name="connsiteX2" fmla="*/ 216815 w 283265"/>
                  <a:gd name="connsiteY2" fmla="*/ 40537 h 153885"/>
                  <a:gd name="connsiteX3" fmla="*/ 0 w 283265"/>
                  <a:gd name="connsiteY3" fmla="*/ 0 h 153885"/>
                  <a:gd name="connsiteX4" fmla="*/ 74970 w 283265"/>
                  <a:gd name="connsiteY4" fmla="*/ 124239 h 15388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3265" h="153885">
                    <a:moveTo>
                      <a:pt x="74970" y="124239"/>
                    </a:moveTo>
                    <a:cubicBezTo>
                      <a:pt x="74970" y="124239"/>
                      <a:pt x="178762" y="193742"/>
                      <a:pt x="283265" y="119909"/>
                    </a:cubicBezTo>
                    <a:cubicBezTo>
                      <a:pt x="283265" y="119909"/>
                      <a:pt x="245000" y="47708"/>
                      <a:pt x="216815" y="40537"/>
                    </a:cubicBezTo>
                    <a:cubicBezTo>
                      <a:pt x="216815" y="40537"/>
                      <a:pt x="115294" y="99462"/>
                      <a:pt x="0" y="0"/>
                    </a:cubicBezTo>
                    <a:cubicBezTo>
                      <a:pt x="-71" y="0"/>
                      <a:pt x="39686" y="96410"/>
                      <a:pt x="74970" y="124239"/>
                    </a:cubicBezTo>
                    <a:close/>
                  </a:path>
                </a:pathLst>
              </a:custGeom>
              <a:solidFill>
                <a:srgbClr val="D6654E"/>
              </a:solidFill>
              <a:ln w="70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7" name=""/>
              <p:cNvSpPr/>
              <p:nvPr/>
            </p:nvSpPr>
            <p:spPr>
              <a:xfrm>
                <a:off x="3858534" y="149682"/>
                <a:ext cx="205054" cy="318947"/>
              </a:xfrm>
              <a:custGeom>
                <a:gdLst>
                  <a:gd name="connsiteX0" fmla="*/ 238 w 205054"/>
                  <a:gd name="connsiteY0" fmla="*/ 967 h 318947"/>
                  <a:gd name="connsiteX1" fmla="*/ 205055 w 205054"/>
                  <a:gd name="connsiteY1" fmla="*/ 318948 h 318947"/>
                  <a:gd name="connsiteX2" fmla="*/ 135339 w 205054"/>
                  <a:gd name="connsiteY2" fmla="*/ 50733 h 318947"/>
                  <a:gd name="connsiteX3" fmla="*/ 238 w 205054"/>
                  <a:gd name="connsiteY3" fmla="*/ 967 h 31894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054" h="318947">
                    <a:moveTo>
                      <a:pt x="238" y="967"/>
                    </a:moveTo>
                    <a:cubicBezTo>
                      <a:pt x="238" y="967"/>
                      <a:pt x="-15310" y="186403"/>
                      <a:pt x="205055" y="318948"/>
                    </a:cubicBezTo>
                    <a:cubicBezTo>
                      <a:pt x="205055" y="318948"/>
                      <a:pt x="86211" y="158005"/>
                      <a:pt x="135339" y="50733"/>
                    </a:cubicBezTo>
                    <a:cubicBezTo>
                      <a:pt x="135339" y="50733"/>
                      <a:pt x="72296" y="-8191"/>
                      <a:pt x="238" y="967"/>
                    </a:cubicBezTo>
                    <a:close/>
                  </a:path>
                </a:pathLst>
              </a:custGeom>
              <a:solidFill>
                <a:srgbClr val="EF8062"/>
              </a:solidFill>
              <a:ln w="70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0" name=""/>
            <p:cNvGrpSpPr/>
            <p:nvPr/>
          </p:nvGrpSpPr>
          <p:grpSpPr>
            <a:xfrm>
              <a:off x="11137884" y="1908367"/>
              <a:ext cx="311829" cy="254427"/>
              <a:chOff x="8854250" y="2951353"/>
              <a:chExt cx="414379" cy="338098"/>
            </a:xfrm>
          </p:grpSpPr>
          <p:sp>
            <p:nvSpPr>
              <p:cNvPr id="134" name=""/>
              <p:cNvSpPr/>
              <p:nvPr/>
            </p:nvSpPr>
            <p:spPr>
              <a:xfrm>
                <a:off x="9072697" y="2951353"/>
                <a:ext cx="195931" cy="247839"/>
              </a:xfrm>
              <a:custGeom>
                <a:gdLst>
                  <a:gd name="connsiteX0" fmla="*/ 138225 w 195931"/>
                  <a:gd name="connsiteY0" fmla="*/ 203610 h 247839"/>
                  <a:gd name="connsiteX1" fmla="*/ 182170 w 195931"/>
                  <a:gd name="connsiteY1" fmla="*/ 0 h 247839"/>
                  <a:gd name="connsiteX2" fmla="*/ 89594 w 195931"/>
                  <a:gd name="connsiteY2" fmla="*/ 46288 h 247839"/>
                  <a:gd name="connsiteX3" fmla="*/ 0 w 195931"/>
                  <a:gd name="connsiteY3" fmla="*/ 247839 h 247839"/>
                  <a:gd name="connsiteX4" fmla="*/ 138225 w 195931"/>
                  <a:gd name="connsiteY4" fmla="*/ 203610 h 247839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5931" h="247838">
                    <a:moveTo>
                      <a:pt x="138225" y="203610"/>
                    </a:moveTo>
                    <a:cubicBezTo>
                      <a:pt x="138225" y="203610"/>
                      <a:pt x="229878" y="118702"/>
                      <a:pt x="182170" y="0"/>
                    </a:cubicBezTo>
                    <a:cubicBezTo>
                      <a:pt x="182170" y="0"/>
                      <a:pt x="103083" y="20517"/>
                      <a:pt x="89594" y="46288"/>
                    </a:cubicBezTo>
                    <a:cubicBezTo>
                      <a:pt x="89594" y="46288"/>
                      <a:pt x="123458" y="158742"/>
                      <a:pt x="0" y="247839"/>
                    </a:cubicBezTo>
                    <a:cubicBezTo>
                      <a:pt x="0" y="247839"/>
                      <a:pt x="103012" y="231511"/>
                      <a:pt x="138225" y="203610"/>
                    </a:cubicBezTo>
                    <a:close/>
                  </a:path>
                </a:pathLst>
              </a:custGeom>
              <a:solidFill>
                <a:srgbClr val="D6654E"/>
              </a:solidFill>
              <a:ln w="70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5" name=""/>
              <p:cNvSpPr/>
              <p:nvPr/>
            </p:nvSpPr>
            <p:spPr>
              <a:xfrm>
                <a:off x="8854250" y="3155034"/>
                <a:ext cx="356672" cy="134417"/>
              </a:xfrm>
              <a:custGeom>
                <a:gdLst>
                  <a:gd name="connsiteX0" fmla="*/ 0 w 356672"/>
                  <a:gd name="connsiteY0" fmla="*/ 125730 h 134417"/>
                  <a:gd name="connsiteX1" fmla="*/ 356673 w 356672"/>
                  <a:gd name="connsiteY1" fmla="*/ 0 h 134417"/>
                  <a:gd name="connsiteX2" fmla="*/ 79655 w 356672"/>
                  <a:gd name="connsiteY2" fmla="*/ 5822 h 134417"/>
                  <a:gd name="connsiteX3" fmla="*/ 0 w 356672"/>
                  <a:gd name="connsiteY3" fmla="*/ 125730 h 13441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6672" h="134417">
                    <a:moveTo>
                      <a:pt x="0" y="125730"/>
                    </a:moveTo>
                    <a:cubicBezTo>
                      <a:pt x="0" y="125730"/>
                      <a:pt x="176845" y="183732"/>
                      <a:pt x="356673" y="0"/>
                    </a:cubicBezTo>
                    <a:cubicBezTo>
                      <a:pt x="356673" y="0"/>
                      <a:pt x="172586" y="78448"/>
                      <a:pt x="79655" y="5822"/>
                    </a:cubicBezTo>
                    <a:cubicBezTo>
                      <a:pt x="79584" y="5750"/>
                      <a:pt x="7738" y="53458"/>
                      <a:pt x="0" y="125730"/>
                    </a:cubicBezTo>
                    <a:close/>
                  </a:path>
                </a:pathLst>
              </a:custGeom>
              <a:solidFill>
                <a:srgbClr val="EF8062"/>
              </a:solidFill>
              <a:ln w="70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11" name=""/>
            <p:cNvSpPr/>
            <p:nvPr/>
          </p:nvSpPr>
          <p:spPr>
            <a:xfrm>
              <a:off x="10790909" y="1765376"/>
              <a:ext cx="119911" cy="128541"/>
            </a:xfrm>
            <a:custGeom>
              <a:gdLst>
                <a:gd name="connsiteX0" fmla="*/ 32848 w 159346"/>
                <a:gd name="connsiteY0" fmla="*/ 170138 h 170813"/>
                <a:gd name="connsiteX1" fmla="*/ 158082 w 159346"/>
                <a:gd name="connsiteY1" fmla="*/ 125553 h 170813"/>
                <a:gd name="connsiteX2" fmla="*/ 154106 w 159346"/>
                <a:gd name="connsiteY2" fmla="*/ 55624 h 170813"/>
                <a:gd name="connsiteX3" fmla="*/ 116621 w 159346"/>
                <a:gd name="connsiteY3" fmla="*/ 533 h 170813"/>
                <a:gd name="connsiteX4" fmla="*/ 19430 w 159346"/>
                <a:gd name="connsiteY4" fmla="*/ 34894 h 170813"/>
                <a:gd name="connsiteX5" fmla="*/ 11692 w 159346"/>
                <a:gd name="connsiteY5" fmla="*/ 109012 h 170813"/>
                <a:gd name="connsiteX6" fmla="*/ 32848 w 159346"/>
                <a:gd name="connsiteY6" fmla="*/ 170138 h 170813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9346" h="170813">
                  <a:moveTo>
                    <a:pt x="32848" y="170138"/>
                  </a:moveTo>
                  <a:cubicBezTo>
                    <a:pt x="32848" y="170138"/>
                    <a:pt x="83183" y="179864"/>
                    <a:pt x="158082" y="125553"/>
                  </a:cubicBezTo>
                  <a:cubicBezTo>
                    <a:pt x="158082" y="125553"/>
                    <a:pt x="162767" y="78342"/>
                    <a:pt x="154106" y="55624"/>
                  </a:cubicBezTo>
                  <a:cubicBezTo>
                    <a:pt x="145444" y="32906"/>
                    <a:pt x="129542" y="-4933"/>
                    <a:pt x="116621" y="533"/>
                  </a:cubicBezTo>
                  <a:cubicBezTo>
                    <a:pt x="103700" y="6000"/>
                    <a:pt x="61175" y="29073"/>
                    <a:pt x="19430" y="34894"/>
                  </a:cubicBezTo>
                  <a:cubicBezTo>
                    <a:pt x="-22314" y="40716"/>
                    <a:pt x="17016" y="72450"/>
                    <a:pt x="11692" y="109012"/>
                  </a:cubicBezTo>
                  <a:cubicBezTo>
                    <a:pt x="6297" y="145716"/>
                    <a:pt x="8710" y="170421"/>
                    <a:pt x="32848" y="170138"/>
                  </a:cubicBezTo>
                  <a:close/>
                </a:path>
              </a:pathLst>
            </a:custGeom>
            <a:solidFill>
              <a:srgbClr val="2E6EF5"/>
            </a:solidFill>
            <a:ln w="70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" name=""/>
            <p:cNvSpPr/>
            <p:nvPr/>
          </p:nvSpPr>
          <p:spPr>
            <a:xfrm>
              <a:off x="491749" y="824712"/>
              <a:ext cx="119058" cy="133883"/>
            </a:xfrm>
            <a:custGeom>
              <a:gdLst>
                <a:gd name="connsiteX0" fmla="*/ 99997 w 158212"/>
                <a:gd name="connsiteY0" fmla="*/ 172006 h 177912"/>
                <a:gd name="connsiteX1" fmla="*/ 158212 w 158212"/>
                <a:gd name="connsiteY1" fmla="*/ 64095 h 177912"/>
                <a:gd name="connsiteX2" fmla="*/ 112279 w 158212"/>
                <a:gd name="connsiteY2" fmla="*/ 18659 h 177912"/>
                <a:gd name="connsiteX3" fmla="*/ 52574 w 158212"/>
                <a:gd name="connsiteY3" fmla="*/ 4106 h 177912"/>
                <a:gd name="connsiteX4" fmla="*/ 7209 w 158212"/>
                <a:gd name="connsiteY4" fmla="*/ 87736 h 177912"/>
                <a:gd name="connsiteX5" fmla="*/ 47746 w 158212"/>
                <a:gd name="connsiteY5" fmla="*/ 143324 h 177912"/>
                <a:gd name="connsiteX6" fmla="*/ 99997 w 158212"/>
                <a:gd name="connsiteY6" fmla="*/ 172006 h 177912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8212" h="177912">
                  <a:moveTo>
                    <a:pt x="99997" y="172006"/>
                  </a:moveTo>
                  <a:cubicBezTo>
                    <a:pt x="99997" y="172006"/>
                    <a:pt x="140535" y="147513"/>
                    <a:pt x="158212" y="64095"/>
                  </a:cubicBezTo>
                  <a:cubicBezTo>
                    <a:pt x="158212" y="64095"/>
                    <a:pt x="132300" y="28882"/>
                    <a:pt x="112279" y="18659"/>
                  </a:cubicBezTo>
                  <a:cubicBezTo>
                    <a:pt x="92259" y="8436"/>
                    <a:pt x="58040" y="-7608"/>
                    <a:pt x="52574" y="4106"/>
                  </a:cubicBezTo>
                  <a:cubicBezTo>
                    <a:pt x="47107" y="15820"/>
                    <a:pt x="32269" y="57919"/>
                    <a:pt x="7209" y="87736"/>
                  </a:cubicBezTo>
                  <a:cubicBezTo>
                    <a:pt x="-17781" y="117554"/>
                    <a:pt x="28720" y="114927"/>
                    <a:pt x="47746" y="143324"/>
                  </a:cubicBezTo>
                  <a:cubicBezTo>
                    <a:pt x="66701" y="171651"/>
                    <a:pt x="83598" y="187128"/>
                    <a:pt x="99997" y="172006"/>
                  </a:cubicBezTo>
                  <a:close/>
                </a:path>
              </a:pathLst>
            </a:custGeom>
            <a:solidFill>
              <a:schemeClr val="accent2"/>
            </a:solidFill>
            <a:ln w="70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" name=""/>
            <p:cNvSpPr/>
            <p:nvPr/>
          </p:nvSpPr>
          <p:spPr>
            <a:xfrm>
              <a:off x="11161306" y="1329689"/>
              <a:ext cx="111800" cy="129736"/>
            </a:xfrm>
            <a:custGeom>
              <a:gdLst>
                <a:gd name="connsiteX0" fmla="*/ 117395 w 148567"/>
                <a:gd name="connsiteY0" fmla="*/ 162697 h 172402"/>
                <a:gd name="connsiteX1" fmla="*/ 148348 w 148567"/>
                <a:gd name="connsiteY1" fmla="*/ 40588 h 172402"/>
                <a:gd name="connsiteX2" fmla="*/ 91198 w 148567"/>
                <a:gd name="connsiteY2" fmla="*/ 6865 h 172402"/>
                <a:gd name="connsiteX3" fmla="*/ 28084 w 148567"/>
                <a:gd name="connsiteY3" fmla="*/ 7291 h 172402"/>
                <a:gd name="connsiteX4" fmla="*/ 3876 w 148567"/>
                <a:gd name="connsiteY4" fmla="*/ 101926 h 172402"/>
                <a:gd name="connsiteX5" fmla="*/ 58186 w 148567"/>
                <a:gd name="connsiteY5" fmla="*/ 147149 h 172402"/>
                <a:gd name="connsiteX6" fmla="*/ 117395 w 148567"/>
                <a:gd name="connsiteY6" fmla="*/ 162697 h 172402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8567" h="172402">
                  <a:moveTo>
                    <a:pt x="117395" y="162697"/>
                  </a:moveTo>
                  <a:cubicBezTo>
                    <a:pt x="117395" y="162697"/>
                    <a:pt x="151614" y="128194"/>
                    <a:pt x="148348" y="40588"/>
                  </a:cubicBezTo>
                  <a:cubicBezTo>
                    <a:pt x="148348" y="40588"/>
                    <a:pt x="113703" y="11977"/>
                    <a:pt x="91198" y="6865"/>
                  </a:cubicBezTo>
                  <a:cubicBezTo>
                    <a:pt x="68693" y="1683"/>
                    <a:pt x="30570" y="-5771"/>
                    <a:pt x="28084" y="7291"/>
                  </a:cubicBezTo>
                  <a:cubicBezTo>
                    <a:pt x="25529" y="20354"/>
                    <a:pt x="21340" y="66003"/>
                    <a:pt x="3876" y="101926"/>
                  </a:cubicBezTo>
                  <a:cubicBezTo>
                    <a:pt x="-13589" y="137849"/>
                    <a:pt x="32131" y="123650"/>
                    <a:pt x="58186" y="147149"/>
                  </a:cubicBezTo>
                  <a:cubicBezTo>
                    <a:pt x="84170" y="170648"/>
                    <a:pt x="104900" y="181794"/>
                    <a:pt x="117395" y="162697"/>
                  </a:cubicBezTo>
                  <a:close/>
                </a:path>
              </a:pathLst>
            </a:custGeom>
            <a:solidFill>
              <a:schemeClr val="accent2"/>
            </a:solidFill>
            <a:ln w="70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" name=""/>
            <p:cNvSpPr/>
            <p:nvPr/>
          </p:nvSpPr>
          <p:spPr>
            <a:xfrm>
              <a:off x="203041" y="1057044"/>
              <a:ext cx="114483" cy="108370"/>
            </a:xfrm>
            <a:custGeom>
              <a:gdLst>
                <a:gd name="connsiteX0" fmla="*/ 150548 w 152132"/>
                <a:gd name="connsiteY0" fmla="*/ 122040 h 144009"/>
                <a:gd name="connsiteX1" fmla="*/ 118246 w 152132"/>
                <a:gd name="connsiteY1" fmla="*/ 3764 h 144009"/>
                <a:gd name="connsiteX2" fmla="*/ 53642 w 152132"/>
                <a:gd name="connsiteY2" fmla="*/ 2557 h 144009"/>
                <a:gd name="connsiteX3" fmla="*/ 325 w 152132"/>
                <a:gd name="connsiteY3" fmla="*/ 33227 h 144009"/>
                <a:gd name="connsiteX4" fmla="*/ 25173 w 152132"/>
                <a:gd name="connsiteY4" fmla="*/ 125022 h 144009"/>
                <a:gd name="connsiteX5" fmla="*/ 92830 w 152132"/>
                <a:gd name="connsiteY5" fmla="*/ 137304 h 144009"/>
                <a:gd name="connsiteX6" fmla="*/ 150548 w 152132"/>
                <a:gd name="connsiteY6" fmla="*/ 122040 h 14400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132" h="144009">
                  <a:moveTo>
                    <a:pt x="150548" y="122040"/>
                  </a:moveTo>
                  <a:cubicBezTo>
                    <a:pt x="150548" y="122040"/>
                    <a:pt x="162972" y="76391"/>
                    <a:pt x="118246" y="3764"/>
                  </a:cubicBezTo>
                  <a:cubicBezTo>
                    <a:pt x="118246" y="3764"/>
                    <a:pt x="75153" y="-3832"/>
                    <a:pt x="53642" y="2557"/>
                  </a:cubicBezTo>
                  <a:cubicBezTo>
                    <a:pt x="32131" y="8947"/>
                    <a:pt x="-3792" y="20945"/>
                    <a:pt x="325" y="33227"/>
                  </a:cubicBezTo>
                  <a:cubicBezTo>
                    <a:pt x="4443" y="45509"/>
                    <a:pt x="22759" y="86188"/>
                    <a:pt x="25173" y="125022"/>
                  </a:cubicBezTo>
                  <a:cubicBezTo>
                    <a:pt x="27587" y="163855"/>
                    <a:pt x="59534" y="129849"/>
                    <a:pt x="92830" y="137304"/>
                  </a:cubicBezTo>
                  <a:cubicBezTo>
                    <a:pt x="126197" y="144687"/>
                    <a:pt x="149128" y="144190"/>
                    <a:pt x="150548" y="122040"/>
                  </a:cubicBezTo>
                  <a:close/>
                </a:path>
              </a:pathLst>
            </a:custGeom>
            <a:solidFill>
              <a:srgbClr val="2E6EF5"/>
            </a:solidFill>
            <a:ln w="70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" name=""/>
            <p:cNvSpPr/>
            <p:nvPr/>
          </p:nvSpPr>
          <p:spPr>
            <a:xfrm>
              <a:off x="11732147" y="318667"/>
              <a:ext cx="114483" cy="108370"/>
            </a:xfrm>
            <a:custGeom>
              <a:gdLst>
                <a:gd name="connsiteX0" fmla="*/ 150548 w 152132"/>
                <a:gd name="connsiteY0" fmla="*/ 122040 h 144009"/>
                <a:gd name="connsiteX1" fmla="*/ 118246 w 152132"/>
                <a:gd name="connsiteY1" fmla="*/ 3764 h 144009"/>
                <a:gd name="connsiteX2" fmla="*/ 53642 w 152132"/>
                <a:gd name="connsiteY2" fmla="*/ 2557 h 144009"/>
                <a:gd name="connsiteX3" fmla="*/ 325 w 152132"/>
                <a:gd name="connsiteY3" fmla="*/ 33227 h 144009"/>
                <a:gd name="connsiteX4" fmla="*/ 25173 w 152132"/>
                <a:gd name="connsiteY4" fmla="*/ 125022 h 144009"/>
                <a:gd name="connsiteX5" fmla="*/ 92830 w 152132"/>
                <a:gd name="connsiteY5" fmla="*/ 137304 h 144009"/>
                <a:gd name="connsiteX6" fmla="*/ 150548 w 152132"/>
                <a:gd name="connsiteY6" fmla="*/ 122040 h 14400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132" h="144009">
                  <a:moveTo>
                    <a:pt x="150548" y="122040"/>
                  </a:moveTo>
                  <a:cubicBezTo>
                    <a:pt x="150548" y="122040"/>
                    <a:pt x="162972" y="76391"/>
                    <a:pt x="118246" y="3764"/>
                  </a:cubicBezTo>
                  <a:cubicBezTo>
                    <a:pt x="118246" y="3764"/>
                    <a:pt x="75152" y="-3832"/>
                    <a:pt x="53642" y="2557"/>
                  </a:cubicBezTo>
                  <a:cubicBezTo>
                    <a:pt x="32131" y="8947"/>
                    <a:pt x="-3793" y="20945"/>
                    <a:pt x="325" y="33227"/>
                  </a:cubicBezTo>
                  <a:cubicBezTo>
                    <a:pt x="4443" y="45509"/>
                    <a:pt x="22759" y="86188"/>
                    <a:pt x="25173" y="125022"/>
                  </a:cubicBezTo>
                  <a:cubicBezTo>
                    <a:pt x="27587" y="163855"/>
                    <a:pt x="59534" y="129849"/>
                    <a:pt x="92830" y="137304"/>
                  </a:cubicBezTo>
                  <a:cubicBezTo>
                    <a:pt x="126197" y="144758"/>
                    <a:pt x="149128" y="144261"/>
                    <a:pt x="150548" y="122040"/>
                  </a:cubicBezTo>
                  <a:close/>
                </a:path>
              </a:pathLst>
            </a:custGeom>
            <a:solidFill>
              <a:srgbClr val="2E6EF5"/>
            </a:solidFill>
            <a:ln w="70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ransition/>
  <p:timing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228f69cd14e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5349023f56647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1f240bacba349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caa6089483a47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ef70ae939244d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3342551a8a442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c4fd93a75734e1c" /><Relationship Type="http://schemas.openxmlformats.org/officeDocument/2006/relationships/tags" Target="/ppt/tags/tag422.xml" Id="rI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7663afae0d34e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19644f249eb46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ee546bb97e94e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972fad8b440416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5c78cf061ce4bd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7cb0f7da7ea4c11" /><Relationship Type="http://schemas.openxmlformats.org/officeDocument/2006/relationships/tags" Target="/ppt/tags/tag3423.xml" Id="rI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bc4b5a491d64cc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0741275e5894ab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b1beaaa586d4f96" /><Relationship Type="http://schemas.openxmlformats.org/officeDocument/2006/relationships/tags" Target="/ppt/tags/tag2824.xml" Id="rI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891c05faf2e4e1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ac614a6b0094cb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c0df2f5b420465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e1646cac944919" /></Relationships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" descr="0e6eebf0-44b1-4f48-93c2-7c88048cdc4e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储干转正述职报告</a:t>
            </a:r>
            <a:endParaRPr lang="en-US" dirty="0"/>
          </a:p>
        </p:txBody>
      </p:sp>
      <p:sp>
        <p:nvSpPr>
          <p:cNvPr id="9" name="" descr="cb84da08-5146-4efc-a272-6ea8db97337a"/>
          <p:cNvSpPr>
            <a:spLocks noGrp="1"/>
          </p:cNvSpPr>
          <p:nvPr>
            <p:ph type="subTitle" sz="quarter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个人成长复盘与未来规划</a:t>
            </a:r>
            <a:endParaRPr lang="en-US" dirty="0"/>
          </a:p>
        </p:txBody>
      </p:sp>
      <p:sp>
        <p:nvSpPr>
          <p:cNvPr id="4" name="" descr="5a1caa73-cdfd-4227-9ea9-0bc7e6ca6bf8"/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报告人名称</a:t>
            </a:r>
            <a:endParaRPr lang="en-US" dirty="0"/>
          </a:p>
        </p:txBody>
      </p:sp>
      <p:sp>
        <p:nvSpPr>
          <p:cNvPr id="7" name="" descr="9f993486-eae0-4c8e-82ff-d7d2e68fc780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0cd8f1f8-ab65-421b-aca8-9a5b1683dc3c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目录</a:t>
            </a:r>
            <a:endParaRPr lang="en-US" dirty="0"/>
          </a:p>
        </p:txBody>
      </p:sp>
      <p:sp>
        <p:nvSpPr>
          <p:cNvPr id="3" name="" descr="54af1d27-d012-4bde-b5c8-0cde2d01b0fb"/>
          <p:cNvSpPr>
            <a:spLocks noGrp="1"/>
          </p:cNvSpPr>
          <p:nvPr>
            <p:ph sz="quarter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自我认知与融入</a:t>
            </a:r>
            <a:endParaRPr lang="en-US" dirty="0"/>
          </a:p>
          <a:p>
            <a:pPr/>
            <a:r>
              <a:rPr lang="zh-CN" altLang="en-US" dirty="0"/>
              <a:t>项目实践与成果</a:t>
            </a:r>
            <a:endParaRPr lang="en-US" dirty="0"/>
          </a:p>
          <a:p>
            <a:pPr/>
            <a:r>
              <a:rPr lang="zh-CN" altLang="en-US" dirty="0"/>
              <a:t>总结与成长反思</a:t>
            </a:r>
            <a:endParaRPr lang="en-US" dirty="0"/>
          </a:p>
          <a:p>
            <a:pPr/>
            <a:r>
              <a:rPr lang="zh-CN" altLang="en-US" dirty="0"/>
              <a:t>未来规划与展望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" descr="46140bc6-a279-4370-ab60-e31889b70e6c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自我认知与融入</a:t>
            </a:r>
            <a:endParaRPr lang="en-US" dirty="0"/>
          </a:p>
        </p:txBody>
      </p:sp>
      <p:sp>
        <p:nvSpPr>
          <p:cNvPr id="25" name="" descr="518cc0cc-7761-443f-82a9-ab53c28bf8e3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简要介绍个人背景、性格特质，重点阐述对岗位的理解与快速适应过程，展现个人与岗位的匹配度。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12" name="264fe96b-4cb2-41d6-a0c0-24d1664b2740.source.3.zh-Hans.pptx" descr="4f08a2b0-aeed-4b30-a4c9-d38f2476616a">
            <a:extLst>
              <a:ext uri="{FF2B5EF4-FFF2-40B4-BE49-F238E27FC236}">
                <a16:creationId id="{629350DE-8515-A528-9E7D-8BA3EEA42AE5}"/>
              </a:ext>
            </a:extLst>
          </p:cNvPr>
          <p:cNvGrpSpPr/>
          <p:nvPr/>
        </p:nvGrpSpPr>
        <p:grpSpPr>
          <a:xfrm>
            <a:off x="673099" y="1130300"/>
            <a:ext cx="10845801" cy="5003800"/>
            <a:chOff x="673099" y="1130300"/>
            <a:chExt cx="10845801" cy="5003800"/>
          </a:xfrm>
        </p:grpSpPr>
        <p:sp>
          <p:nvSpPr>
            <p:cNvPr id="6" name="Title" descr="21f0e278-6588-42d1-93c7-f4f345932a56">
              <a:extLst>
                <a:ext uri="{FF2B5EF4-FFF2-40B4-BE49-F238E27FC236}">
                  <a16:creationId id="{843079CE-035C-460D-A240-99747A372C8F}"/>
                </a:ext>
              </a:extLst>
            </p:cNvPr>
            <p:cNvSpPr txBox="1"/>
            <p:nvPr/>
          </p:nvSpPr>
          <p:spPr>
            <a:xfrm>
              <a:off x="673099" y="1130300"/>
              <a:ext cx="10845800" cy="5819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1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简明扼要地展示个人核心信息</a:t>
              </a:r>
              <a:endParaRPr lang="en-US" dirty="0"/>
            </a:p>
          </p:txBody>
        </p:sp>
        <p:grpSp>
          <p:nvGrpSpPr>
            <p:cNvPr id="7" name="组合 6" descr="eb6ab185-8c9f-4370-a276-3f4ad62be42a">
              <a:extLst>
                <a:ext uri="{FF2B5EF4-FFF2-40B4-BE49-F238E27FC236}">
                  <a16:creationId id="{D407CA12-D67C-626B-4F22-AA55D4FE410A}"/>
                </a:ext>
              </a:extLst>
            </p:cNvPr>
            <p:cNvGrpSpPr/>
            <p:nvPr/>
          </p:nvGrpSpPr>
          <p:grpSpPr>
            <a:xfrm>
              <a:off x="673100" y="2623633"/>
              <a:ext cx="3422517" cy="3510467"/>
              <a:chOff x="673100" y="2623633"/>
              <a:chExt cx="3422517" cy="3510467"/>
            </a:xfrm>
          </p:grpSpPr>
          <p:sp>
            <p:nvSpPr>
              <p:cNvPr id="3" name="Number1" descr="dff019eb-b4d6-4b01-bef9-0f70d8b27213">
                <a:extLst>
                  <a:ext uri="{FF2B5EF4-FFF2-40B4-BE49-F238E27FC236}">
                    <a16:creationId id="{871CEDC9-169C-4647-85AF-54382C01F302}"/>
                  </a:ext>
                </a:extLst>
              </p:cNvPr>
              <p:cNvSpPr/>
              <p:nvPr/>
            </p:nvSpPr>
            <p:spPr bwMode="auto">
              <a:xfrm>
                <a:off x="673102" y="2791235"/>
                <a:ext cx="1139770" cy="558510"/>
              </a:xfrm>
              <a:prstGeom prst="homePlate">
                <a:avLst>
                  <a:gd name="adj" fmla="val 31944"/>
                </a:avLst>
              </a:prstGeom>
              <a:solidFill>
                <a:schemeClr val="tx2">
                  <a:alpha val="15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anchor="ctr" anchorCtr="1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en-US" sz="1200" b="1" i="1" dirty="0"/>
                  <a:t>01</a:t>
                </a:r>
              </a:p>
            </p:txBody>
          </p:sp>
          <p:sp>
            <p:nvSpPr>
              <p:cNvPr id="8" name="ComponentBackground1" descr="fe465dd7-89e0-469b-ac2b-8c81cf246466">
                <a:extLst>
                  <a:ext uri="{FF2B5EF4-FFF2-40B4-BE49-F238E27FC236}">
                    <a16:creationId id="{487F9328-6F73-46B6-BAEC-B7CB00136696}"/>
                  </a:ext>
                </a:extLst>
              </p:cNvPr>
              <p:cNvSpPr/>
              <p:nvPr/>
            </p:nvSpPr>
            <p:spPr bwMode="auto">
              <a:xfrm>
                <a:off x="1231031" y="2623633"/>
                <a:ext cx="2845826" cy="893714"/>
              </a:xfrm>
              <a:prstGeom prst="notchedRightArrow">
                <a:avLst>
                  <a:gd name="adj1" fmla="val 100000"/>
                  <a:gd name="adj2" fmla="val 31781"/>
                </a:avLst>
              </a:prstGeom>
              <a:solidFill>
                <a:schemeClr val="accent1"/>
              </a:solidFill>
              <a:ln w="19050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0" name="Bullet1" descr="f6513bd0-df89-4a50-bb5b-50a56564ed3a">
                <a:extLst>
                  <a:ext uri="{FF2B5EF4-FFF2-40B4-BE49-F238E27FC236}">
                    <a16:creationId id="{9CFA62EB-E7ED-40E3-8E36-C62622EBC078}"/>
                  </a:ext>
                </a:extLst>
              </p:cNvPr>
              <p:cNvSpPr txBox="1"/>
              <p:nvPr/>
            </p:nvSpPr>
            <p:spPr>
              <a:xfrm>
                <a:off x="673100" y="3802743"/>
                <a:ext cx="3422517" cy="764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姓名与专业</a:t>
                </a:r>
                <a:endParaRPr lang="en-US" dirty="0"/>
              </a:p>
            </p:txBody>
          </p:sp>
          <p:sp>
            <p:nvSpPr>
              <p:cNvPr id="31" name="Text1" descr="e43a96e0-8c7d-43a7-af1f-7eac7cc76240">
                <a:extLst>
                  <a:ext uri="{FF2B5EF4-FFF2-40B4-BE49-F238E27FC236}">
                    <a16:creationId id="{C70BEDD0-F451-4786-A771-64B0E851839A}"/>
                  </a:ext>
                </a:extLst>
              </p:cNvPr>
              <p:cNvSpPr txBox="1"/>
              <p:nvPr/>
            </p:nvSpPr>
            <p:spPr>
              <a:xfrm>
                <a:off x="673100" y="4566933"/>
                <a:ext cx="3422517" cy="15671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介绍姓名、毕业院校、所学专业等基本信息，为后续汇报建立基础认知。</a:t>
                </a:r>
                <a:endParaRPr lang="en-US" dirty="0"/>
              </a:p>
            </p:txBody>
          </p:sp>
          <p:sp>
            <p:nvSpPr>
              <p:cNvPr id="24" name="IconBackground1" descr="9a7a562e-eb27-43ce-a183-a500554877ca">
                <a:extLst>
                  <a:ext uri="{FF2B5EF4-FFF2-40B4-BE49-F238E27FC236}">
                    <a16:creationId id="{F09B85F8-019E-4A4C-808C-C30473D754DC}"/>
                  </a:ext>
                </a:extLst>
              </p:cNvPr>
              <p:cNvSpPr/>
              <p:nvPr/>
            </p:nvSpPr>
            <p:spPr bwMode="auto">
              <a:xfrm>
                <a:off x="2093965" y="2780097"/>
                <a:ext cx="580787" cy="580787"/>
              </a:xfrm>
              <a:prstGeom prst="ellips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5" name="Icon1" descr="47ce40ab-6d4d-430f-a55e-f3bd03c7f9ff">
                <a:extLst>
                  <a:ext uri="{FF2B5EF4-FFF2-40B4-BE49-F238E27FC236}">
                    <a16:creationId id="{0F13EE68-E10C-49A1-887F-325A04524EEC}"/>
                  </a:ext>
                </a:extLst>
              </p:cNvPr>
              <p:cNvSpPr/>
              <p:nvPr/>
            </p:nvSpPr>
            <p:spPr bwMode="auto">
              <a:xfrm>
                <a:off x="2204771" y="2908546"/>
                <a:ext cx="359174" cy="323888"/>
              </a:xfrm>
              <a:custGeom>
                <a:avLst/>
                <a:gdLst>
                  <a:gd name="connsiteX0" fmla="*/ 521432 w 608344"/>
                  <a:gd name="connsiteY0" fmla="*/ 370453 h 548582"/>
                  <a:gd name="connsiteX1" fmla="*/ 465737 w 608344"/>
                  <a:gd name="connsiteY1" fmla="*/ 425787 h 548582"/>
                  <a:gd name="connsiteX2" fmla="*/ 442491 w 608344"/>
                  <a:gd name="connsiteY2" fmla="*/ 402479 h 548582"/>
                  <a:gd name="connsiteX3" fmla="*/ 418201 w 608344"/>
                  <a:gd name="connsiteY3" fmla="*/ 426545 h 548582"/>
                  <a:gd name="connsiteX4" fmla="*/ 441447 w 608344"/>
                  <a:gd name="connsiteY4" fmla="*/ 449948 h 548582"/>
                  <a:gd name="connsiteX5" fmla="*/ 465642 w 608344"/>
                  <a:gd name="connsiteY5" fmla="*/ 474204 h 548582"/>
                  <a:gd name="connsiteX6" fmla="*/ 489932 w 608344"/>
                  <a:gd name="connsiteY6" fmla="*/ 450043 h 548582"/>
                  <a:gd name="connsiteX7" fmla="*/ 545532 w 608344"/>
                  <a:gd name="connsiteY7" fmla="*/ 394709 h 548582"/>
                  <a:gd name="connsiteX8" fmla="*/ 481962 w 608344"/>
                  <a:gd name="connsiteY8" fmla="*/ 296170 h 548582"/>
                  <a:gd name="connsiteX9" fmla="*/ 608344 w 608344"/>
                  <a:gd name="connsiteY9" fmla="*/ 422376 h 548582"/>
                  <a:gd name="connsiteX10" fmla="*/ 481962 w 608344"/>
                  <a:gd name="connsiteY10" fmla="*/ 548582 h 548582"/>
                  <a:gd name="connsiteX11" fmla="*/ 355579 w 608344"/>
                  <a:gd name="connsiteY11" fmla="*/ 422376 h 548582"/>
                  <a:gd name="connsiteX12" fmla="*/ 481962 w 608344"/>
                  <a:gd name="connsiteY12" fmla="*/ 296170 h 548582"/>
                  <a:gd name="connsiteX13" fmla="*/ 255835 w 608344"/>
                  <a:gd name="connsiteY13" fmla="*/ 446 h 548582"/>
                  <a:gd name="connsiteX14" fmla="*/ 317801 w 608344"/>
                  <a:gd name="connsiteY14" fmla="*/ 13616 h 548582"/>
                  <a:gd name="connsiteX15" fmla="*/ 348072 w 608344"/>
                  <a:gd name="connsiteY15" fmla="*/ 41661 h 548582"/>
                  <a:gd name="connsiteX16" fmla="*/ 381190 w 608344"/>
                  <a:gd name="connsiteY16" fmla="*/ 146831 h 548582"/>
                  <a:gd name="connsiteX17" fmla="*/ 378913 w 608344"/>
                  <a:gd name="connsiteY17" fmla="*/ 156211 h 548582"/>
                  <a:gd name="connsiteX18" fmla="*/ 387833 w 608344"/>
                  <a:gd name="connsiteY18" fmla="*/ 200458 h 548582"/>
                  <a:gd name="connsiteX19" fmla="*/ 366387 w 608344"/>
                  <a:gd name="connsiteY19" fmla="*/ 237694 h 548582"/>
                  <a:gd name="connsiteX20" fmla="*/ 351393 w 608344"/>
                  <a:gd name="connsiteY20" fmla="*/ 278720 h 548582"/>
                  <a:gd name="connsiteX21" fmla="*/ 351393 w 608344"/>
                  <a:gd name="connsiteY21" fmla="*/ 322873 h 548582"/>
                  <a:gd name="connsiteX22" fmla="*/ 317611 w 608344"/>
                  <a:gd name="connsiteY22" fmla="*/ 422358 h 548582"/>
                  <a:gd name="connsiteX23" fmla="*/ 376635 w 608344"/>
                  <a:gd name="connsiteY23" fmla="*/ 548088 h 548582"/>
                  <a:gd name="connsiteX24" fmla="*/ 26855 w 608344"/>
                  <a:gd name="connsiteY24" fmla="*/ 548088 h 548582"/>
                  <a:gd name="connsiteX25" fmla="*/ 0 w 608344"/>
                  <a:gd name="connsiteY25" fmla="*/ 521274 h 548582"/>
                  <a:gd name="connsiteX26" fmla="*/ 0 w 608344"/>
                  <a:gd name="connsiteY26" fmla="*/ 473806 h 548582"/>
                  <a:gd name="connsiteX27" fmla="*/ 19453 w 608344"/>
                  <a:gd name="connsiteY27" fmla="*/ 432969 h 548582"/>
                  <a:gd name="connsiteX28" fmla="*/ 173751 w 608344"/>
                  <a:gd name="connsiteY28" fmla="*/ 334242 h 548582"/>
                  <a:gd name="connsiteX29" fmla="*/ 176408 w 608344"/>
                  <a:gd name="connsiteY29" fmla="*/ 329884 h 548582"/>
                  <a:gd name="connsiteX30" fmla="*/ 176408 w 608344"/>
                  <a:gd name="connsiteY30" fmla="*/ 278720 h 548582"/>
                  <a:gd name="connsiteX31" fmla="*/ 161320 w 608344"/>
                  <a:gd name="connsiteY31" fmla="*/ 237694 h 548582"/>
                  <a:gd name="connsiteX32" fmla="*/ 139969 w 608344"/>
                  <a:gd name="connsiteY32" fmla="*/ 200458 h 548582"/>
                  <a:gd name="connsiteX33" fmla="*/ 148320 w 608344"/>
                  <a:gd name="connsiteY33" fmla="*/ 156211 h 548582"/>
                  <a:gd name="connsiteX34" fmla="*/ 146042 w 608344"/>
                  <a:gd name="connsiteY34" fmla="*/ 146736 h 548582"/>
                  <a:gd name="connsiteX35" fmla="*/ 145758 w 608344"/>
                  <a:gd name="connsiteY35" fmla="*/ 95099 h 548582"/>
                  <a:gd name="connsiteX36" fmla="*/ 176029 w 608344"/>
                  <a:gd name="connsiteY36" fmla="*/ 42135 h 548582"/>
                  <a:gd name="connsiteX37" fmla="*/ 203928 w 608344"/>
                  <a:gd name="connsiteY37" fmla="*/ 19017 h 548582"/>
                  <a:gd name="connsiteX38" fmla="*/ 231162 w 608344"/>
                  <a:gd name="connsiteY38" fmla="*/ 5089 h 548582"/>
                  <a:gd name="connsiteX39" fmla="*/ 255835 w 608344"/>
                  <a:gd name="connsiteY39" fmla="*/ 446 h 54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608344" h="548582">
                    <a:moveTo>
                      <a:pt x="521432" y="370453"/>
                    </a:moveTo>
                    <a:lnTo>
                      <a:pt x="465737" y="425787"/>
                    </a:lnTo>
                    <a:lnTo>
                      <a:pt x="442491" y="402479"/>
                    </a:lnTo>
                    <a:lnTo>
                      <a:pt x="418201" y="426545"/>
                    </a:lnTo>
                    <a:lnTo>
                      <a:pt x="441447" y="449948"/>
                    </a:lnTo>
                    <a:lnTo>
                      <a:pt x="465642" y="474204"/>
                    </a:lnTo>
                    <a:lnTo>
                      <a:pt x="489932" y="450043"/>
                    </a:lnTo>
                    <a:lnTo>
                      <a:pt x="545532" y="394709"/>
                    </a:lnTo>
                    <a:close/>
                    <a:moveTo>
                      <a:pt x="481962" y="296170"/>
                    </a:moveTo>
                    <a:cubicBezTo>
                      <a:pt x="551795" y="296170"/>
                      <a:pt x="608344" y="352641"/>
                      <a:pt x="608344" y="422376"/>
                    </a:cubicBezTo>
                    <a:cubicBezTo>
                      <a:pt x="608344" y="492111"/>
                      <a:pt x="551795" y="548582"/>
                      <a:pt x="481962" y="548582"/>
                    </a:cubicBezTo>
                    <a:cubicBezTo>
                      <a:pt x="412129" y="548582"/>
                      <a:pt x="355579" y="492111"/>
                      <a:pt x="355579" y="422376"/>
                    </a:cubicBezTo>
                    <a:cubicBezTo>
                      <a:pt x="355579" y="352641"/>
                      <a:pt x="412129" y="296170"/>
                      <a:pt x="481962" y="296170"/>
                    </a:cubicBezTo>
                    <a:close/>
                    <a:moveTo>
                      <a:pt x="255835" y="446"/>
                    </a:moveTo>
                    <a:cubicBezTo>
                      <a:pt x="282785" y="-1828"/>
                      <a:pt x="303187" y="4899"/>
                      <a:pt x="317801" y="13616"/>
                    </a:cubicBezTo>
                    <a:cubicBezTo>
                      <a:pt x="339721" y="25744"/>
                      <a:pt x="348072" y="41661"/>
                      <a:pt x="348072" y="41661"/>
                    </a:cubicBezTo>
                    <a:cubicBezTo>
                      <a:pt x="348072" y="41661"/>
                      <a:pt x="398176" y="45167"/>
                      <a:pt x="381190" y="146831"/>
                    </a:cubicBezTo>
                    <a:cubicBezTo>
                      <a:pt x="380621" y="149863"/>
                      <a:pt x="379862" y="153085"/>
                      <a:pt x="378913" y="156211"/>
                    </a:cubicBezTo>
                    <a:cubicBezTo>
                      <a:pt x="388592" y="156211"/>
                      <a:pt x="398271" y="163507"/>
                      <a:pt x="387833" y="200458"/>
                    </a:cubicBezTo>
                    <a:cubicBezTo>
                      <a:pt x="379672" y="229262"/>
                      <a:pt x="372080" y="237221"/>
                      <a:pt x="366387" y="237694"/>
                    </a:cubicBezTo>
                    <a:cubicBezTo>
                      <a:pt x="364394" y="250675"/>
                      <a:pt x="359175" y="265076"/>
                      <a:pt x="351393" y="278720"/>
                    </a:cubicBezTo>
                    <a:lnTo>
                      <a:pt x="351393" y="322873"/>
                    </a:lnTo>
                    <a:cubicBezTo>
                      <a:pt x="330232" y="350539"/>
                      <a:pt x="317611" y="385027"/>
                      <a:pt x="317611" y="422358"/>
                    </a:cubicBezTo>
                    <a:cubicBezTo>
                      <a:pt x="317611" y="472764"/>
                      <a:pt x="340480" y="518053"/>
                      <a:pt x="376635" y="548088"/>
                    </a:cubicBezTo>
                    <a:lnTo>
                      <a:pt x="26855" y="548088"/>
                    </a:lnTo>
                    <a:cubicBezTo>
                      <a:pt x="12052" y="548088"/>
                      <a:pt x="0" y="536055"/>
                      <a:pt x="0" y="521274"/>
                    </a:cubicBezTo>
                    <a:lnTo>
                      <a:pt x="0" y="473806"/>
                    </a:lnTo>
                    <a:cubicBezTo>
                      <a:pt x="0" y="457983"/>
                      <a:pt x="7212" y="443013"/>
                      <a:pt x="19453" y="432969"/>
                    </a:cubicBezTo>
                    <a:cubicBezTo>
                      <a:pt x="86638" y="377921"/>
                      <a:pt x="159043" y="341443"/>
                      <a:pt x="173751" y="334242"/>
                    </a:cubicBezTo>
                    <a:cubicBezTo>
                      <a:pt x="175365" y="333484"/>
                      <a:pt x="176408" y="331779"/>
                      <a:pt x="176408" y="329884"/>
                    </a:cubicBezTo>
                    <a:lnTo>
                      <a:pt x="176408" y="278720"/>
                    </a:lnTo>
                    <a:cubicBezTo>
                      <a:pt x="168437" y="265076"/>
                      <a:pt x="163313" y="250675"/>
                      <a:pt x="161320" y="237694"/>
                    </a:cubicBezTo>
                    <a:cubicBezTo>
                      <a:pt x="155627" y="237221"/>
                      <a:pt x="148035" y="229072"/>
                      <a:pt x="139969" y="200458"/>
                    </a:cubicBezTo>
                    <a:cubicBezTo>
                      <a:pt x="129531" y="164170"/>
                      <a:pt x="138925" y="156496"/>
                      <a:pt x="148320" y="156211"/>
                    </a:cubicBezTo>
                    <a:cubicBezTo>
                      <a:pt x="147371" y="153085"/>
                      <a:pt x="146612" y="149863"/>
                      <a:pt x="146042" y="146736"/>
                    </a:cubicBezTo>
                    <a:cubicBezTo>
                      <a:pt x="142436" y="128450"/>
                      <a:pt x="141487" y="111396"/>
                      <a:pt x="145758" y="95099"/>
                    </a:cubicBezTo>
                    <a:cubicBezTo>
                      <a:pt x="150787" y="73212"/>
                      <a:pt x="162744" y="55684"/>
                      <a:pt x="176029" y="42135"/>
                    </a:cubicBezTo>
                    <a:cubicBezTo>
                      <a:pt x="184379" y="33134"/>
                      <a:pt x="193869" y="25459"/>
                      <a:pt x="203928" y="19017"/>
                    </a:cubicBezTo>
                    <a:cubicBezTo>
                      <a:pt x="212183" y="13332"/>
                      <a:pt x="221293" y="8405"/>
                      <a:pt x="231162" y="5089"/>
                    </a:cubicBezTo>
                    <a:cubicBezTo>
                      <a:pt x="238849" y="2625"/>
                      <a:pt x="247105" y="825"/>
                      <a:pt x="255835" y="446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9" name="组合 8" descr="a835bcb5-9817-41bb-a6be-43e8cd3a8e97">
              <a:extLst>
                <a:ext uri="{FF2B5EF4-FFF2-40B4-BE49-F238E27FC236}">
                  <a16:creationId id="{DB35411C-5FBE-FADF-8501-7BA824E4F608}"/>
                </a:ext>
              </a:extLst>
            </p:cNvPr>
            <p:cNvGrpSpPr/>
            <p:nvPr/>
          </p:nvGrpSpPr>
          <p:grpSpPr>
            <a:xfrm>
              <a:off x="4384742" y="2623633"/>
              <a:ext cx="3422517" cy="3510467"/>
              <a:chOff x="4384742" y="2623633"/>
              <a:chExt cx="3422517" cy="3510467"/>
            </a:xfrm>
          </p:grpSpPr>
          <p:sp>
            <p:nvSpPr>
              <p:cNvPr id="4" name="Number2" descr="7abd7348-e8df-4d2d-95ac-223c8cfec4fb">
                <a:extLst>
                  <a:ext uri="{FF2B5EF4-FFF2-40B4-BE49-F238E27FC236}">
                    <a16:creationId id="{A87D6FF9-0A21-4E56-A768-E9DB5A526BFD}"/>
                  </a:ext>
                </a:extLst>
              </p:cNvPr>
              <p:cNvSpPr/>
              <p:nvPr/>
            </p:nvSpPr>
            <p:spPr bwMode="auto">
              <a:xfrm>
                <a:off x="4388495" y="2791235"/>
                <a:ext cx="1139770" cy="558510"/>
              </a:xfrm>
              <a:prstGeom prst="homePlate">
                <a:avLst>
                  <a:gd name="adj" fmla="val 31944"/>
                </a:avLst>
              </a:prstGeom>
              <a:solidFill>
                <a:schemeClr val="tx2">
                  <a:alpha val="15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anchor="ctr" anchorCtr="1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en-US" sz="1200" b="1" i="1" dirty="0"/>
                  <a:t>02</a:t>
                </a:r>
              </a:p>
            </p:txBody>
          </p:sp>
          <p:sp>
            <p:nvSpPr>
              <p:cNvPr id="11" name="ComponentBackground2" descr="402579bb-57d9-4de8-9736-5893a90212f2">
                <a:extLst>
                  <a:ext uri="{FF2B5EF4-FFF2-40B4-BE49-F238E27FC236}">
                    <a16:creationId id="{53ECC232-6BEE-40A4-8CE5-0316DB250DCC}"/>
                  </a:ext>
                </a:extLst>
              </p:cNvPr>
              <p:cNvSpPr/>
              <p:nvPr/>
            </p:nvSpPr>
            <p:spPr bwMode="auto">
              <a:xfrm>
                <a:off x="4946426" y="2623633"/>
                <a:ext cx="2845826" cy="893714"/>
              </a:xfrm>
              <a:prstGeom prst="notchedRightArrow">
                <a:avLst>
                  <a:gd name="adj1" fmla="val 100000"/>
                  <a:gd name="adj2" fmla="val 31781"/>
                </a:avLst>
              </a:prstGeom>
              <a:solidFill>
                <a:schemeClr val="tx2">
                  <a:alpha val="70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8" name="Bullet2" descr="5e827cb2-63c5-44ed-b524-abbc48ac04aa">
                <a:extLst>
                  <a:ext uri="{FF2B5EF4-FFF2-40B4-BE49-F238E27FC236}">
                    <a16:creationId id="{0C41353F-2DCE-400F-A8D2-35E21450AE13}"/>
                  </a:ext>
                </a:extLst>
              </p:cNvPr>
              <p:cNvSpPr txBox="1"/>
              <p:nvPr/>
            </p:nvSpPr>
            <p:spPr>
              <a:xfrm>
                <a:off x="4384742" y="3802743"/>
                <a:ext cx="3422517" cy="764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性格与优势</a:t>
                </a:r>
                <a:endParaRPr lang="en-US" dirty="0"/>
              </a:p>
            </p:txBody>
          </p:sp>
          <p:sp>
            <p:nvSpPr>
              <p:cNvPr id="29" name="Text2" descr="255eb2c1-eb9c-41f5-9f4e-57f7a5b9ab17">
                <a:extLst>
                  <a:ext uri="{FF2B5EF4-FFF2-40B4-BE49-F238E27FC236}">
                    <a16:creationId id="{E1629354-3A33-4473-805D-5C3741742464}"/>
                  </a:ext>
                </a:extLst>
              </p:cNvPr>
              <p:cNvSpPr txBox="1"/>
              <p:nvPr/>
            </p:nvSpPr>
            <p:spPr>
              <a:xfrm>
                <a:off x="4384742" y="4566933"/>
                <a:ext cx="3422517" cy="15671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阐述个人性格特质，如责任心、学习能力强、善于沟通协作等，并说明这些优势如何助力工作开展。</a:t>
                </a:r>
                <a:endParaRPr lang="en-US" dirty="0"/>
              </a:p>
            </p:txBody>
          </p:sp>
          <p:sp>
            <p:nvSpPr>
              <p:cNvPr id="22" name="IconBackground2" descr="705cf40d-1200-4fbe-ad80-d57fca343ee2">
                <a:extLst>
                  <a:ext uri="{FF2B5EF4-FFF2-40B4-BE49-F238E27FC236}">
                    <a16:creationId id="{4596480D-D558-4A05-A36D-5AC3B62EC388}"/>
                  </a:ext>
                </a:extLst>
              </p:cNvPr>
              <p:cNvSpPr/>
              <p:nvPr/>
            </p:nvSpPr>
            <p:spPr bwMode="auto">
              <a:xfrm>
                <a:off x="5805607" y="2780097"/>
                <a:ext cx="580787" cy="580787"/>
              </a:xfrm>
              <a:prstGeom prst="ellips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3" name="Icon2" descr="75c12c14-21b9-42bc-90cd-91257614796c">
                <a:extLst>
                  <a:ext uri="{FF2B5EF4-FFF2-40B4-BE49-F238E27FC236}">
                    <a16:creationId id="{54F36C66-A06C-4CA2-A11D-03CD1A662645}"/>
                  </a:ext>
                </a:extLst>
              </p:cNvPr>
              <p:cNvSpPr/>
              <p:nvPr/>
            </p:nvSpPr>
            <p:spPr bwMode="auto">
              <a:xfrm>
                <a:off x="5921185" y="2889495"/>
                <a:ext cx="349630" cy="361990"/>
              </a:xfrm>
              <a:custGeom>
                <a:avLst/>
                <a:gdLst>
                  <a:gd name="connsiteX0" fmla="*/ 459289 w 585107"/>
                  <a:gd name="connsiteY0" fmla="*/ 416179 h 605788"/>
                  <a:gd name="connsiteX1" fmla="*/ 459289 w 585107"/>
                  <a:gd name="connsiteY1" fmla="*/ 511030 h 605788"/>
                  <a:gd name="connsiteX2" fmla="*/ 554270 w 585107"/>
                  <a:gd name="connsiteY2" fmla="*/ 511030 h 605788"/>
                  <a:gd name="connsiteX3" fmla="*/ 459289 w 585107"/>
                  <a:gd name="connsiteY3" fmla="*/ 605788 h 605788"/>
                  <a:gd name="connsiteX4" fmla="*/ 364308 w 585107"/>
                  <a:gd name="connsiteY4" fmla="*/ 511030 h 605788"/>
                  <a:gd name="connsiteX5" fmla="*/ 459289 w 585107"/>
                  <a:gd name="connsiteY5" fmla="*/ 416179 h 605788"/>
                  <a:gd name="connsiteX6" fmla="*/ 490126 w 585107"/>
                  <a:gd name="connsiteY6" fmla="*/ 385412 h 605788"/>
                  <a:gd name="connsiteX7" fmla="*/ 585107 w 585107"/>
                  <a:gd name="connsiteY7" fmla="*/ 480252 h 605788"/>
                  <a:gd name="connsiteX8" fmla="*/ 490126 w 585107"/>
                  <a:gd name="connsiteY8" fmla="*/ 480252 h 605788"/>
                  <a:gd name="connsiteX9" fmla="*/ 151337 w 585107"/>
                  <a:gd name="connsiteY9" fmla="*/ 315411 h 605788"/>
                  <a:gd name="connsiteX10" fmla="*/ 188565 w 585107"/>
                  <a:gd name="connsiteY10" fmla="*/ 433251 h 605788"/>
                  <a:gd name="connsiteX11" fmla="*/ 195621 w 585107"/>
                  <a:gd name="connsiteY11" fmla="*/ 455410 h 605788"/>
                  <a:gd name="connsiteX12" fmla="*/ 195714 w 585107"/>
                  <a:gd name="connsiteY12" fmla="*/ 455132 h 605788"/>
                  <a:gd name="connsiteX13" fmla="*/ 201841 w 585107"/>
                  <a:gd name="connsiteY13" fmla="*/ 473953 h 605788"/>
                  <a:gd name="connsiteX14" fmla="*/ 221523 w 585107"/>
                  <a:gd name="connsiteY14" fmla="*/ 418138 h 605788"/>
                  <a:gd name="connsiteX15" fmla="*/ 234521 w 585107"/>
                  <a:gd name="connsiteY15" fmla="*/ 351570 h 605788"/>
                  <a:gd name="connsiteX16" fmla="*/ 247518 w 585107"/>
                  <a:gd name="connsiteY16" fmla="*/ 418138 h 605788"/>
                  <a:gd name="connsiteX17" fmla="*/ 267200 w 585107"/>
                  <a:gd name="connsiteY17" fmla="*/ 473953 h 605788"/>
                  <a:gd name="connsiteX18" fmla="*/ 273235 w 585107"/>
                  <a:gd name="connsiteY18" fmla="*/ 455132 h 605788"/>
                  <a:gd name="connsiteX19" fmla="*/ 273327 w 585107"/>
                  <a:gd name="connsiteY19" fmla="*/ 455410 h 605788"/>
                  <a:gd name="connsiteX20" fmla="*/ 280383 w 585107"/>
                  <a:gd name="connsiteY20" fmla="*/ 433251 h 605788"/>
                  <a:gd name="connsiteX21" fmla="*/ 317705 w 585107"/>
                  <a:gd name="connsiteY21" fmla="*/ 315411 h 605788"/>
                  <a:gd name="connsiteX22" fmla="*/ 424377 w 585107"/>
                  <a:gd name="connsiteY22" fmla="*/ 363993 h 605788"/>
                  <a:gd name="connsiteX23" fmla="*/ 453714 w 585107"/>
                  <a:gd name="connsiteY23" fmla="*/ 383185 h 605788"/>
                  <a:gd name="connsiteX24" fmla="*/ 331630 w 585107"/>
                  <a:gd name="connsiteY24" fmla="*/ 511131 h 605788"/>
                  <a:gd name="connsiteX25" fmla="*/ 336365 w 585107"/>
                  <a:gd name="connsiteY25" fmla="*/ 545528 h 605788"/>
                  <a:gd name="connsiteX26" fmla="*/ 234521 w 585107"/>
                  <a:gd name="connsiteY26" fmla="*/ 555263 h 605788"/>
                  <a:gd name="connsiteX27" fmla="*/ 5486 w 585107"/>
                  <a:gd name="connsiteY27" fmla="*/ 499634 h 605788"/>
                  <a:gd name="connsiteX28" fmla="*/ 380 w 585107"/>
                  <a:gd name="connsiteY28" fmla="*/ 450774 h 605788"/>
                  <a:gd name="connsiteX29" fmla="*/ 44572 w 585107"/>
                  <a:gd name="connsiteY29" fmla="*/ 363993 h 605788"/>
                  <a:gd name="connsiteX30" fmla="*/ 151337 w 585107"/>
                  <a:gd name="connsiteY30" fmla="*/ 315411 h 605788"/>
                  <a:gd name="connsiteX31" fmla="*/ 227063 w 585107"/>
                  <a:gd name="connsiteY31" fmla="*/ 445 h 605788"/>
                  <a:gd name="connsiteX32" fmla="*/ 286856 w 585107"/>
                  <a:gd name="connsiteY32" fmla="*/ 13052 h 605788"/>
                  <a:gd name="connsiteX33" fmla="*/ 315917 w 585107"/>
                  <a:gd name="connsiteY33" fmla="*/ 40120 h 605788"/>
                  <a:gd name="connsiteX34" fmla="*/ 347856 w 585107"/>
                  <a:gd name="connsiteY34" fmla="*/ 141531 h 605788"/>
                  <a:gd name="connsiteX35" fmla="*/ 343678 w 585107"/>
                  <a:gd name="connsiteY35" fmla="*/ 157104 h 605788"/>
                  <a:gd name="connsiteX36" fmla="*/ 353891 w 585107"/>
                  <a:gd name="connsiteY36" fmla="*/ 199653 h 605788"/>
                  <a:gd name="connsiteX37" fmla="*/ 333279 w 585107"/>
                  <a:gd name="connsiteY37" fmla="*/ 235527 h 605788"/>
                  <a:gd name="connsiteX38" fmla="*/ 260859 w 585107"/>
                  <a:gd name="connsiteY38" fmla="*/ 324888 h 605788"/>
                  <a:gd name="connsiteX39" fmla="*/ 207843 w 585107"/>
                  <a:gd name="connsiteY39" fmla="*/ 324981 h 605788"/>
                  <a:gd name="connsiteX40" fmla="*/ 135516 w 585107"/>
                  <a:gd name="connsiteY40" fmla="*/ 235527 h 605788"/>
                  <a:gd name="connsiteX41" fmla="*/ 114904 w 585107"/>
                  <a:gd name="connsiteY41" fmla="*/ 199653 h 605788"/>
                  <a:gd name="connsiteX42" fmla="*/ 125396 w 585107"/>
                  <a:gd name="connsiteY42" fmla="*/ 157012 h 605788"/>
                  <a:gd name="connsiteX43" fmla="*/ 121218 w 585107"/>
                  <a:gd name="connsiteY43" fmla="*/ 141438 h 605788"/>
                  <a:gd name="connsiteX44" fmla="*/ 120939 w 585107"/>
                  <a:gd name="connsiteY44" fmla="*/ 91660 h 605788"/>
                  <a:gd name="connsiteX45" fmla="*/ 150000 w 585107"/>
                  <a:gd name="connsiteY45" fmla="*/ 40583 h 605788"/>
                  <a:gd name="connsiteX46" fmla="*/ 177018 w 585107"/>
                  <a:gd name="connsiteY46" fmla="*/ 18335 h 605788"/>
                  <a:gd name="connsiteX47" fmla="*/ 203294 w 585107"/>
                  <a:gd name="connsiteY47" fmla="*/ 4987 h 605788"/>
                  <a:gd name="connsiteX48" fmla="*/ 227063 w 585107"/>
                  <a:gd name="connsiteY48" fmla="*/ 445 h 605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585107" h="605788">
                    <a:moveTo>
                      <a:pt x="459289" y="416179"/>
                    </a:moveTo>
                    <a:lnTo>
                      <a:pt x="459289" y="511030"/>
                    </a:lnTo>
                    <a:lnTo>
                      <a:pt x="554270" y="511030"/>
                    </a:lnTo>
                    <a:cubicBezTo>
                      <a:pt x="554270" y="563416"/>
                      <a:pt x="511654" y="605788"/>
                      <a:pt x="459289" y="605788"/>
                    </a:cubicBezTo>
                    <a:cubicBezTo>
                      <a:pt x="406831" y="605788"/>
                      <a:pt x="364308" y="563323"/>
                      <a:pt x="364308" y="511030"/>
                    </a:cubicBezTo>
                    <a:cubicBezTo>
                      <a:pt x="364308" y="458551"/>
                      <a:pt x="406924" y="416179"/>
                      <a:pt x="459289" y="416179"/>
                    </a:cubicBezTo>
                    <a:close/>
                    <a:moveTo>
                      <a:pt x="490126" y="385412"/>
                    </a:moveTo>
                    <a:cubicBezTo>
                      <a:pt x="542491" y="385412"/>
                      <a:pt x="584921" y="427779"/>
                      <a:pt x="585107" y="480252"/>
                    </a:cubicBezTo>
                    <a:lnTo>
                      <a:pt x="490126" y="480252"/>
                    </a:lnTo>
                    <a:close/>
                    <a:moveTo>
                      <a:pt x="151337" y="315411"/>
                    </a:moveTo>
                    <a:lnTo>
                      <a:pt x="188565" y="433251"/>
                    </a:lnTo>
                    <a:lnTo>
                      <a:pt x="195621" y="455410"/>
                    </a:lnTo>
                    <a:lnTo>
                      <a:pt x="195714" y="455132"/>
                    </a:lnTo>
                    <a:lnTo>
                      <a:pt x="201841" y="473953"/>
                    </a:lnTo>
                    <a:lnTo>
                      <a:pt x="221523" y="418138"/>
                    </a:lnTo>
                    <a:cubicBezTo>
                      <a:pt x="173061" y="350828"/>
                      <a:pt x="231271" y="351384"/>
                      <a:pt x="234521" y="351570"/>
                    </a:cubicBezTo>
                    <a:cubicBezTo>
                      <a:pt x="237677" y="351384"/>
                      <a:pt x="295887" y="350828"/>
                      <a:pt x="247518" y="418138"/>
                    </a:cubicBezTo>
                    <a:lnTo>
                      <a:pt x="267200" y="473953"/>
                    </a:lnTo>
                    <a:lnTo>
                      <a:pt x="273235" y="455132"/>
                    </a:lnTo>
                    <a:lnTo>
                      <a:pt x="273327" y="455410"/>
                    </a:lnTo>
                    <a:lnTo>
                      <a:pt x="280383" y="433251"/>
                    </a:lnTo>
                    <a:lnTo>
                      <a:pt x="317705" y="315411"/>
                    </a:lnTo>
                    <a:cubicBezTo>
                      <a:pt x="317705" y="315411"/>
                      <a:pt x="365610" y="349066"/>
                      <a:pt x="424377" y="363993"/>
                    </a:cubicBezTo>
                    <a:cubicBezTo>
                      <a:pt x="437653" y="367331"/>
                      <a:pt x="447030" y="374377"/>
                      <a:pt x="453714" y="383185"/>
                    </a:cubicBezTo>
                    <a:cubicBezTo>
                      <a:pt x="385849" y="386523"/>
                      <a:pt x="331630" y="442615"/>
                      <a:pt x="331630" y="511131"/>
                    </a:cubicBezTo>
                    <a:cubicBezTo>
                      <a:pt x="331630" y="523091"/>
                      <a:pt x="333302" y="534588"/>
                      <a:pt x="336365" y="545528"/>
                    </a:cubicBezTo>
                    <a:cubicBezTo>
                      <a:pt x="306935" y="551276"/>
                      <a:pt x="272770" y="555263"/>
                      <a:pt x="234521" y="555263"/>
                    </a:cubicBezTo>
                    <a:cubicBezTo>
                      <a:pt x="91177" y="555263"/>
                      <a:pt x="5486" y="499634"/>
                      <a:pt x="5486" y="499634"/>
                    </a:cubicBezTo>
                    <a:cubicBezTo>
                      <a:pt x="2980" y="484800"/>
                      <a:pt x="380" y="450774"/>
                      <a:pt x="380" y="450774"/>
                    </a:cubicBezTo>
                    <a:cubicBezTo>
                      <a:pt x="-1291" y="425741"/>
                      <a:pt x="751" y="375119"/>
                      <a:pt x="44572" y="363993"/>
                    </a:cubicBezTo>
                    <a:cubicBezTo>
                      <a:pt x="103524" y="349066"/>
                      <a:pt x="151337" y="315411"/>
                      <a:pt x="151337" y="315411"/>
                    </a:cubicBezTo>
                    <a:close/>
                    <a:moveTo>
                      <a:pt x="227063" y="445"/>
                    </a:moveTo>
                    <a:cubicBezTo>
                      <a:pt x="253060" y="-1780"/>
                      <a:pt x="272743" y="4616"/>
                      <a:pt x="286856" y="13052"/>
                    </a:cubicBezTo>
                    <a:cubicBezTo>
                      <a:pt x="307839" y="24639"/>
                      <a:pt x="315917" y="40120"/>
                      <a:pt x="315917" y="40120"/>
                    </a:cubicBezTo>
                    <a:cubicBezTo>
                      <a:pt x="315917" y="40120"/>
                      <a:pt x="364197" y="43549"/>
                      <a:pt x="347856" y="141531"/>
                    </a:cubicBezTo>
                    <a:cubicBezTo>
                      <a:pt x="346834" y="146722"/>
                      <a:pt x="345535" y="151913"/>
                      <a:pt x="343678" y="157104"/>
                    </a:cubicBezTo>
                    <a:cubicBezTo>
                      <a:pt x="353334" y="156177"/>
                      <a:pt x="364661" y="161832"/>
                      <a:pt x="353891" y="199653"/>
                    </a:cubicBezTo>
                    <a:cubicBezTo>
                      <a:pt x="346092" y="227370"/>
                      <a:pt x="338850" y="234971"/>
                      <a:pt x="333279" y="235527"/>
                    </a:cubicBezTo>
                    <a:cubicBezTo>
                      <a:pt x="328172" y="268342"/>
                      <a:pt x="301897" y="310056"/>
                      <a:pt x="260859" y="324888"/>
                    </a:cubicBezTo>
                    <a:cubicBezTo>
                      <a:pt x="243775" y="331006"/>
                      <a:pt x="224927" y="331006"/>
                      <a:pt x="207843" y="324981"/>
                    </a:cubicBezTo>
                    <a:cubicBezTo>
                      <a:pt x="165970" y="310242"/>
                      <a:pt x="140623" y="268342"/>
                      <a:pt x="135516" y="235527"/>
                    </a:cubicBezTo>
                    <a:cubicBezTo>
                      <a:pt x="129945" y="235156"/>
                      <a:pt x="122703" y="227370"/>
                      <a:pt x="114904" y="199653"/>
                    </a:cubicBezTo>
                    <a:cubicBezTo>
                      <a:pt x="104134" y="161739"/>
                      <a:pt x="115461" y="156177"/>
                      <a:pt x="125396" y="157012"/>
                    </a:cubicBezTo>
                    <a:cubicBezTo>
                      <a:pt x="123539" y="151821"/>
                      <a:pt x="122146" y="146630"/>
                      <a:pt x="121218" y="141438"/>
                    </a:cubicBezTo>
                    <a:cubicBezTo>
                      <a:pt x="117690" y="123733"/>
                      <a:pt x="116854" y="107326"/>
                      <a:pt x="120939" y="91660"/>
                    </a:cubicBezTo>
                    <a:cubicBezTo>
                      <a:pt x="125767" y="70524"/>
                      <a:pt x="137280" y="53653"/>
                      <a:pt x="150000" y="40583"/>
                    </a:cubicBezTo>
                    <a:cubicBezTo>
                      <a:pt x="158171" y="32055"/>
                      <a:pt x="167362" y="24546"/>
                      <a:pt x="177018" y="18335"/>
                    </a:cubicBezTo>
                    <a:cubicBezTo>
                      <a:pt x="184910" y="12866"/>
                      <a:pt x="193731" y="8231"/>
                      <a:pt x="203294" y="4987"/>
                    </a:cubicBezTo>
                    <a:cubicBezTo>
                      <a:pt x="210722" y="2391"/>
                      <a:pt x="218614" y="816"/>
                      <a:pt x="227063" y="44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10" name="组合 9" descr="09288077-8eb2-4c48-99e5-de65f6ab9e75">
              <a:extLst>
                <a:ext uri="{FF2B5EF4-FFF2-40B4-BE49-F238E27FC236}">
                  <a16:creationId id="{AFBEDFD5-B8A6-7793-5DB2-6B600E612F18}"/>
                </a:ext>
              </a:extLst>
            </p:cNvPr>
            <p:cNvGrpSpPr/>
            <p:nvPr/>
          </p:nvGrpSpPr>
          <p:grpSpPr>
            <a:xfrm>
              <a:off x="8096383" y="2623633"/>
              <a:ext cx="3422517" cy="3510467"/>
              <a:chOff x="8096383" y="2623633"/>
              <a:chExt cx="3422517" cy="3510467"/>
            </a:xfrm>
          </p:grpSpPr>
          <p:sp>
            <p:nvSpPr>
              <p:cNvPr id="5" name="Number3" descr="284ffb43-082e-477a-95da-3454830b8159">
                <a:extLst>
                  <a:ext uri="{FF2B5EF4-FFF2-40B4-BE49-F238E27FC236}">
                    <a16:creationId id="{AC1ABE9C-B00E-4051-AE54-5E3D4B8CE2C9}"/>
                  </a:ext>
                </a:extLst>
              </p:cNvPr>
              <p:cNvSpPr/>
              <p:nvPr/>
            </p:nvSpPr>
            <p:spPr bwMode="auto">
              <a:xfrm>
                <a:off x="8103887" y="2791235"/>
                <a:ext cx="1139770" cy="558510"/>
              </a:xfrm>
              <a:prstGeom prst="homePlate">
                <a:avLst>
                  <a:gd name="adj" fmla="val 31944"/>
                </a:avLst>
              </a:prstGeom>
              <a:solidFill>
                <a:schemeClr val="tx2">
                  <a:alpha val="15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anchor="ctr" anchorCtr="1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en-US" sz="1200" b="1" i="1" dirty="0"/>
                  <a:t>03</a:t>
                </a:r>
              </a:p>
            </p:txBody>
          </p:sp>
          <p:sp>
            <p:nvSpPr>
              <p:cNvPr id="14" name="ComponentBackground3" descr="4cc8bd8d-4071-4829-bd6f-60a714d2203a">
                <a:extLst>
                  <a:ext uri="{FF2B5EF4-FFF2-40B4-BE49-F238E27FC236}">
                    <a16:creationId id="{961D6002-862D-4E5A-8442-6BBB1A502E3A}"/>
                  </a:ext>
                </a:extLst>
              </p:cNvPr>
              <p:cNvSpPr/>
              <p:nvPr/>
            </p:nvSpPr>
            <p:spPr bwMode="auto">
              <a:xfrm>
                <a:off x="8661818" y="2623633"/>
                <a:ext cx="2845826" cy="893714"/>
              </a:xfrm>
              <a:prstGeom prst="notchedRightArrow">
                <a:avLst>
                  <a:gd name="adj1" fmla="val 100000"/>
                  <a:gd name="adj2" fmla="val 31781"/>
                </a:avLst>
              </a:prstGeom>
              <a:solidFill>
                <a:schemeClr val="tx2">
                  <a:alpha val="70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6" name="Bullet3" descr="4f7304f4-f0d4-47dc-8172-242603acc92f">
                <a:extLst>
                  <a:ext uri="{FF2B5EF4-FFF2-40B4-BE49-F238E27FC236}">
                    <a16:creationId id="{10F12CB2-B188-4C2E-BCC6-46A1911843C5}"/>
                  </a:ext>
                </a:extLst>
              </p:cNvPr>
              <p:cNvSpPr txBox="1"/>
              <p:nvPr/>
            </p:nvSpPr>
            <p:spPr>
              <a:xfrm>
                <a:off x="8096383" y="3802743"/>
                <a:ext cx="3422517" cy="764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兴趣爱好</a:t>
                </a:r>
                <a:endParaRPr lang="en-US" dirty="0"/>
              </a:p>
            </p:txBody>
          </p:sp>
          <p:sp>
            <p:nvSpPr>
              <p:cNvPr id="27" name="Text3" descr="f4c9b902-5bdc-48e2-b396-1b0371974ce5">
                <a:extLst>
                  <a:ext uri="{FF2B5EF4-FFF2-40B4-BE49-F238E27FC236}">
                    <a16:creationId id="{0A3216C0-E6EF-4365-B211-E5CC8A9CBB3D}"/>
                  </a:ext>
                </a:extLst>
              </p:cNvPr>
              <p:cNvSpPr txBox="1"/>
              <p:nvPr/>
            </p:nvSpPr>
            <p:spPr>
              <a:xfrm>
                <a:off x="8096383" y="4566933"/>
                <a:ext cx="3422517" cy="15671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简要介绍兴趣爱好，展现个人活力与多元化的视角，拉近与听众的距离。</a:t>
                </a:r>
                <a:endParaRPr lang="en-US" dirty="0"/>
              </a:p>
            </p:txBody>
          </p:sp>
          <p:sp>
            <p:nvSpPr>
              <p:cNvPr id="20" name="IconBackground3" descr="d43adf93-0823-4d27-b99f-be58e6662a80">
                <a:extLst>
                  <a:ext uri="{FF2B5EF4-FFF2-40B4-BE49-F238E27FC236}">
                    <a16:creationId id="{A2A0E7FF-4628-48B4-ACF7-9DA8A38EDC58}"/>
                  </a:ext>
                </a:extLst>
              </p:cNvPr>
              <p:cNvSpPr/>
              <p:nvPr/>
            </p:nvSpPr>
            <p:spPr bwMode="auto">
              <a:xfrm>
                <a:off x="9517248" y="2780097"/>
                <a:ext cx="580787" cy="580787"/>
              </a:xfrm>
              <a:prstGeom prst="ellips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1" name="Icon3" descr="6ca0cadb-bd66-475a-8d44-47a916af047d">
                <a:extLst>
                  <a:ext uri="{FF2B5EF4-FFF2-40B4-BE49-F238E27FC236}">
                    <a16:creationId id="{E06BBB74-3EF0-48B7-B84C-11808C7822FA}"/>
                  </a:ext>
                </a:extLst>
              </p:cNvPr>
              <p:cNvSpPr/>
              <p:nvPr/>
            </p:nvSpPr>
            <p:spPr bwMode="auto">
              <a:xfrm>
                <a:off x="9660572" y="2908546"/>
                <a:ext cx="294138" cy="323888"/>
              </a:xfrm>
              <a:custGeom>
                <a:avLst/>
                <a:gdLst>
                  <a:gd name="T0" fmla="*/ 409 w 409"/>
                  <a:gd name="T1" fmla="*/ 391 h 451"/>
                  <a:gd name="T2" fmla="*/ 409 w 409"/>
                  <a:gd name="T3" fmla="*/ 451 h 451"/>
                  <a:gd name="T4" fmla="*/ 0 w 409"/>
                  <a:gd name="T5" fmla="*/ 451 h 451"/>
                  <a:gd name="T6" fmla="*/ 0 w 409"/>
                  <a:gd name="T7" fmla="*/ 391 h 451"/>
                  <a:gd name="T8" fmla="*/ 54 w 409"/>
                  <a:gd name="T9" fmla="*/ 314 h 451"/>
                  <a:gd name="T10" fmla="*/ 121 w 409"/>
                  <a:gd name="T11" fmla="*/ 282 h 451"/>
                  <a:gd name="T12" fmla="*/ 167 w 409"/>
                  <a:gd name="T13" fmla="*/ 378 h 451"/>
                  <a:gd name="T14" fmla="*/ 190 w 409"/>
                  <a:gd name="T15" fmla="*/ 314 h 451"/>
                  <a:gd name="T16" fmla="*/ 205 w 409"/>
                  <a:gd name="T17" fmla="*/ 316 h 451"/>
                  <a:gd name="T18" fmla="*/ 219 w 409"/>
                  <a:gd name="T19" fmla="*/ 314 h 451"/>
                  <a:gd name="T20" fmla="*/ 241 w 409"/>
                  <a:gd name="T21" fmla="*/ 375 h 451"/>
                  <a:gd name="T22" fmla="*/ 286 w 409"/>
                  <a:gd name="T23" fmla="*/ 281 h 451"/>
                  <a:gd name="T24" fmla="*/ 355 w 409"/>
                  <a:gd name="T25" fmla="*/ 314 h 451"/>
                  <a:gd name="T26" fmla="*/ 409 w 409"/>
                  <a:gd name="T27" fmla="*/ 391 h 451"/>
                  <a:gd name="T28" fmla="*/ 60 w 409"/>
                  <a:gd name="T29" fmla="*/ 181 h 451"/>
                  <a:gd name="T30" fmla="*/ 60 w 409"/>
                  <a:gd name="T31" fmla="*/ 137 h 451"/>
                  <a:gd name="T32" fmla="*/ 70 w 409"/>
                  <a:gd name="T33" fmla="*/ 120 h 451"/>
                  <a:gd name="T34" fmla="*/ 205 w 409"/>
                  <a:gd name="T35" fmla="*/ 0 h 451"/>
                  <a:gd name="T36" fmla="*/ 339 w 409"/>
                  <a:gd name="T37" fmla="*/ 120 h 451"/>
                  <a:gd name="T38" fmla="*/ 349 w 409"/>
                  <a:gd name="T39" fmla="*/ 137 h 451"/>
                  <a:gd name="T40" fmla="*/ 349 w 409"/>
                  <a:gd name="T41" fmla="*/ 181 h 451"/>
                  <a:gd name="T42" fmla="*/ 328 w 409"/>
                  <a:gd name="T43" fmla="*/ 202 h 451"/>
                  <a:gd name="T44" fmla="*/ 307 w 409"/>
                  <a:gd name="T45" fmla="*/ 181 h 451"/>
                  <a:gd name="T46" fmla="*/ 307 w 409"/>
                  <a:gd name="T47" fmla="*/ 172 h 451"/>
                  <a:gd name="T48" fmla="*/ 205 w 409"/>
                  <a:gd name="T49" fmla="*/ 281 h 451"/>
                  <a:gd name="T50" fmla="*/ 102 w 409"/>
                  <a:gd name="T51" fmla="*/ 172 h 451"/>
                  <a:gd name="T52" fmla="*/ 102 w 409"/>
                  <a:gd name="T53" fmla="*/ 181 h 451"/>
                  <a:gd name="T54" fmla="*/ 87 w 409"/>
                  <a:gd name="T55" fmla="*/ 201 h 451"/>
                  <a:gd name="T56" fmla="*/ 140 w 409"/>
                  <a:gd name="T57" fmla="*/ 269 h 451"/>
                  <a:gd name="T58" fmla="*/ 156 w 409"/>
                  <a:gd name="T59" fmla="*/ 271 h 451"/>
                  <a:gd name="T60" fmla="*/ 166 w 409"/>
                  <a:gd name="T61" fmla="*/ 292 h 451"/>
                  <a:gd name="T62" fmla="*/ 143 w 409"/>
                  <a:gd name="T63" fmla="*/ 295 h 451"/>
                  <a:gd name="T64" fmla="*/ 132 w 409"/>
                  <a:gd name="T65" fmla="*/ 280 h 451"/>
                  <a:gd name="T66" fmla="*/ 73 w 409"/>
                  <a:gd name="T67" fmla="*/ 200 h 451"/>
                  <a:gd name="T68" fmla="*/ 60 w 409"/>
                  <a:gd name="T69" fmla="*/ 181 h 451"/>
                  <a:gd name="T70" fmla="*/ 84 w 409"/>
                  <a:gd name="T71" fmla="*/ 115 h 451"/>
                  <a:gd name="T72" fmla="*/ 86 w 409"/>
                  <a:gd name="T73" fmla="*/ 115 h 451"/>
                  <a:gd name="T74" fmla="*/ 89 w 409"/>
                  <a:gd name="T75" fmla="*/ 118 h 451"/>
                  <a:gd name="T76" fmla="*/ 100 w 409"/>
                  <a:gd name="T77" fmla="*/ 128 h 451"/>
                  <a:gd name="T78" fmla="*/ 205 w 409"/>
                  <a:gd name="T79" fmla="*/ 40 h 451"/>
                  <a:gd name="T80" fmla="*/ 309 w 409"/>
                  <a:gd name="T81" fmla="*/ 128 h 451"/>
                  <a:gd name="T82" fmla="*/ 325 w 409"/>
                  <a:gd name="T83" fmla="*/ 117 h 451"/>
                  <a:gd name="T84" fmla="*/ 205 w 409"/>
                  <a:gd name="T85" fmla="*/ 13 h 451"/>
                  <a:gd name="T86" fmla="*/ 84 w 409"/>
                  <a:gd name="T87" fmla="*/ 115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09" h="451">
                    <a:moveTo>
                      <a:pt x="409" y="391"/>
                    </a:moveTo>
                    <a:lnTo>
                      <a:pt x="409" y="451"/>
                    </a:lnTo>
                    <a:lnTo>
                      <a:pt x="0" y="451"/>
                    </a:lnTo>
                    <a:lnTo>
                      <a:pt x="0" y="391"/>
                    </a:lnTo>
                    <a:cubicBezTo>
                      <a:pt x="0" y="363"/>
                      <a:pt x="25" y="328"/>
                      <a:pt x="54" y="314"/>
                    </a:cubicBezTo>
                    <a:lnTo>
                      <a:pt x="121" y="282"/>
                    </a:lnTo>
                    <a:lnTo>
                      <a:pt x="167" y="378"/>
                    </a:lnTo>
                    <a:lnTo>
                      <a:pt x="190" y="314"/>
                    </a:lnTo>
                    <a:cubicBezTo>
                      <a:pt x="195" y="315"/>
                      <a:pt x="200" y="316"/>
                      <a:pt x="205" y="316"/>
                    </a:cubicBezTo>
                    <a:cubicBezTo>
                      <a:pt x="209" y="316"/>
                      <a:pt x="214" y="315"/>
                      <a:pt x="219" y="314"/>
                    </a:cubicBezTo>
                    <a:lnTo>
                      <a:pt x="241" y="375"/>
                    </a:lnTo>
                    <a:lnTo>
                      <a:pt x="286" y="281"/>
                    </a:lnTo>
                    <a:lnTo>
                      <a:pt x="355" y="314"/>
                    </a:lnTo>
                    <a:cubicBezTo>
                      <a:pt x="385" y="328"/>
                      <a:pt x="409" y="363"/>
                      <a:pt x="409" y="391"/>
                    </a:cubicBezTo>
                    <a:close/>
                    <a:moveTo>
                      <a:pt x="60" y="181"/>
                    </a:moveTo>
                    <a:lnTo>
                      <a:pt x="60" y="137"/>
                    </a:lnTo>
                    <a:cubicBezTo>
                      <a:pt x="60" y="130"/>
                      <a:pt x="64" y="124"/>
                      <a:pt x="70" y="120"/>
                    </a:cubicBezTo>
                    <a:cubicBezTo>
                      <a:pt x="78" y="53"/>
                      <a:pt x="135" y="0"/>
                      <a:pt x="205" y="0"/>
                    </a:cubicBezTo>
                    <a:cubicBezTo>
                      <a:pt x="274" y="0"/>
                      <a:pt x="331" y="53"/>
                      <a:pt x="339" y="120"/>
                    </a:cubicBezTo>
                    <a:cubicBezTo>
                      <a:pt x="345" y="124"/>
                      <a:pt x="349" y="130"/>
                      <a:pt x="349" y="137"/>
                    </a:cubicBezTo>
                    <a:lnTo>
                      <a:pt x="349" y="181"/>
                    </a:lnTo>
                    <a:cubicBezTo>
                      <a:pt x="349" y="192"/>
                      <a:pt x="339" y="202"/>
                      <a:pt x="328" y="202"/>
                    </a:cubicBezTo>
                    <a:cubicBezTo>
                      <a:pt x="316" y="202"/>
                      <a:pt x="307" y="192"/>
                      <a:pt x="307" y="181"/>
                    </a:cubicBezTo>
                    <a:lnTo>
                      <a:pt x="307" y="172"/>
                    </a:lnTo>
                    <a:cubicBezTo>
                      <a:pt x="296" y="228"/>
                      <a:pt x="254" y="281"/>
                      <a:pt x="205" y="281"/>
                    </a:cubicBezTo>
                    <a:cubicBezTo>
                      <a:pt x="155" y="281"/>
                      <a:pt x="113" y="228"/>
                      <a:pt x="102" y="172"/>
                    </a:cubicBezTo>
                    <a:lnTo>
                      <a:pt x="102" y="181"/>
                    </a:lnTo>
                    <a:cubicBezTo>
                      <a:pt x="102" y="190"/>
                      <a:pt x="96" y="198"/>
                      <a:pt x="87" y="201"/>
                    </a:cubicBezTo>
                    <a:cubicBezTo>
                      <a:pt x="96" y="229"/>
                      <a:pt x="114" y="253"/>
                      <a:pt x="140" y="269"/>
                    </a:cubicBezTo>
                    <a:cubicBezTo>
                      <a:pt x="144" y="268"/>
                      <a:pt x="150" y="268"/>
                      <a:pt x="156" y="271"/>
                    </a:cubicBezTo>
                    <a:cubicBezTo>
                      <a:pt x="165" y="276"/>
                      <a:pt x="170" y="285"/>
                      <a:pt x="166" y="292"/>
                    </a:cubicBezTo>
                    <a:cubicBezTo>
                      <a:pt x="163" y="298"/>
                      <a:pt x="153" y="300"/>
                      <a:pt x="143" y="295"/>
                    </a:cubicBezTo>
                    <a:cubicBezTo>
                      <a:pt x="137" y="292"/>
                      <a:pt x="132" y="286"/>
                      <a:pt x="132" y="280"/>
                    </a:cubicBezTo>
                    <a:cubicBezTo>
                      <a:pt x="103" y="261"/>
                      <a:pt x="82" y="233"/>
                      <a:pt x="73" y="200"/>
                    </a:cubicBezTo>
                    <a:cubicBezTo>
                      <a:pt x="66" y="197"/>
                      <a:pt x="60" y="190"/>
                      <a:pt x="60" y="181"/>
                    </a:cubicBezTo>
                    <a:close/>
                    <a:moveTo>
                      <a:pt x="84" y="115"/>
                    </a:moveTo>
                    <a:cubicBezTo>
                      <a:pt x="85" y="115"/>
                      <a:pt x="85" y="115"/>
                      <a:pt x="86" y="115"/>
                    </a:cubicBezTo>
                    <a:cubicBezTo>
                      <a:pt x="88" y="116"/>
                      <a:pt x="89" y="117"/>
                      <a:pt x="89" y="118"/>
                    </a:cubicBezTo>
                    <a:cubicBezTo>
                      <a:pt x="94" y="120"/>
                      <a:pt x="98" y="124"/>
                      <a:pt x="100" y="128"/>
                    </a:cubicBezTo>
                    <a:cubicBezTo>
                      <a:pt x="106" y="70"/>
                      <a:pt x="150" y="40"/>
                      <a:pt x="205" y="40"/>
                    </a:cubicBezTo>
                    <a:cubicBezTo>
                      <a:pt x="259" y="40"/>
                      <a:pt x="303" y="70"/>
                      <a:pt x="309" y="128"/>
                    </a:cubicBezTo>
                    <a:cubicBezTo>
                      <a:pt x="312" y="122"/>
                      <a:pt x="318" y="118"/>
                      <a:pt x="325" y="117"/>
                    </a:cubicBezTo>
                    <a:cubicBezTo>
                      <a:pt x="316" y="58"/>
                      <a:pt x="266" y="13"/>
                      <a:pt x="205" y="13"/>
                    </a:cubicBezTo>
                    <a:cubicBezTo>
                      <a:pt x="144" y="13"/>
                      <a:pt x="94" y="57"/>
                      <a:pt x="84" y="11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</p:grpSp>
      <p:sp>
        <p:nvSpPr>
          <p:cNvPr id="2" name="" descr="8a583094-733d-4cd6-9fc3-66f25c3126e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个人基本情况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51" name="e996ee6e-e09a-4086-87c2-ab0ef44db7ea.source.4.zh-Hans.pptx" descr="69b3e0d0-a433-4acc-935b-4812703ddea1">
            <a:extLst>
              <a:ext uri="{FF2B5EF4-FFF2-40B4-BE49-F238E27FC236}">
                <a16:creationId id="{BDF958C4-C01F-285B-7E43-191ADE4D9679}"/>
              </a:ext>
            </a:extLst>
          </p:cNvPr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3" name="Title" descr="3dcc8731-3bf9-45c6-baeb-f19f653dd1db">
              <a:extLst>
                <a:ext uri="{FF2B5EF4-FFF2-40B4-BE49-F238E27FC236}">
                  <a16:creationId id="{43BAFFCD-D14B-FC80-60D7-EFDF8DA053D5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627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展现对岗位的深刻认知与融入速度</a:t>
              </a:r>
              <a:endParaRPr lang="en-US" dirty="0"/>
            </a:p>
          </p:txBody>
        </p:sp>
        <p:grpSp>
          <p:nvGrpSpPr>
            <p:cNvPr id="5" name="组合 4" descr="c26ed468-4a07-4d12-9452-419f28c8d21f">
              <a:extLst>
                <a:ext uri="{FF2B5EF4-FFF2-40B4-BE49-F238E27FC236}">
                  <a16:creationId id="{127E94DF-B853-4A65-FE9B-4E59CAE72448}"/>
                </a:ext>
              </a:extLst>
            </p:cNvPr>
            <p:cNvGrpSpPr/>
            <p:nvPr/>
          </p:nvGrpSpPr>
          <p:grpSpPr>
            <a:xfrm>
              <a:off x="730905" y="1949450"/>
              <a:ext cx="2547379" cy="3606800"/>
              <a:chOff x="730905" y="1949450"/>
              <a:chExt cx="2547379" cy="3606800"/>
            </a:xfrm>
          </p:grpSpPr>
          <p:sp>
            <p:nvSpPr>
              <p:cNvPr id="6" name="ComponentBackground1" descr="f42602c3-aed5-4cac-9457-8fb417705793">
                <a:extLst>
                  <a:ext uri="{FF2B5EF4-FFF2-40B4-BE49-F238E27FC236}">
                    <a16:creationId id="{A65CE97E-9238-7E22-C115-58C13F025A9B}"/>
                  </a:ext>
                </a:extLst>
              </p:cNvPr>
              <p:cNvSpPr/>
              <p:nvPr/>
            </p:nvSpPr>
            <p:spPr>
              <a:xfrm>
                <a:off x="782475" y="2146057"/>
                <a:ext cx="2444238" cy="3410193"/>
              </a:xfrm>
              <a:prstGeom prst="roundRect">
                <a:avLst>
                  <a:gd name="adj" fmla="val 7933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127000" dist="635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Number1" descr="cf084038-21f1-48b4-8473-90f1920d136f">
                <a:extLst>
                  <a:ext uri="{FF2B5EF4-FFF2-40B4-BE49-F238E27FC236}">
                    <a16:creationId id="{836D7D55-29AF-BCFB-90F8-E6000CFCD048}"/>
                  </a:ext>
                </a:extLst>
              </p:cNvPr>
              <p:cNvSpPr/>
              <p:nvPr/>
            </p:nvSpPr>
            <p:spPr>
              <a:xfrm>
                <a:off x="730905" y="4733228"/>
                <a:ext cx="2547379" cy="464299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cs typeface="+mn-ea"/>
                    <a:sym typeface="+mn-lt"/>
                  </a:rPr>
                  <a:t>01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  <p:sp>
            <p:nvSpPr>
              <p:cNvPr id="9" name="Bullet1" descr="5a3bde2a-6f98-4d21-90b0-3adf4c60a9fb">
                <a:extLst>
                  <a:ext uri="{FF2B5EF4-FFF2-40B4-BE49-F238E27FC236}">
                    <a16:creationId id="{8417CF04-B45A-63F3-D4F6-BE66778300A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1748" y="2497325"/>
                <a:ext cx="2268723" cy="7342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kumimoji="1" lang="zh-CN" altLang="en-US" b="1" dirty="0">
                    <a:solidFill>
                      <a:srgbClr val="000000"/>
                    </a:solidFill>
                    <a:cs typeface="+mn-ea"/>
                    <a:sym typeface="+mn-lt"/>
                  </a:rPr>
                  <a:t>对储备干部的理解</a:t>
                </a:r>
                <a:endParaRPr lang="en-US" dirty="0"/>
              </a:p>
            </p:txBody>
          </p:sp>
          <p:sp>
            <p:nvSpPr>
              <p:cNvPr id="10" name="Text1" descr="fee3eb95-70d6-4e3c-9283-78ccb0e77517">
                <a:extLst>
                  <a:ext uri="{FF2B5EF4-FFF2-40B4-BE49-F238E27FC236}">
                    <a16:creationId id="{7707A83A-97E9-761C-9117-1F1566D91C9C}"/>
                  </a:ext>
                </a:extLst>
              </p:cNvPr>
              <p:cNvSpPr/>
              <p:nvPr/>
            </p:nvSpPr>
            <p:spPr>
              <a:xfrm>
                <a:off x="861749" y="3231569"/>
                <a:ext cx="2268723" cy="14251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>
                    <a:solidFill>
                      <a:srgbClr val="000000"/>
                    </a:solidFill>
                    <a:cs typeface="+mn-ea"/>
                    <a:sym typeface="+mn-lt"/>
                  </a:rPr>
                  <a:t>阐述对“储备干部”角色的认知，将其定位为学习者、实践者与未来的领导者，明确成长方向。</a:t>
                </a:r>
                <a:endParaRPr lang="en-US" dirty="0"/>
              </a:p>
            </p:txBody>
          </p:sp>
          <p:sp>
            <p:nvSpPr>
              <p:cNvPr id="12" name="椭圆 11" descr="061e9a07-67ae-47a0-91df-1e43456254be">
                <a:extLst>
                  <a:ext uri="{FF2B5EF4-FFF2-40B4-BE49-F238E27FC236}">
                    <a16:creationId id="{4CBFFE77-0884-3EB2-BAED-9D2556487A71}"/>
                  </a:ext>
                </a:extLst>
              </p:cNvPr>
              <p:cNvSpPr/>
              <p:nvPr/>
            </p:nvSpPr>
            <p:spPr>
              <a:xfrm>
                <a:off x="1807989" y="1949450"/>
                <a:ext cx="393212" cy="39321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iconfont-1186-700976" descr="9de5ed99-6a46-474e-98f5-1a11e855cf6d">
                <a:extLst>
                  <a:ext uri="{FF2B5EF4-FFF2-40B4-BE49-F238E27FC236}">
                    <a16:creationId id="{F3288042-EA39-CDF0-E5AA-3A96E75BDA1F}"/>
                  </a:ext>
                </a:extLst>
              </p:cNvPr>
              <p:cNvSpPr/>
              <p:nvPr/>
            </p:nvSpPr>
            <p:spPr>
              <a:xfrm>
                <a:off x="1949808" y="2038690"/>
                <a:ext cx="109574" cy="206536"/>
              </a:xfrm>
              <a:custGeom>
                <a:avLst/>
                <a:gdLst>
                  <a:gd name="T0" fmla="*/ 306 w 5286"/>
                  <a:gd name="T1" fmla="*/ 9962 h 9962"/>
                  <a:gd name="T2" fmla="*/ 111 w 5286"/>
                  <a:gd name="T3" fmla="*/ 9879 h 9962"/>
                  <a:gd name="T4" fmla="*/ 111 w 5286"/>
                  <a:gd name="T5" fmla="*/ 9489 h 9962"/>
                  <a:gd name="T6" fmla="*/ 4591 w 5286"/>
                  <a:gd name="T7" fmla="*/ 5009 h 9962"/>
                  <a:gd name="T8" fmla="*/ 111 w 5286"/>
                  <a:gd name="T9" fmla="*/ 501 h 9962"/>
                  <a:gd name="T10" fmla="*/ 111 w 5286"/>
                  <a:gd name="T11" fmla="*/ 112 h 9962"/>
                  <a:gd name="T12" fmla="*/ 500 w 5286"/>
                  <a:gd name="T13" fmla="*/ 112 h 9962"/>
                  <a:gd name="T14" fmla="*/ 5175 w 5286"/>
                  <a:gd name="T15" fmla="*/ 4786 h 9962"/>
                  <a:gd name="T16" fmla="*/ 5175 w 5286"/>
                  <a:gd name="T17" fmla="*/ 5176 h 9962"/>
                  <a:gd name="T18" fmla="*/ 500 w 5286"/>
                  <a:gd name="T19" fmla="*/ 9879 h 9962"/>
                  <a:gd name="T20" fmla="*/ 306 w 5286"/>
                  <a:gd name="T21" fmla="*/ 9962 h 99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286" h="9962">
                    <a:moveTo>
                      <a:pt x="306" y="9962"/>
                    </a:moveTo>
                    <a:cubicBezTo>
                      <a:pt x="222" y="9962"/>
                      <a:pt x="166" y="9934"/>
                      <a:pt x="111" y="9879"/>
                    </a:cubicBezTo>
                    <a:cubicBezTo>
                      <a:pt x="0" y="9767"/>
                      <a:pt x="0" y="9600"/>
                      <a:pt x="111" y="9489"/>
                    </a:cubicBezTo>
                    <a:lnTo>
                      <a:pt x="4591" y="5009"/>
                    </a:lnTo>
                    <a:lnTo>
                      <a:pt x="111" y="501"/>
                    </a:lnTo>
                    <a:cubicBezTo>
                      <a:pt x="0" y="390"/>
                      <a:pt x="0" y="223"/>
                      <a:pt x="111" y="112"/>
                    </a:cubicBezTo>
                    <a:cubicBezTo>
                      <a:pt x="222" y="0"/>
                      <a:pt x="389" y="0"/>
                      <a:pt x="500" y="112"/>
                    </a:cubicBezTo>
                    <a:lnTo>
                      <a:pt x="5175" y="4786"/>
                    </a:lnTo>
                    <a:cubicBezTo>
                      <a:pt x="5286" y="4898"/>
                      <a:pt x="5286" y="5065"/>
                      <a:pt x="5175" y="5176"/>
                    </a:cubicBezTo>
                    <a:lnTo>
                      <a:pt x="500" y="9879"/>
                    </a:lnTo>
                    <a:cubicBezTo>
                      <a:pt x="445" y="9934"/>
                      <a:pt x="361" y="9962"/>
                      <a:pt x="306" y="99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8" name="组合 47" descr="103968e8-1cd0-4c98-ac40-329bae919d5d">
              <a:extLst>
                <a:ext uri="{FF2B5EF4-FFF2-40B4-BE49-F238E27FC236}">
                  <a16:creationId id="{A594F79E-09A3-6BE5-B553-4AA77A6B56F3}"/>
                </a:ext>
              </a:extLst>
            </p:cNvPr>
            <p:cNvGrpSpPr/>
            <p:nvPr/>
          </p:nvGrpSpPr>
          <p:grpSpPr>
            <a:xfrm>
              <a:off x="3464484" y="1949450"/>
              <a:ext cx="2547379" cy="3606800"/>
              <a:chOff x="3464484" y="1949450"/>
              <a:chExt cx="2547379" cy="3606800"/>
            </a:xfrm>
          </p:grpSpPr>
          <p:sp>
            <p:nvSpPr>
              <p:cNvPr id="24" name="ComponentBackground2" descr="f61b320e-6c82-4f57-9d5f-8710d276cf93">
                <a:extLst>
                  <a:ext uri="{FF2B5EF4-FFF2-40B4-BE49-F238E27FC236}">
                    <a16:creationId id="{7C3D4154-426F-39A8-132F-A3C20CD8D831}"/>
                  </a:ext>
                </a:extLst>
              </p:cNvPr>
              <p:cNvSpPr/>
              <p:nvPr/>
            </p:nvSpPr>
            <p:spPr>
              <a:xfrm>
                <a:off x="3516054" y="2146057"/>
                <a:ext cx="2444238" cy="3410193"/>
              </a:xfrm>
              <a:prstGeom prst="roundRect">
                <a:avLst>
                  <a:gd name="adj" fmla="val 7933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127000" dist="635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Number2" descr="e06277a8-53c9-43de-8850-daad675bde44">
                <a:extLst>
                  <a:ext uri="{FF2B5EF4-FFF2-40B4-BE49-F238E27FC236}">
                    <a16:creationId id="{A331D33E-3225-B510-D7BC-CAF47B274E94}"/>
                  </a:ext>
                </a:extLst>
              </p:cNvPr>
              <p:cNvSpPr/>
              <p:nvPr/>
            </p:nvSpPr>
            <p:spPr>
              <a:xfrm>
                <a:off x="3464484" y="4733228"/>
                <a:ext cx="2547379" cy="464299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cs typeface="+mn-ea"/>
                    <a:sym typeface="+mn-lt"/>
                  </a:rPr>
                  <a:t>02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  <p:sp>
            <p:nvSpPr>
              <p:cNvPr id="22" name="Bullet2" descr="c8996389-9887-497b-b981-5c350230254b">
                <a:extLst>
                  <a:ext uri="{FF2B5EF4-FFF2-40B4-BE49-F238E27FC236}">
                    <a16:creationId id="{6628D5F9-0FBF-40F1-2491-F9A21431E4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595327" y="2497325"/>
                <a:ext cx="2268723" cy="7342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kumimoji="1" lang="zh-CN" altLang="en-US" b="1" dirty="0">
                    <a:solidFill>
                      <a:srgbClr val="000000"/>
                    </a:solidFill>
                    <a:cs typeface="+mn-ea"/>
                    <a:sym typeface="+mn-lt"/>
                  </a:rPr>
                  <a:t>岗位职责认知</a:t>
                </a:r>
                <a:endParaRPr lang="en-US" dirty="0"/>
              </a:p>
            </p:txBody>
          </p:sp>
          <p:sp>
            <p:nvSpPr>
              <p:cNvPr id="23" name="Text2" descr="fea4e294-6412-414c-8a45-91a819a3f7b5">
                <a:extLst>
                  <a:ext uri="{FF2B5EF4-FFF2-40B4-BE49-F238E27FC236}">
                    <a16:creationId id="{2194E5A9-4570-C929-E30E-24E944FB5248}"/>
                  </a:ext>
                </a:extLst>
              </p:cNvPr>
              <p:cNvSpPr/>
              <p:nvPr/>
            </p:nvSpPr>
            <p:spPr>
              <a:xfrm>
                <a:off x="3595328" y="3231569"/>
                <a:ext cx="2268723" cy="14251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>
                    <a:solidFill>
                      <a:srgbClr val="000000"/>
                    </a:solidFill>
                    <a:cs typeface="+mn-ea"/>
                    <a:sym typeface="+mn-lt"/>
                  </a:rPr>
                  <a:t>说明对所负责岗位主要职责的理解，包括核心工作内容、目标以及在团队中的位置。</a:t>
                </a:r>
                <a:endParaRPr lang="en-US" dirty="0"/>
              </a:p>
            </p:txBody>
          </p:sp>
          <p:sp>
            <p:nvSpPr>
              <p:cNvPr id="20" name="椭圆 19" descr="3695ffe8-6226-4dc7-b684-b99d66e75e55">
                <a:extLst>
                  <a:ext uri="{FF2B5EF4-FFF2-40B4-BE49-F238E27FC236}">
                    <a16:creationId id="{3D3BC601-5A3D-B0C9-1A70-5120BCE2CB65}"/>
                  </a:ext>
                </a:extLst>
              </p:cNvPr>
              <p:cNvSpPr/>
              <p:nvPr/>
            </p:nvSpPr>
            <p:spPr>
              <a:xfrm>
                <a:off x="4541568" y="1949450"/>
                <a:ext cx="393212" cy="39321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" name="iconfont-1186-700976" descr="12d91e18-6a72-4b31-87dc-fc184979f6bd">
                <a:extLst>
                  <a:ext uri="{FF2B5EF4-FFF2-40B4-BE49-F238E27FC236}">
                    <a16:creationId id="{2732BCEA-2B7F-A437-A5F4-40089614E6CB}"/>
                  </a:ext>
                </a:extLst>
              </p:cNvPr>
              <p:cNvSpPr/>
              <p:nvPr/>
            </p:nvSpPr>
            <p:spPr>
              <a:xfrm>
                <a:off x="4683387" y="2038690"/>
                <a:ext cx="109574" cy="206536"/>
              </a:xfrm>
              <a:custGeom>
                <a:avLst/>
                <a:gdLst>
                  <a:gd name="T0" fmla="*/ 306 w 5286"/>
                  <a:gd name="T1" fmla="*/ 9962 h 9962"/>
                  <a:gd name="T2" fmla="*/ 111 w 5286"/>
                  <a:gd name="T3" fmla="*/ 9879 h 9962"/>
                  <a:gd name="T4" fmla="*/ 111 w 5286"/>
                  <a:gd name="T5" fmla="*/ 9489 h 9962"/>
                  <a:gd name="T6" fmla="*/ 4591 w 5286"/>
                  <a:gd name="T7" fmla="*/ 5009 h 9962"/>
                  <a:gd name="T8" fmla="*/ 111 w 5286"/>
                  <a:gd name="T9" fmla="*/ 501 h 9962"/>
                  <a:gd name="T10" fmla="*/ 111 w 5286"/>
                  <a:gd name="T11" fmla="*/ 112 h 9962"/>
                  <a:gd name="T12" fmla="*/ 500 w 5286"/>
                  <a:gd name="T13" fmla="*/ 112 h 9962"/>
                  <a:gd name="T14" fmla="*/ 5175 w 5286"/>
                  <a:gd name="T15" fmla="*/ 4786 h 9962"/>
                  <a:gd name="T16" fmla="*/ 5175 w 5286"/>
                  <a:gd name="T17" fmla="*/ 5176 h 9962"/>
                  <a:gd name="T18" fmla="*/ 500 w 5286"/>
                  <a:gd name="T19" fmla="*/ 9879 h 9962"/>
                  <a:gd name="T20" fmla="*/ 306 w 5286"/>
                  <a:gd name="T21" fmla="*/ 9962 h 99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286" h="9962">
                    <a:moveTo>
                      <a:pt x="306" y="9962"/>
                    </a:moveTo>
                    <a:cubicBezTo>
                      <a:pt x="222" y="9962"/>
                      <a:pt x="166" y="9934"/>
                      <a:pt x="111" y="9879"/>
                    </a:cubicBezTo>
                    <a:cubicBezTo>
                      <a:pt x="0" y="9767"/>
                      <a:pt x="0" y="9600"/>
                      <a:pt x="111" y="9489"/>
                    </a:cubicBezTo>
                    <a:lnTo>
                      <a:pt x="4591" y="5009"/>
                    </a:lnTo>
                    <a:lnTo>
                      <a:pt x="111" y="501"/>
                    </a:lnTo>
                    <a:cubicBezTo>
                      <a:pt x="0" y="390"/>
                      <a:pt x="0" y="223"/>
                      <a:pt x="111" y="112"/>
                    </a:cubicBezTo>
                    <a:cubicBezTo>
                      <a:pt x="222" y="0"/>
                      <a:pt x="389" y="0"/>
                      <a:pt x="500" y="112"/>
                    </a:cubicBezTo>
                    <a:lnTo>
                      <a:pt x="5175" y="4786"/>
                    </a:lnTo>
                    <a:cubicBezTo>
                      <a:pt x="5286" y="4898"/>
                      <a:pt x="5286" y="5065"/>
                      <a:pt x="5175" y="5176"/>
                    </a:cubicBezTo>
                    <a:lnTo>
                      <a:pt x="500" y="9879"/>
                    </a:lnTo>
                    <a:cubicBezTo>
                      <a:pt x="445" y="9934"/>
                      <a:pt x="361" y="9962"/>
                      <a:pt x="306" y="99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9" name="组合 48" descr="25d9e0a0-b3ee-4264-926d-b2a22768405d">
              <a:extLst>
                <a:ext uri="{FF2B5EF4-FFF2-40B4-BE49-F238E27FC236}">
                  <a16:creationId id="{62E04E3D-4909-9183-6A9D-A874C13554E2}"/>
                </a:ext>
              </a:extLst>
            </p:cNvPr>
            <p:cNvGrpSpPr/>
            <p:nvPr/>
          </p:nvGrpSpPr>
          <p:grpSpPr>
            <a:xfrm>
              <a:off x="6198062" y="1949450"/>
              <a:ext cx="2547379" cy="3606800"/>
              <a:chOff x="6198062" y="1949450"/>
              <a:chExt cx="2547379" cy="3606800"/>
            </a:xfrm>
          </p:grpSpPr>
          <p:sp>
            <p:nvSpPr>
              <p:cNvPr id="34" name="ComponentBackground3" descr="ebc1b803-b553-4761-a7f2-1b7a176b8846">
                <a:extLst>
                  <a:ext uri="{FF2B5EF4-FFF2-40B4-BE49-F238E27FC236}">
                    <a16:creationId id="{9334451D-0525-B5D8-4651-24D6525EB9E1}"/>
                  </a:ext>
                </a:extLst>
              </p:cNvPr>
              <p:cNvSpPr/>
              <p:nvPr/>
            </p:nvSpPr>
            <p:spPr>
              <a:xfrm>
                <a:off x="6249632" y="2146057"/>
                <a:ext cx="2444238" cy="3410193"/>
              </a:xfrm>
              <a:prstGeom prst="roundRect">
                <a:avLst>
                  <a:gd name="adj" fmla="val 7933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127000" dist="635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Number3" descr="52d15f0f-7eca-47ba-bfa1-94de8c3326b6">
                <a:extLst>
                  <a:ext uri="{FF2B5EF4-FFF2-40B4-BE49-F238E27FC236}">
                    <a16:creationId id="{5B6C4EBB-2967-DF86-4E61-EE7D545E7A78}"/>
                  </a:ext>
                </a:extLst>
              </p:cNvPr>
              <p:cNvSpPr/>
              <p:nvPr/>
            </p:nvSpPr>
            <p:spPr>
              <a:xfrm>
                <a:off x="6198062" y="4733228"/>
                <a:ext cx="2547379" cy="464299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cs typeface="+mn-ea"/>
                    <a:sym typeface="+mn-lt"/>
                  </a:rPr>
                  <a:t>03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  <p:sp>
            <p:nvSpPr>
              <p:cNvPr id="32" name="Bullet3" descr="7e5f32c4-d4a1-40de-8c78-19a00cebe841">
                <a:extLst>
                  <a:ext uri="{FF2B5EF4-FFF2-40B4-BE49-F238E27FC236}">
                    <a16:creationId id="{9CC54E05-9A0A-9819-5E31-8CB336F5DE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28905" y="2497325"/>
                <a:ext cx="2268723" cy="7342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kumimoji="1" lang="zh-CN" altLang="en-US" b="1" dirty="0">
                    <a:solidFill>
                      <a:srgbClr val="000000"/>
                    </a:solidFill>
                    <a:cs typeface="+mn-ea"/>
                    <a:sym typeface="+mn-lt"/>
                  </a:rPr>
                  <a:t>快速适应过程</a:t>
                </a:r>
                <a:endParaRPr lang="en-US" dirty="0"/>
              </a:p>
            </p:txBody>
          </p:sp>
          <p:sp>
            <p:nvSpPr>
              <p:cNvPr id="33" name="Text3" descr="eec63fd0-665b-43ad-b3dd-a499e9a80f58">
                <a:extLst>
                  <a:ext uri="{FF2B5EF4-FFF2-40B4-BE49-F238E27FC236}">
                    <a16:creationId id="{2D6DC596-0A81-79BA-1E5C-0F5253272FA7}"/>
                  </a:ext>
                </a:extLst>
              </p:cNvPr>
              <p:cNvSpPr/>
              <p:nvPr/>
            </p:nvSpPr>
            <p:spPr>
              <a:xfrm>
                <a:off x="6328906" y="3231569"/>
                <a:ext cx="2268723" cy="14251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>
                    <a:solidFill>
                      <a:srgbClr val="000000"/>
                    </a:solidFill>
                    <a:cs typeface="+mn-ea"/>
                    <a:sym typeface="+mn-lt"/>
                  </a:rPr>
                  <a:t>描述入职以来如何快速熟悉环境、学习业务流程、融入团队文化，并举例说明。</a:t>
                </a:r>
                <a:endParaRPr lang="en-US" dirty="0"/>
              </a:p>
            </p:txBody>
          </p:sp>
          <p:sp>
            <p:nvSpPr>
              <p:cNvPr id="30" name="椭圆 29" descr="2827792b-0658-4aa7-b408-44e9cbf7df93">
                <a:extLst>
                  <a:ext uri="{FF2B5EF4-FFF2-40B4-BE49-F238E27FC236}">
                    <a16:creationId id="{7C03E760-E3BC-C78B-CBF8-685A6556BE15}"/>
                  </a:ext>
                </a:extLst>
              </p:cNvPr>
              <p:cNvSpPr/>
              <p:nvPr/>
            </p:nvSpPr>
            <p:spPr>
              <a:xfrm>
                <a:off x="7275146" y="1949450"/>
                <a:ext cx="393212" cy="39321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" name="iconfont-1186-700976" descr="569e780c-2dc3-4cd9-8b91-00f8f01e3842">
                <a:extLst>
                  <a:ext uri="{FF2B5EF4-FFF2-40B4-BE49-F238E27FC236}">
                    <a16:creationId id="{56F4679B-8C93-6ACC-BF8D-08B002172D9D}"/>
                  </a:ext>
                </a:extLst>
              </p:cNvPr>
              <p:cNvSpPr/>
              <p:nvPr/>
            </p:nvSpPr>
            <p:spPr>
              <a:xfrm>
                <a:off x="7416965" y="2038690"/>
                <a:ext cx="109574" cy="206536"/>
              </a:xfrm>
              <a:custGeom>
                <a:avLst/>
                <a:gdLst>
                  <a:gd name="T0" fmla="*/ 306 w 5286"/>
                  <a:gd name="T1" fmla="*/ 9962 h 9962"/>
                  <a:gd name="T2" fmla="*/ 111 w 5286"/>
                  <a:gd name="T3" fmla="*/ 9879 h 9962"/>
                  <a:gd name="T4" fmla="*/ 111 w 5286"/>
                  <a:gd name="T5" fmla="*/ 9489 h 9962"/>
                  <a:gd name="T6" fmla="*/ 4591 w 5286"/>
                  <a:gd name="T7" fmla="*/ 5009 h 9962"/>
                  <a:gd name="T8" fmla="*/ 111 w 5286"/>
                  <a:gd name="T9" fmla="*/ 501 h 9962"/>
                  <a:gd name="T10" fmla="*/ 111 w 5286"/>
                  <a:gd name="T11" fmla="*/ 112 h 9962"/>
                  <a:gd name="T12" fmla="*/ 500 w 5286"/>
                  <a:gd name="T13" fmla="*/ 112 h 9962"/>
                  <a:gd name="T14" fmla="*/ 5175 w 5286"/>
                  <a:gd name="T15" fmla="*/ 4786 h 9962"/>
                  <a:gd name="T16" fmla="*/ 5175 w 5286"/>
                  <a:gd name="T17" fmla="*/ 5176 h 9962"/>
                  <a:gd name="T18" fmla="*/ 500 w 5286"/>
                  <a:gd name="T19" fmla="*/ 9879 h 9962"/>
                  <a:gd name="T20" fmla="*/ 306 w 5286"/>
                  <a:gd name="T21" fmla="*/ 9962 h 99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286" h="9962">
                    <a:moveTo>
                      <a:pt x="306" y="9962"/>
                    </a:moveTo>
                    <a:cubicBezTo>
                      <a:pt x="222" y="9962"/>
                      <a:pt x="166" y="9934"/>
                      <a:pt x="111" y="9879"/>
                    </a:cubicBezTo>
                    <a:cubicBezTo>
                      <a:pt x="0" y="9767"/>
                      <a:pt x="0" y="9600"/>
                      <a:pt x="111" y="9489"/>
                    </a:cubicBezTo>
                    <a:lnTo>
                      <a:pt x="4591" y="5009"/>
                    </a:lnTo>
                    <a:lnTo>
                      <a:pt x="111" y="501"/>
                    </a:lnTo>
                    <a:cubicBezTo>
                      <a:pt x="0" y="390"/>
                      <a:pt x="0" y="223"/>
                      <a:pt x="111" y="112"/>
                    </a:cubicBezTo>
                    <a:cubicBezTo>
                      <a:pt x="222" y="0"/>
                      <a:pt x="389" y="0"/>
                      <a:pt x="500" y="112"/>
                    </a:cubicBezTo>
                    <a:lnTo>
                      <a:pt x="5175" y="4786"/>
                    </a:lnTo>
                    <a:cubicBezTo>
                      <a:pt x="5286" y="4898"/>
                      <a:pt x="5286" y="5065"/>
                      <a:pt x="5175" y="5176"/>
                    </a:cubicBezTo>
                    <a:lnTo>
                      <a:pt x="500" y="9879"/>
                    </a:lnTo>
                    <a:cubicBezTo>
                      <a:pt x="445" y="9934"/>
                      <a:pt x="361" y="9962"/>
                      <a:pt x="306" y="99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50" name="组合 49" descr="8d107f1d-a135-4a4d-817a-6f32fad36858">
              <a:extLst>
                <a:ext uri="{FF2B5EF4-FFF2-40B4-BE49-F238E27FC236}">
                  <a16:creationId id="{4BC79656-728E-F9F3-369D-B522A1E7F905}"/>
                </a:ext>
              </a:extLst>
            </p:cNvPr>
            <p:cNvGrpSpPr/>
            <p:nvPr/>
          </p:nvGrpSpPr>
          <p:grpSpPr>
            <a:xfrm>
              <a:off x="8931641" y="1949450"/>
              <a:ext cx="2547379" cy="3606800"/>
              <a:chOff x="8931641" y="1949450"/>
              <a:chExt cx="2547379" cy="3606800"/>
            </a:xfrm>
          </p:grpSpPr>
          <p:sp>
            <p:nvSpPr>
              <p:cNvPr id="44" name="ComponentBackground4" descr="4c2cb8c8-0ed8-482f-b9a6-6093bf08a0ae">
                <a:extLst>
                  <a:ext uri="{FF2B5EF4-FFF2-40B4-BE49-F238E27FC236}">
                    <a16:creationId id="{D36B0301-A619-0DA0-5AD4-89E0C2D6B5BF}"/>
                  </a:ext>
                </a:extLst>
              </p:cNvPr>
              <p:cNvSpPr/>
              <p:nvPr/>
            </p:nvSpPr>
            <p:spPr>
              <a:xfrm>
                <a:off x="8983211" y="2146057"/>
                <a:ext cx="2444238" cy="3410193"/>
              </a:xfrm>
              <a:prstGeom prst="roundRect">
                <a:avLst>
                  <a:gd name="adj" fmla="val 7933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127000" dist="635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5" name="Number4" descr="f6b3bb3c-0070-43fb-ab75-2264d50c9cb3">
                <a:extLst>
                  <a:ext uri="{FF2B5EF4-FFF2-40B4-BE49-F238E27FC236}">
                    <a16:creationId id="{1440E6A3-BECB-EAC7-4C19-39C2B2D760B1}"/>
                  </a:ext>
                </a:extLst>
              </p:cNvPr>
              <p:cNvSpPr/>
              <p:nvPr/>
            </p:nvSpPr>
            <p:spPr>
              <a:xfrm>
                <a:off x="8931641" y="4733228"/>
                <a:ext cx="2547379" cy="464299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cs typeface="+mn-ea"/>
                    <a:sym typeface="+mn-lt"/>
                  </a:rPr>
                  <a:t>04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  <p:sp>
            <p:nvSpPr>
              <p:cNvPr id="42" name="Bullet4" descr="b787b36b-4ca4-4b67-bf0b-3ca7cdef6829">
                <a:extLst>
                  <a:ext uri="{FF2B5EF4-FFF2-40B4-BE49-F238E27FC236}">
                    <a16:creationId id="{37D597F4-E9FC-9DBD-7EC5-5FF58683A3A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62484" y="2497325"/>
                <a:ext cx="2268723" cy="7342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kumimoji="1" lang="zh-CN" altLang="en-US" b="1" dirty="0">
                    <a:solidFill>
                      <a:srgbClr val="000000"/>
                    </a:solidFill>
                    <a:cs typeface="+mn-ea"/>
                    <a:sym typeface="+mn-lt"/>
                  </a:rPr>
                  <a:t>个人优势匹配</a:t>
                </a:r>
                <a:endParaRPr lang="en-US" dirty="0"/>
              </a:p>
            </p:txBody>
          </p:sp>
          <p:sp>
            <p:nvSpPr>
              <p:cNvPr id="43" name="Text4" descr="c66bad5f-6657-43c7-85a2-732b92ad869b">
                <a:extLst>
                  <a:ext uri="{FF2B5EF4-FFF2-40B4-BE49-F238E27FC236}">
                    <a16:creationId id="{206EB0E5-43C5-1246-2801-845DDC8E46F9}"/>
                  </a:ext>
                </a:extLst>
              </p:cNvPr>
              <p:cNvSpPr/>
              <p:nvPr/>
            </p:nvSpPr>
            <p:spPr>
              <a:xfrm>
                <a:off x="9062485" y="3231569"/>
                <a:ext cx="2268723" cy="14251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>
                    <a:solidFill>
                      <a:srgbClr val="000000"/>
                    </a:solidFill>
                    <a:cs typeface="+mn-ea"/>
                    <a:sym typeface="+mn-lt"/>
                  </a:rPr>
                  <a:t>分析个人背景与特质如何与岗位要求相匹配，以及如何利用自身优势创造价值。</a:t>
                </a:r>
                <a:endParaRPr lang="en-US" dirty="0"/>
              </a:p>
            </p:txBody>
          </p:sp>
          <p:sp>
            <p:nvSpPr>
              <p:cNvPr id="40" name="椭圆 39" descr="412c071d-15d8-499d-97b4-cd81cc7c80de">
                <a:extLst>
                  <a:ext uri="{FF2B5EF4-FFF2-40B4-BE49-F238E27FC236}">
                    <a16:creationId id="{78D02076-EA1F-52F5-5962-449B933C149A}"/>
                  </a:ext>
                </a:extLst>
              </p:cNvPr>
              <p:cNvSpPr/>
              <p:nvPr/>
            </p:nvSpPr>
            <p:spPr>
              <a:xfrm>
                <a:off x="10008725" y="1949450"/>
                <a:ext cx="393212" cy="39321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1" name="iconfont-1186-700976" descr="309feb37-ddd3-4b46-9ffa-68ed88cb5313">
                <a:extLst>
                  <a:ext uri="{FF2B5EF4-FFF2-40B4-BE49-F238E27FC236}">
                    <a16:creationId id="{BE0FB3C0-3D9F-0BFE-9F6B-43CBCE6E2875}"/>
                  </a:ext>
                </a:extLst>
              </p:cNvPr>
              <p:cNvSpPr/>
              <p:nvPr/>
            </p:nvSpPr>
            <p:spPr>
              <a:xfrm>
                <a:off x="10150544" y="2038690"/>
                <a:ext cx="109574" cy="206536"/>
              </a:xfrm>
              <a:custGeom>
                <a:avLst/>
                <a:gdLst>
                  <a:gd name="T0" fmla="*/ 306 w 5286"/>
                  <a:gd name="T1" fmla="*/ 9962 h 9962"/>
                  <a:gd name="T2" fmla="*/ 111 w 5286"/>
                  <a:gd name="T3" fmla="*/ 9879 h 9962"/>
                  <a:gd name="T4" fmla="*/ 111 w 5286"/>
                  <a:gd name="T5" fmla="*/ 9489 h 9962"/>
                  <a:gd name="T6" fmla="*/ 4591 w 5286"/>
                  <a:gd name="T7" fmla="*/ 5009 h 9962"/>
                  <a:gd name="T8" fmla="*/ 111 w 5286"/>
                  <a:gd name="T9" fmla="*/ 501 h 9962"/>
                  <a:gd name="T10" fmla="*/ 111 w 5286"/>
                  <a:gd name="T11" fmla="*/ 112 h 9962"/>
                  <a:gd name="T12" fmla="*/ 500 w 5286"/>
                  <a:gd name="T13" fmla="*/ 112 h 9962"/>
                  <a:gd name="T14" fmla="*/ 5175 w 5286"/>
                  <a:gd name="T15" fmla="*/ 4786 h 9962"/>
                  <a:gd name="T16" fmla="*/ 5175 w 5286"/>
                  <a:gd name="T17" fmla="*/ 5176 h 9962"/>
                  <a:gd name="T18" fmla="*/ 500 w 5286"/>
                  <a:gd name="T19" fmla="*/ 9879 h 9962"/>
                  <a:gd name="T20" fmla="*/ 306 w 5286"/>
                  <a:gd name="T21" fmla="*/ 9962 h 99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286" h="9962">
                    <a:moveTo>
                      <a:pt x="306" y="9962"/>
                    </a:moveTo>
                    <a:cubicBezTo>
                      <a:pt x="222" y="9962"/>
                      <a:pt x="166" y="9934"/>
                      <a:pt x="111" y="9879"/>
                    </a:cubicBezTo>
                    <a:cubicBezTo>
                      <a:pt x="0" y="9767"/>
                      <a:pt x="0" y="9600"/>
                      <a:pt x="111" y="9489"/>
                    </a:cubicBezTo>
                    <a:lnTo>
                      <a:pt x="4591" y="5009"/>
                    </a:lnTo>
                    <a:lnTo>
                      <a:pt x="111" y="501"/>
                    </a:lnTo>
                    <a:cubicBezTo>
                      <a:pt x="0" y="390"/>
                      <a:pt x="0" y="223"/>
                      <a:pt x="111" y="112"/>
                    </a:cubicBezTo>
                    <a:cubicBezTo>
                      <a:pt x="222" y="0"/>
                      <a:pt x="389" y="0"/>
                      <a:pt x="500" y="112"/>
                    </a:cubicBezTo>
                    <a:lnTo>
                      <a:pt x="5175" y="4786"/>
                    </a:lnTo>
                    <a:cubicBezTo>
                      <a:pt x="5286" y="4898"/>
                      <a:pt x="5286" y="5065"/>
                      <a:pt x="5175" y="5176"/>
                    </a:cubicBezTo>
                    <a:lnTo>
                      <a:pt x="500" y="9879"/>
                    </a:lnTo>
                    <a:cubicBezTo>
                      <a:pt x="445" y="9934"/>
                      <a:pt x="361" y="9962"/>
                      <a:pt x="306" y="99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</p:grpSp>
        <p:sp>
          <p:nvSpPr>
            <p:cNvPr id="47" name="矩形: 圆顶角 46" descr="3e273828-3d0a-4cf8-b2be-affcedaf0b2e">
              <a:extLst>
                <a:ext uri="{FF2B5EF4-FFF2-40B4-BE49-F238E27FC236}">
                  <a16:creationId id="{62B6C9F8-74B4-5337-FAB6-1A02DB27FA80}"/>
                </a:ext>
              </a:extLst>
            </p:cNvPr>
            <p:cNvSpPr/>
            <p:nvPr/>
          </p:nvSpPr>
          <p:spPr>
            <a:xfrm>
              <a:off x="0" y="6227536"/>
              <a:ext cx="12192000" cy="630464"/>
            </a:xfrm>
            <a:prstGeom prst="round2SameRect">
              <a:avLst>
                <a:gd name="adj1" fmla="val 35804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" name="" descr="8a583094-733d-4cd6-9fc3-66f25c3126e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岗位理解与适应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" descr="46140bc6-a279-4370-ab60-e31889b70e6c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项目实践与成果</a:t>
            </a:r>
            <a:endParaRPr lang="en-US" dirty="0"/>
          </a:p>
        </p:txBody>
      </p:sp>
      <p:sp>
        <p:nvSpPr>
          <p:cNvPr id="25" name="" descr="518cc0cc-7761-443f-82a9-ab53c28bf8e3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聚焦于储干期间参与的核心项目，详细阐述项目背景、个人承担的角色、关键技术成果以及项目最终价值，突出个人贡献。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35" name="afb508c9-2571-48e9-8296-934e7c385c6d.source.4.zh-Hans.pptx" descr="1367fad4-e3be-4114-a318-1b21c59e7ca7">
            <a:extLst>
              <a:ext uri="{FF2B5EF4-FFF2-40B4-BE49-F238E27FC236}">
                <a16:creationId id="{FEDCCA5B-563B-8762-3672-ACE8CB2F6AA4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矩形 1" descr="152e2234-b9f4-40e7-97bf-4c74c1c88074">
              <a:extLst>
                <a:ext uri="{FF2B5EF4-FFF2-40B4-BE49-F238E27FC236}">
                  <a16:creationId id="{51A70010-31DE-255A-B367-288D2CA4AFC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15000"/>
                  </a:schemeClr>
                </a:gs>
                <a:gs pos="0">
                  <a:schemeClr val="accent2">
                    <a:alpha val="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: 形状 29" descr="5bd9a588-4efd-49ca-8652-b5a01aa4ca09">
              <a:extLst>
                <a:ext uri="{FF2B5EF4-FFF2-40B4-BE49-F238E27FC236}">
                  <a16:creationId id="{440CE8E1-4245-AFD4-E90F-2DD3AF12000F}"/>
                </a:ext>
              </a:extLst>
            </p:cNvPr>
            <p:cNvSpPr/>
            <p:nvPr/>
          </p:nvSpPr>
          <p:spPr>
            <a:xfrm flipH="1">
              <a:off x="0" y="0"/>
              <a:ext cx="2329359" cy="3297479"/>
            </a:xfrm>
            <a:custGeom>
              <a:avLst/>
              <a:gdLst>
                <a:gd name="connsiteX0" fmla="*/ 229453 w 2242556"/>
                <a:gd name="connsiteY0" fmla="*/ 0 h 3174599"/>
                <a:gd name="connsiteX1" fmla="*/ 2242556 w 2242556"/>
                <a:gd name="connsiteY1" fmla="*/ 0 h 3174599"/>
                <a:gd name="connsiteX2" fmla="*/ 2242556 w 2242556"/>
                <a:gd name="connsiteY2" fmla="*/ 3172485 h 3174599"/>
                <a:gd name="connsiteX3" fmla="*/ 2200681 w 2242556"/>
                <a:gd name="connsiteY3" fmla="*/ 3174599 h 3174599"/>
                <a:gd name="connsiteX4" fmla="*/ 0 w 2242556"/>
                <a:gd name="connsiteY4" fmla="*/ 973918 h 3174599"/>
                <a:gd name="connsiteX5" fmla="*/ 172940 w 2242556"/>
                <a:gd name="connsiteY5" fmla="*/ 117314 h 3174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42556" h="3174599">
                  <a:moveTo>
                    <a:pt x="229453" y="0"/>
                  </a:moveTo>
                  <a:lnTo>
                    <a:pt x="2242556" y="0"/>
                  </a:lnTo>
                  <a:lnTo>
                    <a:pt x="2242556" y="3172485"/>
                  </a:lnTo>
                  <a:lnTo>
                    <a:pt x="2200681" y="3174599"/>
                  </a:lnTo>
                  <a:cubicBezTo>
                    <a:pt x="985278" y="3174599"/>
                    <a:pt x="0" y="2189321"/>
                    <a:pt x="0" y="973918"/>
                  </a:cubicBezTo>
                  <a:cubicBezTo>
                    <a:pt x="0" y="670067"/>
                    <a:pt x="61580" y="380599"/>
                    <a:pt x="172940" y="117314"/>
                  </a:cubicBezTo>
                  <a:close/>
                </a:path>
              </a:pathLst>
            </a:custGeom>
            <a:gradFill flip="none" rotWithShape="1">
              <a:gsLst>
                <a:gs pos="6000">
                  <a:schemeClr val="accent1">
                    <a:alpha val="27000"/>
                  </a:schemeClr>
                </a:gs>
                <a:gs pos="79000">
                  <a:schemeClr val="accent2">
                    <a:alpha val="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solidFill>
                  <a:srgbClr val="FFFFFF"/>
                </a:solidFill>
                <a:cs typeface="+mn-ea"/>
              </a:endParaRPr>
            </a:p>
          </p:txBody>
        </p:sp>
        <p:sp>
          <p:nvSpPr>
            <p:cNvPr id="34" name="任意多边形: 形状 33" descr="c10cb12d-c080-48cc-8349-4466c5f9a85b">
              <a:extLst>
                <a:ext uri="{FF2B5EF4-FFF2-40B4-BE49-F238E27FC236}">
                  <a16:creationId id="{19F0CF31-DD3E-3EBC-1754-EE3552BBEE1D}"/>
                </a:ext>
              </a:extLst>
            </p:cNvPr>
            <p:cNvSpPr/>
            <p:nvPr/>
          </p:nvSpPr>
          <p:spPr>
            <a:xfrm>
              <a:off x="8857364" y="3743204"/>
              <a:ext cx="3334636" cy="3114796"/>
            </a:xfrm>
            <a:custGeom>
              <a:avLst/>
              <a:gdLst>
                <a:gd name="connsiteX0" fmla="*/ 2147637 w 3039282"/>
                <a:gd name="connsiteY0" fmla="*/ 0 h 2838914"/>
                <a:gd name="connsiteX1" fmla="*/ 2983594 w 3039282"/>
                <a:gd name="connsiteY1" fmla="*/ 174193 h 2838914"/>
                <a:gd name="connsiteX2" fmla="*/ 3039282 w 3039282"/>
                <a:gd name="connsiteY2" fmla="*/ 201881 h 2838914"/>
                <a:gd name="connsiteX3" fmla="*/ 3039282 w 3039282"/>
                <a:gd name="connsiteY3" fmla="*/ 2838914 h 2838914"/>
                <a:gd name="connsiteX4" fmla="*/ 87372 w 3039282"/>
                <a:gd name="connsiteY4" fmla="*/ 2838914 h 2838914"/>
                <a:gd name="connsiteX5" fmla="*/ 43632 w 3039282"/>
                <a:gd name="connsiteY5" fmla="*/ 2663339 h 2838914"/>
                <a:gd name="connsiteX6" fmla="*/ 0 w 3039282"/>
                <a:gd name="connsiteY6" fmla="*/ 2216614 h 2838914"/>
                <a:gd name="connsiteX7" fmla="*/ 2147637 w 3039282"/>
                <a:gd name="connsiteY7" fmla="*/ 0 h 283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9282" h="2838914">
                  <a:moveTo>
                    <a:pt x="2147637" y="0"/>
                  </a:moveTo>
                  <a:cubicBezTo>
                    <a:pt x="2444164" y="0"/>
                    <a:pt x="2726654" y="62026"/>
                    <a:pt x="2983594" y="174193"/>
                  </a:cubicBezTo>
                  <a:lnTo>
                    <a:pt x="3039282" y="201881"/>
                  </a:lnTo>
                  <a:lnTo>
                    <a:pt x="3039282" y="2838914"/>
                  </a:lnTo>
                  <a:lnTo>
                    <a:pt x="87372" y="2838914"/>
                  </a:lnTo>
                  <a:lnTo>
                    <a:pt x="43632" y="2663339"/>
                  </a:lnTo>
                  <a:cubicBezTo>
                    <a:pt x="15024" y="2519043"/>
                    <a:pt x="0" y="2369640"/>
                    <a:pt x="0" y="2216614"/>
                  </a:cubicBezTo>
                  <a:cubicBezTo>
                    <a:pt x="0" y="992412"/>
                    <a:pt x="961530" y="0"/>
                    <a:pt x="2147637" y="0"/>
                  </a:cubicBezTo>
                  <a:close/>
                </a:path>
              </a:pathLst>
            </a:custGeom>
            <a:gradFill flip="none" rotWithShape="1">
              <a:gsLst>
                <a:gs pos="6000">
                  <a:schemeClr val="accent1">
                    <a:alpha val="27000"/>
                  </a:schemeClr>
                </a:gs>
                <a:gs pos="79000">
                  <a:schemeClr val="accent2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rgbClr val="FFFFFF"/>
                </a:solidFill>
                <a:cs typeface="+mn-ea"/>
              </a:endParaRPr>
            </a:p>
          </p:txBody>
        </p:sp>
        <p:sp>
          <p:nvSpPr>
            <p:cNvPr id="3" name="Title" descr="34ccf0ac-846c-49e4-8577-6bba117b56da">
              <a:extLst>
                <a:ext uri="{FF2B5EF4-FFF2-40B4-BE49-F238E27FC236}">
                  <a16:creationId id="{B29E592E-4153-7CB7-AD91-4A9EB09FD6BE}"/>
                </a:ext>
              </a:extLst>
            </p:cNvPr>
            <p:cNvSpPr txBox="1"/>
            <p:nvPr/>
          </p:nvSpPr>
          <p:spPr>
            <a:xfrm flipH="1">
              <a:off x="660400" y="1130300"/>
              <a:ext cx="10858500" cy="9908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25000"/>
              </a:pPr>
              <a:r>
                <a:rPr lang="zh-CN" altLang="en-US" sz="4800" b="1" dirty="0">
                  <a:solidFill>
                    <a:schemeClr val="tx1"/>
                  </a:solidFill>
                </a:rPr>
                <a:t>清晰介绍项目的起因、目标与挑战</a:t>
              </a:r>
              <a:endParaRPr lang="en-US" dirty="0"/>
            </a:p>
          </p:txBody>
        </p:sp>
        <p:sp>
          <p:nvSpPr>
            <p:cNvPr id="5" name="椭圆 4" descr="36c787c2-7e44-4876-8765-002253bbd249">
              <a:extLst>
                <a:ext uri="{FF2B5EF4-FFF2-40B4-BE49-F238E27FC236}">
                  <a16:creationId id="{53119F3E-8A07-CD08-056D-731674A6B19A}"/>
                </a:ext>
              </a:extLst>
            </p:cNvPr>
            <p:cNvSpPr/>
            <p:nvPr/>
          </p:nvSpPr>
          <p:spPr>
            <a:xfrm>
              <a:off x="1012794" y="2609864"/>
              <a:ext cx="1727260" cy="1727258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200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弧形 5" descr="1b7d211c-8b36-4132-aad1-faf21feac2ec">
              <a:extLst>
                <a:ext uri="{FF2B5EF4-FFF2-40B4-BE49-F238E27FC236}">
                  <a16:creationId id="{D47AF456-E081-EEF7-C5C1-8A4E869240D7}"/>
                </a:ext>
              </a:extLst>
            </p:cNvPr>
            <p:cNvSpPr/>
            <p:nvPr/>
          </p:nvSpPr>
          <p:spPr>
            <a:xfrm>
              <a:off x="809594" y="2406664"/>
              <a:ext cx="2133660" cy="2133658"/>
            </a:xfrm>
            <a:prstGeom prst="arc">
              <a:avLst>
                <a:gd name="adj1" fmla="val 10773996"/>
                <a:gd name="adj2" fmla="val 0"/>
              </a:avLst>
            </a:prstGeom>
            <a:ln w="12700"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</a:gra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" name="组合 9" descr="3dd9f854-c281-4eb0-b2ff-18acdd9590c1">
              <a:extLst>
                <a:ext uri="{FF2B5EF4-FFF2-40B4-BE49-F238E27FC236}">
                  <a16:creationId id="{1ADFB3C6-25A7-1BB8-D09A-4A7D5EE482DB}"/>
                </a:ext>
              </a:extLst>
            </p:cNvPr>
            <p:cNvGrpSpPr/>
            <p:nvPr/>
          </p:nvGrpSpPr>
          <p:grpSpPr>
            <a:xfrm>
              <a:off x="660400" y="2709077"/>
              <a:ext cx="2432050" cy="3469516"/>
              <a:chOff x="660400" y="2709077"/>
              <a:chExt cx="2432050" cy="3469516"/>
            </a:xfrm>
          </p:grpSpPr>
          <p:sp>
            <p:nvSpPr>
              <p:cNvPr id="4" name="Number1" descr="f6eeea20-9f55-4058-9e75-9bd781757431">
                <a:extLst>
                  <a:ext uri="{FF2B5EF4-FFF2-40B4-BE49-F238E27FC236}">
                    <a16:creationId id="{DD6D5F35-E83F-E331-F8E3-4750AFABF9EF}"/>
                  </a:ext>
                </a:extLst>
              </p:cNvPr>
              <p:cNvSpPr/>
              <p:nvPr/>
            </p:nvSpPr>
            <p:spPr>
              <a:xfrm>
                <a:off x="1112008" y="2709077"/>
                <a:ext cx="1528831" cy="1528830"/>
              </a:xfrm>
              <a:prstGeom prst="ellipse">
                <a:avLst/>
              </a:prstGeom>
              <a:gradFill flip="none" rotWithShape="1">
                <a:gsLst>
                  <a:gs pos="31000">
                    <a:schemeClr val="accent1"/>
                  </a:gs>
                  <a:gs pos="88000">
                    <a:schemeClr val="accent2">
                      <a:lumMod val="40000"/>
                      <a:lumOff val="60000"/>
                    </a:schemeClr>
                  </a:gs>
                </a:gsLst>
                <a:lin ang="135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altLang="zh-CN" sz="2800" b="1" i="1" dirty="0">
                    <a:solidFill>
                      <a:srgbClr val="FFFFFF"/>
                    </a:solidFill>
                    <a:cs typeface="+mn-ea"/>
                  </a:rPr>
                  <a:t>1</a:t>
                </a:r>
                <a:endParaRPr lang="zh-CN" altLang="en-US" sz="2800" b="1" i="1" dirty="0">
                  <a:solidFill>
                    <a:srgbClr val="FFFFFF"/>
                  </a:solidFill>
                  <a:cs typeface="+mn-ea"/>
                </a:endParaRPr>
              </a:p>
            </p:txBody>
          </p:sp>
          <p:sp>
            <p:nvSpPr>
              <p:cNvPr id="8" name="Bullet1" descr="6898fb58-63d2-4563-b351-dad3ec1182bd">
                <a:extLst>
                  <a:ext uri="{FF2B5EF4-FFF2-40B4-BE49-F238E27FC236}">
                    <a16:creationId id="{B5524981-49BD-7C79-6043-234CD0DD15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4639534"/>
                <a:ext cx="2432050" cy="15390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b="1" dirty="0"/>
                  <a:t>项目概况</a:t>
                </a:r>
                <a:endParaRPr lang="en-US" dirty="0"/>
              </a:p>
            </p:txBody>
          </p:sp>
        </p:grpSp>
        <p:sp>
          <p:nvSpPr>
            <p:cNvPr id="20" name="椭圆 19" descr="85ea2d08-eee2-490c-9ae3-700d951d235f">
              <a:extLst>
                <a:ext uri="{FF2B5EF4-FFF2-40B4-BE49-F238E27FC236}">
                  <a16:creationId id="{5E5D985B-22B2-3EB9-7FE5-1CAD885640AD}"/>
                </a:ext>
              </a:extLst>
            </p:cNvPr>
            <p:cNvSpPr/>
            <p:nvPr/>
          </p:nvSpPr>
          <p:spPr>
            <a:xfrm>
              <a:off x="3821611" y="2565371"/>
              <a:ext cx="1727260" cy="1727258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200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弧形 20" descr="94483c0c-8d2e-44f5-83b4-8d04dda0bb8c">
              <a:extLst>
                <a:ext uri="{FF2B5EF4-FFF2-40B4-BE49-F238E27FC236}">
                  <a16:creationId id="{4BD7C891-1B18-41F1-8FDE-5B26163B76CC}"/>
                </a:ext>
              </a:extLst>
            </p:cNvPr>
            <p:cNvSpPr/>
            <p:nvPr/>
          </p:nvSpPr>
          <p:spPr>
            <a:xfrm>
              <a:off x="3618411" y="2362171"/>
              <a:ext cx="2133660" cy="2133658"/>
            </a:xfrm>
            <a:prstGeom prst="arc">
              <a:avLst>
                <a:gd name="adj1" fmla="val 10773996"/>
                <a:gd name="adj2" fmla="val 0"/>
              </a:avLst>
            </a:prstGeom>
            <a:ln w="12700"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</a:gra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1" name="组合 30" descr="502938fc-65c8-46f5-aada-3b039c2d62c6">
              <a:extLst>
                <a:ext uri="{FF2B5EF4-FFF2-40B4-BE49-F238E27FC236}">
                  <a16:creationId id="{F0417674-2BC1-5819-9772-4D7815C4654C}"/>
                </a:ext>
              </a:extLst>
            </p:cNvPr>
            <p:cNvGrpSpPr/>
            <p:nvPr/>
          </p:nvGrpSpPr>
          <p:grpSpPr>
            <a:xfrm>
              <a:off x="3469217" y="2664584"/>
              <a:ext cx="2432050" cy="3469516"/>
              <a:chOff x="3469217" y="2664584"/>
              <a:chExt cx="2432050" cy="3469516"/>
            </a:xfrm>
          </p:grpSpPr>
          <p:sp>
            <p:nvSpPr>
              <p:cNvPr id="19" name="Number2" descr="d3851996-2ca3-4d37-8f56-b482cab8aa48">
                <a:extLst>
                  <a:ext uri="{FF2B5EF4-FFF2-40B4-BE49-F238E27FC236}">
                    <a16:creationId id="{3CBEAFEB-C099-1F43-5D24-16C9FBD8D173}"/>
                  </a:ext>
                </a:extLst>
              </p:cNvPr>
              <p:cNvSpPr/>
              <p:nvPr/>
            </p:nvSpPr>
            <p:spPr>
              <a:xfrm>
                <a:off x="3920825" y="2664584"/>
                <a:ext cx="1528831" cy="1528830"/>
              </a:xfrm>
              <a:prstGeom prst="ellipse">
                <a:avLst/>
              </a:prstGeom>
              <a:gradFill flip="none" rotWithShape="1">
                <a:gsLst>
                  <a:gs pos="31000">
                    <a:schemeClr val="accent1"/>
                  </a:gs>
                  <a:gs pos="88000">
                    <a:schemeClr val="accent2">
                      <a:lumMod val="40000"/>
                      <a:lumOff val="60000"/>
                    </a:schemeClr>
                  </a:gs>
                </a:gsLst>
                <a:lin ang="135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altLang="zh-CN" sz="2800" b="1" i="1" dirty="0">
                    <a:solidFill>
                      <a:srgbClr val="FFFFFF"/>
                    </a:solidFill>
                    <a:cs typeface="+mn-ea"/>
                  </a:rPr>
                  <a:t>2</a:t>
                </a:r>
                <a:endParaRPr lang="zh-CN" altLang="en-US" sz="2800" b="1" i="1" dirty="0">
                  <a:solidFill>
                    <a:srgbClr val="FFFFFF"/>
                  </a:solidFill>
                  <a:cs typeface="+mn-ea"/>
                </a:endParaRPr>
              </a:p>
            </p:txBody>
          </p:sp>
          <p:sp>
            <p:nvSpPr>
              <p:cNvPr id="18" name="Bullet2" descr="3a8669b5-c0b8-40c8-800f-facb3ac65f3c">
                <a:extLst>
                  <a:ext uri="{FF2B5EF4-FFF2-40B4-BE49-F238E27FC236}">
                    <a16:creationId id="{3EC67AD8-FE1F-70DB-B8B1-D3CEB332E3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69217" y="4595041"/>
                <a:ext cx="2432050" cy="15390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b="1" dirty="0"/>
                  <a:t>项目目标</a:t>
                </a:r>
                <a:endParaRPr lang="en-US" dirty="0"/>
              </a:p>
            </p:txBody>
          </p:sp>
        </p:grpSp>
        <p:sp>
          <p:nvSpPr>
            <p:cNvPr id="26" name="椭圆 25" descr="93e95688-948c-445f-8ee1-c1dd6ddc67c7">
              <a:extLst>
                <a:ext uri="{FF2B5EF4-FFF2-40B4-BE49-F238E27FC236}">
                  <a16:creationId id="{4FB835AD-E57D-9CCF-8BC5-01B972145E26}"/>
                </a:ext>
              </a:extLst>
            </p:cNvPr>
            <p:cNvSpPr/>
            <p:nvPr/>
          </p:nvSpPr>
          <p:spPr>
            <a:xfrm>
              <a:off x="6630428" y="2565371"/>
              <a:ext cx="1727260" cy="1727258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200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弧形 26" descr="2ff45f21-d2f0-4f83-8044-45fb15e53e9e">
              <a:extLst>
                <a:ext uri="{FF2B5EF4-FFF2-40B4-BE49-F238E27FC236}">
                  <a16:creationId id="{495AAC18-BF91-D147-D97C-A359EB757826}"/>
                </a:ext>
              </a:extLst>
            </p:cNvPr>
            <p:cNvSpPr/>
            <p:nvPr/>
          </p:nvSpPr>
          <p:spPr>
            <a:xfrm>
              <a:off x="6427228" y="2362171"/>
              <a:ext cx="2133660" cy="2133658"/>
            </a:xfrm>
            <a:prstGeom prst="arc">
              <a:avLst>
                <a:gd name="adj1" fmla="val 10773996"/>
                <a:gd name="adj2" fmla="val 0"/>
              </a:avLst>
            </a:prstGeom>
            <a:ln w="12700"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</a:gra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2" name="组合 31" descr="4a12ed73-975e-4e2c-aa2c-6ba0a8271080">
              <a:extLst>
                <a:ext uri="{FF2B5EF4-FFF2-40B4-BE49-F238E27FC236}">
                  <a16:creationId id="{19FB59D9-DE39-E969-0A5A-DA4EA999E548}"/>
                </a:ext>
              </a:extLst>
            </p:cNvPr>
            <p:cNvGrpSpPr/>
            <p:nvPr/>
          </p:nvGrpSpPr>
          <p:grpSpPr>
            <a:xfrm>
              <a:off x="6278034" y="2664584"/>
              <a:ext cx="2432050" cy="3469516"/>
              <a:chOff x="6278034" y="2664584"/>
              <a:chExt cx="2432050" cy="3469516"/>
            </a:xfrm>
          </p:grpSpPr>
          <p:sp>
            <p:nvSpPr>
              <p:cNvPr id="25" name="Number3" descr="6077de60-e4f6-415c-9d39-423af9ae2122">
                <a:extLst>
                  <a:ext uri="{FF2B5EF4-FFF2-40B4-BE49-F238E27FC236}">
                    <a16:creationId id="{A1F537C3-9B01-87BF-8DC3-47F229FF87B5}"/>
                  </a:ext>
                </a:extLst>
              </p:cNvPr>
              <p:cNvSpPr/>
              <p:nvPr/>
            </p:nvSpPr>
            <p:spPr>
              <a:xfrm>
                <a:off x="6729642" y="2664584"/>
                <a:ext cx="1528831" cy="1528830"/>
              </a:xfrm>
              <a:prstGeom prst="ellipse">
                <a:avLst/>
              </a:prstGeom>
              <a:gradFill flip="none" rotWithShape="1">
                <a:gsLst>
                  <a:gs pos="31000">
                    <a:schemeClr val="accent1"/>
                  </a:gs>
                  <a:gs pos="88000">
                    <a:schemeClr val="accent2">
                      <a:lumMod val="40000"/>
                      <a:lumOff val="60000"/>
                    </a:schemeClr>
                  </a:gs>
                </a:gsLst>
                <a:lin ang="135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altLang="zh-CN" sz="2800" b="1" i="1" dirty="0">
                    <a:solidFill>
                      <a:srgbClr val="FFFFFF"/>
                    </a:solidFill>
                    <a:cs typeface="+mn-ea"/>
                  </a:rPr>
                  <a:t>3</a:t>
                </a:r>
                <a:endParaRPr lang="zh-CN" altLang="en-US" sz="2800" b="1" i="1" dirty="0">
                  <a:solidFill>
                    <a:srgbClr val="FFFFFF"/>
                  </a:solidFill>
                  <a:cs typeface="+mn-ea"/>
                </a:endParaRPr>
              </a:p>
            </p:txBody>
          </p:sp>
          <p:sp>
            <p:nvSpPr>
              <p:cNvPr id="24" name="Bullet3" descr="87ed65a7-222f-4c48-83bd-1771be5a4fb1">
                <a:extLst>
                  <a:ext uri="{FF2B5EF4-FFF2-40B4-BE49-F238E27FC236}">
                    <a16:creationId id="{49F5CA89-7150-5F55-6DC0-49C78246F1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78034" y="4595041"/>
                <a:ext cx="2432050" cy="15390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b="1" dirty="0"/>
                  <a:t>业务痛点</a:t>
                </a:r>
                <a:endParaRPr lang="en-US" dirty="0"/>
              </a:p>
            </p:txBody>
          </p:sp>
        </p:grpSp>
        <p:sp>
          <p:nvSpPr>
            <p:cNvPr id="15" name="椭圆 14" descr="8428b3cf-86ec-46b4-ae62-36c9a7b70cfb">
              <a:extLst>
                <a:ext uri="{FF2B5EF4-FFF2-40B4-BE49-F238E27FC236}">
                  <a16:creationId id="{FB9BBC9D-B650-377C-66B8-B27E2C5FCA02}"/>
                </a:ext>
              </a:extLst>
            </p:cNvPr>
            <p:cNvSpPr/>
            <p:nvPr/>
          </p:nvSpPr>
          <p:spPr>
            <a:xfrm>
              <a:off x="9439244" y="2565371"/>
              <a:ext cx="1727260" cy="1727258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200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弧形 27" descr="ecb1f395-e0a0-4212-bbaa-a8e259c3b31a">
              <a:extLst>
                <a:ext uri="{FF2B5EF4-FFF2-40B4-BE49-F238E27FC236}">
                  <a16:creationId id="{D4368368-FC3D-E9E8-5F34-931AC5F25656}"/>
                </a:ext>
              </a:extLst>
            </p:cNvPr>
            <p:cNvSpPr/>
            <p:nvPr/>
          </p:nvSpPr>
          <p:spPr>
            <a:xfrm>
              <a:off x="9236044" y="2362171"/>
              <a:ext cx="2133660" cy="2133658"/>
            </a:xfrm>
            <a:prstGeom prst="arc">
              <a:avLst>
                <a:gd name="adj1" fmla="val 10773996"/>
                <a:gd name="adj2" fmla="val 0"/>
              </a:avLst>
            </a:prstGeom>
            <a:ln w="12700">
              <a:gradFill>
                <a:gsLst>
                  <a:gs pos="0">
                    <a:schemeClr val="accent1"/>
                  </a:gs>
                  <a:gs pos="5000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</a:gra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3" name="组合 32" descr="62085fe1-e1aa-43c5-828a-b92214cca3b1">
              <a:extLst>
                <a:ext uri="{FF2B5EF4-FFF2-40B4-BE49-F238E27FC236}">
                  <a16:creationId id="{D41D5123-B406-1A3D-872E-D3D2D9E58A39}"/>
                </a:ext>
              </a:extLst>
            </p:cNvPr>
            <p:cNvGrpSpPr/>
            <p:nvPr/>
          </p:nvGrpSpPr>
          <p:grpSpPr>
            <a:xfrm>
              <a:off x="9086850" y="2664584"/>
              <a:ext cx="2432050" cy="3469516"/>
              <a:chOff x="9086850" y="2664584"/>
              <a:chExt cx="2432050" cy="3469516"/>
            </a:xfrm>
          </p:grpSpPr>
          <p:sp>
            <p:nvSpPr>
              <p:cNvPr id="14" name="Number4" descr="a3a36d7b-1165-41d3-add4-609dda36844c">
                <a:extLst>
                  <a:ext uri="{FF2B5EF4-FFF2-40B4-BE49-F238E27FC236}">
                    <a16:creationId id="{8BDC9B39-DD9C-F625-18E9-E1F6DF917021}"/>
                  </a:ext>
                </a:extLst>
              </p:cNvPr>
              <p:cNvSpPr/>
              <p:nvPr/>
            </p:nvSpPr>
            <p:spPr>
              <a:xfrm>
                <a:off x="9538458" y="2664584"/>
                <a:ext cx="1528831" cy="1528830"/>
              </a:xfrm>
              <a:prstGeom prst="ellipse">
                <a:avLst/>
              </a:prstGeom>
              <a:gradFill flip="none" rotWithShape="1">
                <a:gsLst>
                  <a:gs pos="31000">
                    <a:schemeClr val="accent1"/>
                  </a:gs>
                  <a:gs pos="88000">
                    <a:schemeClr val="accent2">
                      <a:lumMod val="40000"/>
                      <a:lumOff val="60000"/>
                    </a:schemeClr>
                  </a:gs>
                </a:gsLst>
                <a:lin ang="135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altLang="zh-CN" sz="2800" b="1" i="1" dirty="0">
                    <a:solidFill>
                      <a:srgbClr val="FFFFFF"/>
                    </a:solidFill>
                    <a:cs typeface="+mn-ea"/>
                  </a:rPr>
                  <a:t>4</a:t>
                </a:r>
                <a:endParaRPr lang="zh-CN" altLang="en-US" sz="2800" b="1" i="1" dirty="0">
                  <a:solidFill>
                    <a:srgbClr val="FFFFFF"/>
                  </a:solidFill>
                  <a:cs typeface="+mn-ea"/>
                </a:endParaRPr>
              </a:p>
            </p:txBody>
          </p:sp>
          <p:sp>
            <p:nvSpPr>
              <p:cNvPr id="13" name="Bullet4" descr="f1135b2e-9432-4291-aa3a-4c78df4722e6">
                <a:extLst>
                  <a:ext uri="{FF2B5EF4-FFF2-40B4-BE49-F238E27FC236}">
                    <a16:creationId id="{28E6336A-72AC-2A35-5A2D-65692F5B47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86850" y="4595041"/>
                <a:ext cx="2432050" cy="15390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b="1" dirty="0"/>
                  <a:t>团队角色</a:t>
                </a:r>
                <a:endParaRPr lang="en-US" dirty="0"/>
              </a:p>
            </p:txBody>
          </p:sp>
        </p:grpSp>
      </p:grpSp>
      <p:sp>
        <p:nvSpPr>
          <p:cNvPr id="2" name="" descr="8a583094-733d-4cd6-9fc3-66f25c3126e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核心项目背景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7" name="a751e43f-fbe9-44a1-985c-e3ca5c22c50f.source.4.zh-Hans.pptx" descr="330cfe1c-edd4-4c2f-bbb1-c7efee175cb8">
            <a:extLst>
              <a:ext uri="{FF2B5EF4-FFF2-40B4-BE49-F238E27FC236}">
                <a16:creationId id="{A21F118C-3A3F-9995-4D7E-9E91F65EEA51}"/>
              </a:ext>
            </a:extLst>
          </p:cNvPr>
          <p:cNvGrpSpPr/>
          <p:nvPr/>
        </p:nvGrpSpPr>
        <p:grpSpPr>
          <a:xfrm>
            <a:off x="695325" y="1040108"/>
            <a:ext cx="10801350" cy="5184183"/>
            <a:chOff x="695325" y="1040108"/>
            <a:chExt cx="10801350" cy="5184183"/>
          </a:xfrm>
        </p:grpSpPr>
        <p:sp>
          <p:nvSpPr>
            <p:cNvPr id="9" name="任意多边形: 形状 8" descr="3113f7d0-7032-4a77-81d0-ac1f72e8ae6f">
              <a:extLst>
                <a:ext uri="{FF2B5EF4-FFF2-40B4-BE49-F238E27FC236}">
                  <a16:creationId id="{E21CA85F-41F5-4507-92EF-A1F9F570E95C}"/>
                </a:ext>
              </a:extLst>
            </p:cNvPr>
            <p:cNvSpPr/>
            <p:nvPr/>
          </p:nvSpPr>
          <p:spPr>
            <a:xfrm>
              <a:off x="695325" y="1040108"/>
              <a:ext cx="10801350" cy="5184183"/>
            </a:xfrm>
            <a:custGeom>
              <a:avLst/>
              <a:gdLst>
                <a:gd name="connsiteX0" fmla="*/ 443220 w 10801350"/>
                <a:gd name="connsiteY0" fmla="*/ 0 h 5184183"/>
                <a:gd name="connsiteX1" fmla="*/ 1138467 w 10801350"/>
                <a:gd name="connsiteY1" fmla="*/ 0 h 5184183"/>
                <a:gd name="connsiteX2" fmla="*/ 1303588 w 10801350"/>
                <a:gd name="connsiteY2" fmla="*/ 147234 h 5184183"/>
                <a:gd name="connsiteX3" fmla="*/ 3754333 w 10801350"/>
                <a:gd name="connsiteY3" fmla="*/ 147234 h 5184183"/>
                <a:gd name="connsiteX4" fmla="*/ 3910763 w 10801350"/>
                <a:gd name="connsiteY4" fmla="*/ 7750 h 5184183"/>
                <a:gd name="connsiteX5" fmla="*/ 5997575 w 10801350"/>
                <a:gd name="connsiteY5" fmla="*/ 7750 h 5184183"/>
                <a:gd name="connsiteX6" fmla="*/ 6200775 w 10801350"/>
                <a:gd name="connsiteY6" fmla="*/ 7750 h 5184183"/>
                <a:gd name="connsiteX7" fmla="*/ 10245152 w 10801350"/>
                <a:gd name="connsiteY7" fmla="*/ 7750 h 5184183"/>
                <a:gd name="connsiteX8" fmla="*/ 10792658 w 10801350"/>
                <a:gd name="connsiteY8" fmla="*/ 495946 h 5184183"/>
                <a:gd name="connsiteX9" fmla="*/ 10792658 w 10801350"/>
                <a:gd name="connsiteY9" fmla="*/ 3556861 h 5184183"/>
                <a:gd name="connsiteX10" fmla="*/ 10679682 w 10801350"/>
                <a:gd name="connsiteY10" fmla="*/ 3657599 h 5184183"/>
                <a:gd name="connsiteX11" fmla="*/ 10679682 w 10801350"/>
                <a:gd name="connsiteY11" fmla="*/ 4587499 h 5184183"/>
                <a:gd name="connsiteX12" fmla="*/ 10801350 w 10801350"/>
                <a:gd name="connsiteY12" fmla="*/ 4695987 h 5184183"/>
                <a:gd name="connsiteX13" fmla="*/ 10801350 w 10801350"/>
                <a:gd name="connsiteY13" fmla="*/ 4990454 h 5184183"/>
                <a:gd name="connsiteX14" fmla="*/ 10592776 w 10801350"/>
                <a:gd name="connsiteY14" fmla="*/ 5176434 h 5184183"/>
                <a:gd name="connsiteX15" fmla="*/ 9723717 w 10801350"/>
                <a:gd name="connsiteY15" fmla="*/ 5176434 h 5184183"/>
                <a:gd name="connsiteX16" fmla="*/ 9549906 w 10801350"/>
                <a:gd name="connsiteY16" fmla="*/ 5021451 h 5184183"/>
                <a:gd name="connsiteX17" fmla="*/ 7159995 w 10801350"/>
                <a:gd name="connsiteY17" fmla="*/ 5021451 h 5184183"/>
                <a:gd name="connsiteX18" fmla="*/ 6977493 w 10801350"/>
                <a:gd name="connsiteY18" fmla="*/ 5184183 h 5184183"/>
                <a:gd name="connsiteX19" fmla="*/ 6200775 w 10801350"/>
                <a:gd name="connsiteY19" fmla="*/ 5184183 h 5184183"/>
                <a:gd name="connsiteX20" fmla="*/ 5997575 w 10801350"/>
                <a:gd name="connsiteY20" fmla="*/ 5184183 h 5184183"/>
                <a:gd name="connsiteX21" fmla="*/ 608342 w 10801350"/>
                <a:gd name="connsiteY21" fmla="*/ 5184183 h 5184183"/>
                <a:gd name="connsiteX22" fmla="*/ 26073 w 10801350"/>
                <a:gd name="connsiteY22" fmla="*/ 4664990 h 5184183"/>
                <a:gd name="connsiteX23" fmla="*/ 26073 w 10801350"/>
                <a:gd name="connsiteY23" fmla="*/ 3386380 h 5184183"/>
                <a:gd name="connsiteX24" fmla="*/ 139049 w 10801350"/>
                <a:gd name="connsiteY24" fmla="*/ 3285642 h 5184183"/>
                <a:gd name="connsiteX25" fmla="*/ 139049 w 10801350"/>
                <a:gd name="connsiteY25" fmla="*/ 2076773 h 5184183"/>
                <a:gd name="connsiteX26" fmla="*/ 0 w 10801350"/>
                <a:gd name="connsiteY26" fmla="*/ 1952787 h 5184183"/>
                <a:gd name="connsiteX27" fmla="*/ 0 w 10801350"/>
                <a:gd name="connsiteY27" fmla="*/ 395207 h 518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01350" h="5184183">
                  <a:moveTo>
                    <a:pt x="443220" y="0"/>
                  </a:moveTo>
                  <a:lnTo>
                    <a:pt x="1138467" y="0"/>
                  </a:lnTo>
                  <a:lnTo>
                    <a:pt x="1303588" y="147234"/>
                  </a:lnTo>
                  <a:lnTo>
                    <a:pt x="3754333" y="147234"/>
                  </a:lnTo>
                  <a:lnTo>
                    <a:pt x="3910763" y="7750"/>
                  </a:lnTo>
                  <a:lnTo>
                    <a:pt x="5997575" y="7750"/>
                  </a:lnTo>
                  <a:lnTo>
                    <a:pt x="6200775" y="7750"/>
                  </a:lnTo>
                  <a:lnTo>
                    <a:pt x="10245152" y="7750"/>
                  </a:lnTo>
                  <a:lnTo>
                    <a:pt x="10792658" y="495946"/>
                  </a:lnTo>
                  <a:lnTo>
                    <a:pt x="10792658" y="3556861"/>
                  </a:lnTo>
                  <a:lnTo>
                    <a:pt x="10679682" y="3657599"/>
                  </a:lnTo>
                  <a:lnTo>
                    <a:pt x="10679682" y="4587499"/>
                  </a:lnTo>
                  <a:lnTo>
                    <a:pt x="10801350" y="4695987"/>
                  </a:lnTo>
                  <a:lnTo>
                    <a:pt x="10801350" y="4990454"/>
                  </a:lnTo>
                  <a:lnTo>
                    <a:pt x="10592776" y="5176434"/>
                  </a:lnTo>
                  <a:lnTo>
                    <a:pt x="9723717" y="5176434"/>
                  </a:lnTo>
                  <a:lnTo>
                    <a:pt x="9549906" y="5021451"/>
                  </a:lnTo>
                  <a:lnTo>
                    <a:pt x="7159995" y="5021451"/>
                  </a:lnTo>
                  <a:lnTo>
                    <a:pt x="6977493" y="5184183"/>
                  </a:lnTo>
                  <a:lnTo>
                    <a:pt x="6200775" y="5184183"/>
                  </a:lnTo>
                  <a:lnTo>
                    <a:pt x="5997575" y="5184183"/>
                  </a:lnTo>
                  <a:lnTo>
                    <a:pt x="608342" y="5184183"/>
                  </a:lnTo>
                  <a:lnTo>
                    <a:pt x="26073" y="4664990"/>
                  </a:lnTo>
                  <a:lnTo>
                    <a:pt x="26073" y="3386380"/>
                  </a:lnTo>
                  <a:lnTo>
                    <a:pt x="139049" y="3285642"/>
                  </a:lnTo>
                  <a:lnTo>
                    <a:pt x="139049" y="2076773"/>
                  </a:lnTo>
                  <a:lnTo>
                    <a:pt x="0" y="1952787"/>
                  </a:lnTo>
                  <a:lnTo>
                    <a:pt x="0" y="395207"/>
                  </a:ln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ym typeface="+mn-lt"/>
              </a:endParaRPr>
            </a:p>
          </p:txBody>
        </p:sp>
        <p:sp>
          <p:nvSpPr>
            <p:cNvPr id="11" name="Title" descr="aa35c83c-7733-4d8f-8ee5-de893815cd32">
              <a:extLst>
                <a:ext uri="{FF2B5EF4-FFF2-40B4-BE49-F238E27FC236}">
                  <a16:creationId id="{EAE2587F-9AD4-4782-97C8-BF83BA61A2B4}"/>
                </a:ext>
              </a:extLst>
            </p:cNvPr>
            <p:cNvSpPr/>
            <p:nvPr/>
          </p:nvSpPr>
          <p:spPr>
            <a:xfrm>
              <a:off x="2795404" y="1716476"/>
              <a:ext cx="6601193" cy="1214199"/>
            </a:xfrm>
            <a:prstGeom prst="trapezoid">
              <a:avLst>
                <a:gd name="adj" fmla="val 39524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/>
                </a:gs>
              </a:gsLst>
              <a:lin ang="2700000" scaled="0"/>
            </a:gradFill>
          </p:spPr>
          <p:txBody>
            <a:bodyPr wrap="square" lIns="108000" tIns="108000" rIns="108000" bIns="108000" rtlCol="0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2400" b="1" dirty="0">
                  <a:cs typeface="+mn-ea"/>
                  <a:sym typeface="+mn-lt"/>
                </a:rPr>
                <a:t>展示在项目中的技术成果与解决问题的能力</a:t>
              </a:r>
              <a:endParaRPr lang="en-US" dirty="0"/>
            </a:p>
          </p:txBody>
        </p:sp>
        <p:sp>
          <p:nvSpPr>
            <p:cNvPr id="13" name="平行四边形 12" descr="bb80adde-cbf0-4a11-b36b-01c87b7b45b9">
              <a:extLst>
                <a:ext uri="{FF2B5EF4-FFF2-40B4-BE49-F238E27FC236}">
                  <a16:creationId id="{345B3E85-C066-4F55-9854-A68F96841C56}"/>
                </a:ext>
              </a:extLst>
            </p:cNvPr>
            <p:cNvSpPr/>
            <p:nvPr/>
          </p:nvSpPr>
          <p:spPr>
            <a:xfrm flipV="1">
              <a:off x="9076740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chemeClr val="tx2">
                <a:alpha val="15000"/>
              </a:schemeClr>
            </a:solidFill>
            <a:ln>
              <a:solidFill>
                <a:schemeClr val="accent2">
                  <a:lumMod val="20000"/>
                  <a:lumOff val="80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4" name="平行四边形 13" descr="d0438a26-f647-47f0-b75d-513f4e12e383">
              <a:extLst>
                <a:ext uri="{FF2B5EF4-FFF2-40B4-BE49-F238E27FC236}">
                  <a16:creationId id="{FAE05313-DFC0-497F-A68D-2E0360E53655}"/>
                </a:ext>
              </a:extLst>
            </p:cNvPr>
            <p:cNvSpPr/>
            <p:nvPr/>
          </p:nvSpPr>
          <p:spPr>
            <a:xfrm flipV="1">
              <a:off x="9759479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chemeClr val="tx2">
                <a:alpha val="15000"/>
              </a:schemeClr>
            </a:solidFill>
            <a:ln>
              <a:solidFill>
                <a:schemeClr val="accent2">
                  <a:lumMod val="20000"/>
                  <a:lumOff val="80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5" name="平行四边形 14" descr="d523061c-ff2c-4fdf-a8d3-2da87bdbde9e">
              <a:extLst>
                <a:ext uri="{FF2B5EF4-FFF2-40B4-BE49-F238E27FC236}">
                  <a16:creationId id="{6C7AA0A5-BB99-4B37-8F9E-4FD0429C1969}"/>
                </a:ext>
              </a:extLst>
            </p:cNvPr>
            <p:cNvSpPr/>
            <p:nvPr/>
          </p:nvSpPr>
          <p:spPr>
            <a:xfrm>
              <a:off x="2125461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chemeClr val="tx2">
                <a:alpha val="15000"/>
              </a:schemeClr>
            </a:solidFill>
            <a:ln>
              <a:solidFill>
                <a:schemeClr val="accent2">
                  <a:lumMod val="20000"/>
                  <a:lumOff val="80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6" name="平行四边形 15" descr="e7fabbb6-dc57-409b-a3de-82aebf65a2e8">
              <a:extLst>
                <a:ext uri="{FF2B5EF4-FFF2-40B4-BE49-F238E27FC236}">
                  <a16:creationId id="{172D278D-E5B4-4DF9-BE67-D785E0006CBC}"/>
                </a:ext>
              </a:extLst>
            </p:cNvPr>
            <p:cNvSpPr/>
            <p:nvPr/>
          </p:nvSpPr>
          <p:spPr>
            <a:xfrm>
              <a:off x="1442723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chemeClr val="tx2">
                <a:alpha val="15000"/>
              </a:schemeClr>
            </a:solidFill>
            <a:ln>
              <a:solidFill>
                <a:schemeClr val="accent2">
                  <a:lumMod val="20000"/>
                  <a:lumOff val="80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grpSp>
          <p:nvGrpSpPr>
            <p:cNvPr id="30" name="组合 29" descr="bbd64ba1-d1b1-4a7f-9b6f-88e81cc25c7a">
              <a:extLst>
                <a:ext uri="{FF2B5EF4-FFF2-40B4-BE49-F238E27FC236}">
                  <a16:creationId id="{8062E411-0F67-EB9B-8E12-B6F13F0B2630}"/>
                </a:ext>
              </a:extLst>
            </p:cNvPr>
            <p:cNvGrpSpPr/>
            <p:nvPr/>
          </p:nvGrpSpPr>
          <p:grpSpPr>
            <a:xfrm>
              <a:off x="1244423" y="3379491"/>
              <a:ext cx="2172594" cy="2261616"/>
              <a:chOff x="1244423" y="3379491"/>
              <a:chExt cx="2172594" cy="2261616"/>
            </a:xfrm>
          </p:grpSpPr>
          <p:sp>
            <p:nvSpPr>
              <p:cNvPr id="24" name="Number1" descr="a8b08512-dd76-440e-823a-2512426b7399">
                <a:extLst>
                  <a:ext uri="{FF2B5EF4-FFF2-40B4-BE49-F238E27FC236}">
                    <a16:creationId id="{7F43DD11-9989-47EF-9543-2675DB8B8C83}"/>
                  </a:ext>
                </a:extLst>
              </p:cNvPr>
              <p:cNvSpPr/>
              <p:nvPr/>
            </p:nvSpPr>
            <p:spPr>
              <a:xfrm>
                <a:off x="1244423" y="3379491"/>
                <a:ext cx="2172594" cy="560381"/>
              </a:xfrm>
              <a:prstGeom prst="snip1Rect">
                <a:avLst/>
              </a:prstGeom>
              <a:solidFill>
                <a:schemeClr val="bg1"/>
              </a:solidFill>
              <a:ln>
                <a:solidFill>
                  <a:schemeClr val="accent2">
                    <a:lumMod val="20000"/>
                    <a:lumOff val="80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1</a:t>
                </a:r>
                <a:endParaRPr lang="zh-CN" altLang="en-US" sz="2000" b="1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Text1" descr="0edcda69-a783-4fc0-92a1-130af89c68fd">
                <a:extLst>
                  <a:ext uri="{FF2B5EF4-FFF2-40B4-BE49-F238E27FC236}">
                    <a16:creationId id="{3DDB2467-8AB6-4087-9985-12C58DE378E8}"/>
                  </a:ext>
                </a:extLst>
              </p:cNvPr>
              <p:cNvSpPr txBox="1"/>
              <p:nvPr/>
            </p:nvSpPr>
            <p:spPr>
              <a:xfrm>
                <a:off x="1244423" y="4576004"/>
                <a:ext cx="2172594" cy="1065103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描述项目中遇到的一个或多个关键技术难点，以及个人在其中发挥的具体作用。</a:t>
                </a:r>
                <a:endParaRPr lang="en-US" dirty="0"/>
              </a:p>
            </p:txBody>
          </p:sp>
          <p:sp>
            <p:nvSpPr>
              <p:cNvPr id="5" name="Bullet1" descr="d02dba75-d909-4f91-b675-854f187d4a00">
                <a:extLst>
                  <a:ext uri="{FF2B5EF4-FFF2-40B4-BE49-F238E27FC236}">
                    <a16:creationId id="{C78FE511-4C9E-F9C4-0545-9031EB2AF5F3}"/>
                  </a:ext>
                </a:extLst>
              </p:cNvPr>
              <p:cNvSpPr txBox="1"/>
              <p:nvPr/>
            </p:nvSpPr>
            <p:spPr>
              <a:xfrm>
                <a:off x="1244423" y="4114801"/>
                <a:ext cx="2172594" cy="461204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关键技术攻关</a:t>
                </a:r>
                <a:endParaRPr lang="en-US" dirty="0"/>
              </a:p>
            </p:txBody>
          </p:sp>
        </p:grpSp>
        <p:grpSp>
          <p:nvGrpSpPr>
            <p:cNvPr id="31" name="组合 30" descr="21ff9451-f64d-4d54-8ac0-9fc43606763a">
              <a:extLst>
                <a:ext uri="{FF2B5EF4-FFF2-40B4-BE49-F238E27FC236}">
                  <a16:creationId id="{C4A12385-6B89-6AEF-C1A0-E7CF56EFEAB9}"/>
                </a:ext>
              </a:extLst>
            </p:cNvPr>
            <p:cNvGrpSpPr/>
            <p:nvPr/>
          </p:nvGrpSpPr>
          <p:grpSpPr>
            <a:xfrm>
              <a:off x="3754610" y="3379491"/>
              <a:ext cx="2172594" cy="2261616"/>
              <a:chOff x="3754610" y="3379491"/>
              <a:chExt cx="2172594" cy="2261616"/>
            </a:xfrm>
          </p:grpSpPr>
          <p:sp>
            <p:nvSpPr>
              <p:cNvPr id="10" name="Number2" descr="e1100e83-5bee-4fc7-b2bb-e742e8c6ea3e">
                <a:extLst>
                  <a:ext uri="{FF2B5EF4-FFF2-40B4-BE49-F238E27FC236}">
                    <a16:creationId id="{595008C8-BE7F-0642-AB63-E125674FE5F4}"/>
                  </a:ext>
                </a:extLst>
              </p:cNvPr>
              <p:cNvSpPr/>
              <p:nvPr/>
            </p:nvSpPr>
            <p:spPr>
              <a:xfrm>
                <a:off x="3754610" y="3379491"/>
                <a:ext cx="2172594" cy="560381"/>
              </a:xfrm>
              <a:prstGeom prst="snip1Rect">
                <a:avLst/>
              </a:prstGeom>
              <a:solidFill>
                <a:schemeClr val="bg1"/>
              </a:solidFill>
              <a:ln>
                <a:solidFill>
                  <a:schemeClr val="accent2">
                    <a:lumMod val="20000"/>
                    <a:lumOff val="80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>
                    <a:solidFill>
                      <a:schemeClr val="tx1"/>
                    </a:solidFill>
                    <a:cs typeface="+mn-ea"/>
                    <a:sym typeface="+mn-lt"/>
                  </a:rPr>
                  <a:t>2</a:t>
                </a:r>
                <a:endParaRPr lang="zh-CN" altLang="en-US" sz="2000" b="1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7" name="Text2" descr="47e070c4-765f-4c03-980b-316a2adae699">
                <a:extLst>
                  <a:ext uri="{FF2B5EF4-FFF2-40B4-BE49-F238E27FC236}">
                    <a16:creationId id="{7EC9D1F3-14B6-1D78-2D4F-780F716D4852}"/>
                  </a:ext>
                </a:extLst>
              </p:cNvPr>
              <p:cNvSpPr txBox="1"/>
              <p:nvPr/>
            </p:nvSpPr>
            <p:spPr>
              <a:xfrm>
                <a:off x="3754610" y="4576004"/>
                <a:ext cx="2172594" cy="1065103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阐述为解决难题所提出的创新性思路或技术方案，突出个人的创造性价值。</a:t>
                </a:r>
                <a:endParaRPr lang="en-US" dirty="0"/>
              </a:p>
            </p:txBody>
          </p:sp>
          <p:sp>
            <p:nvSpPr>
              <p:cNvPr id="18" name="Bullet2" descr="5f2dfa3b-dcda-4976-a825-c88de986d899">
                <a:extLst>
                  <a:ext uri="{FF2B5EF4-FFF2-40B4-BE49-F238E27FC236}">
                    <a16:creationId id="{F7F049A7-7EAD-E85A-6BC8-7C716BC59805}"/>
                  </a:ext>
                </a:extLst>
              </p:cNvPr>
              <p:cNvSpPr txBox="1"/>
              <p:nvPr/>
            </p:nvSpPr>
            <p:spPr>
              <a:xfrm>
                <a:off x="3754610" y="4114801"/>
                <a:ext cx="2172594" cy="461204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创新解决方案</a:t>
                </a:r>
                <a:endParaRPr lang="en-US" dirty="0"/>
              </a:p>
            </p:txBody>
          </p:sp>
        </p:grpSp>
        <p:grpSp>
          <p:nvGrpSpPr>
            <p:cNvPr id="33" name="组合 32" descr="f28d72f3-c219-402a-a106-d7c3774466b5">
              <a:extLst>
                <a:ext uri="{FF2B5EF4-FFF2-40B4-BE49-F238E27FC236}">
                  <a16:creationId id="{D1B075FD-62D8-BC39-39CF-3C5307877025}"/>
                </a:ext>
              </a:extLst>
            </p:cNvPr>
            <p:cNvGrpSpPr/>
            <p:nvPr/>
          </p:nvGrpSpPr>
          <p:grpSpPr>
            <a:xfrm>
              <a:off x="6264797" y="3379491"/>
              <a:ext cx="2172594" cy="2261616"/>
              <a:chOff x="6264797" y="3379491"/>
              <a:chExt cx="2172594" cy="2261616"/>
            </a:xfrm>
          </p:grpSpPr>
          <p:sp>
            <p:nvSpPr>
              <p:cNvPr id="20" name="Number3" descr="3af64d0a-d933-430b-9503-d42ea144af92">
                <a:extLst>
                  <a:ext uri="{FF2B5EF4-FFF2-40B4-BE49-F238E27FC236}">
                    <a16:creationId id="{4968227F-42F2-6FBE-6CB5-914AF839A5FC}"/>
                  </a:ext>
                </a:extLst>
              </p:cNvPr>
              <p:cNvSpPr/>
              <p:nvPr/>
            </p:nvSpPr>
            <p:spPr>
              <a:xfrm>
                <a:off x="6264797" y="3379491"/>
                <a:ext cx="2172594" cy="560381"/>
              </a:xfrm>
              <a:prstGeom prst="snip1Rect">
                <a:avLst/>
              </a:prstGeom>
              <a:solidFill>
                <a:schemeClr val="bg1"/>
              </a:solidFill>
              <a:ln>
                <a:solidFill>
                  <a:schemeClr val="accent2">
                    <a:lumMod val="20000"/>
                    <a:lumOff val="80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>
                    <a:solidFill>
                      <a:schemeClr val="tx1"/>
                    </a:solidFill>
                    <a:cs typeface="+mn-ea"/>
                    <a:sym typeface="+mn-lt"/>
                  </a:rPr>
                  <a:t>3</a:t>
                </a:r>
                <a:endParaRPr lang="zh-CN" altLang="en-US" sz="2000" b="1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Text3" descr="90241c47-90c6-4996-996f-104658027212">
                <a:extLst>
                  <a:ext uri="{FF2B5EF4-FFF2-40B4-BE49-F238E27FC236}">
                    <a16:creationId id="{7636C720-1BCC-7DC0-BF1F-D88DF0432C1C}"/>
                  </a:ext>
                </a:extLst>
              </p:cNvPr>
              <p:cNvSpPr txBox="1"/>
              <p:nvPr/>
            </p:nvSpPr>
            <p:spPr>
              <a:xfrm>
                <a:off x="6264797" y="4576004"/>
                <a:ext cx="2172594" cy="1065103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介绍在项目中运用了哪些科学的方法论（如敏捷开发、PDCA等）来保障项目顺利进行。</a:t>
                </a:r>
                <a:endParaRPr lang="en-US" dirty="0"/>
              </a:p>
            </p:txBody>
          </p:sp>
          <p:sp>
            <p:nvSpPr>
              <p:cNvPr id="29" name="Bullet3" descr="c6aa2394-b5a6-45a3-9b80-0ee64b46e91c">
                <a:extLst>
                  <a:ext uri="{FF2B5EF4-FFF2-40B4-BE49-F238E27FC236}">
                    <a16:creationId id="{5D1EF515-FB56-84CE-1E73-B5860D65A913}"/>
                  </a:ext>
                </a:extLst>
              </p:cNvPr>
              <p:cNvSpPr txBox="1"/>
              <p:nvPr/>
            </p:nvSpPr>
            <p:spPr>
              <a:xfrm>
                <a:off x="6264797" y="4114801"/>
                <a:ext cx="2172594" cy="461204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方法论应用</a:t>
                </a:r>
                <a:endParaRPr lang="en-US" dirty="0"/>
              </a:p>
            </p:txBody>
          </p:sp>
        </p:grpSp>
        <p:grpSp>
          <p:nvGrpSpPr>
            <p:cNvPr id="34" name="组合 33" descr="b6980bfd-d64a-44cb-bf53-1b4359aa2ead">
              <a:extLst>
                <a:ext uri="{FF2B5EF4-FFF2-40B4-BE49-F238E27FC236}">
                  <a16:creationId id="{CC5C0358-96D3-4E33-FDAF-C53CEC333356}"/>
                </a:ext>
              </a:extLst>
            </p:cNvPr>
            <p:cNvGrpSpPr/>
            <p:nvPr/>
          </p:nvGrpSpPr>
          <p:grpSpPr>
            <a:xfrm>
              <a:off x="8774983" y="3379491"/>
              <a:ext cx="2172594" cy="2261616"/>
              <a:chOff x="8774983" y="3379491"/>
              <a:chExt cx="2172594" cy="2261616"/>
            </a:xfrm>
          </p:grpSpPr>
          <p:sp>
            <p:nvSpPr>
              <p:cNvPr id="3" name="Number4" descr="d39d4080-b23b-4b31-b0d0-4c533cf377d7">
                <a:extLst>
                  <a:ext uri="{FF2B5EF4-FFF2-40B4-BE49-F238E27FC236}">
                    <a16:creationId id="{39B7BBEE-8D65-40E2-B0C0-F8C86C246B15}"/>
                  </a:ext>
                </a:extLst>
              </p:cNvPr>
              <p:cNvSpPr/>
              <p:nvPr/>
            </p:nvSpPr>
            <p:spPr>
              <a:xfrm>
                <a:off x="8774983" y="3379491"/>
                <a:ext cx="2172594" cy="560381"/>
              </a:xfrm>
              <a:prstGeom prst="snip1Rect">
                <a:avLst/>
              </a:prstGeom>
              <a:solidFill>
                <a:schemeClr val="bg1"/>
              </a:solidFill>
              <a:ln>
                <a:solidFill>
                  <a:schemeClr val="accent2">
                    <a:lumMod val="20000"/>
                    <a:lumOff val="80000"/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>
                    <a:solidFill>
                      <a:schemeClr val="tx1"/>
                    </a:solidFill>
                    <a:cs typeface="+mn-ea"/>
                    <a:sym typeface="+mn-lt"/>
                  </a:rPr>
                  <a:t>4</a:t>
                </a:r>
                <a:endParaRPr lang="zh-CN" altLang="en-US" sz="2000" b="1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Text4" descr="5e0e55ee-7bef-491c-af12-b97f17d27dc9">
                <a:extLst>
                  <a:ext uri="{FF2B5EF4-FFF2-40B4-BE49-F238E27FC236}">
                    <a16:creationId id="{AF0164E9-0A74-E918-1D43-9F268136C94D}"/>
                  </a:ext>
                </a:extLst>
              </p:cNvPr>
              <p:cNvSpPr txBox="1"/>
              <p:nvPr/>
            </p:nvSpPr>
            <p:spPr>
              <a:xfrm>
                <a:off x="8774983" y="4576004"/>
                <a:ext cx="2172594" cy="1065103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通过代码片段、架构图、数据模型等可视化方式，直观展示个人的技术产出。</a:t>
                </a:r>
                <a:endParaRPr lang="en-US" dirty="0"/>
              </a:p>
            </p:txBody>
          </p:sp>
          <p:sp>
            <p:nvSpPr>
              <p:cNvPr id="25" name="Bullet4" descr="a5767236-d6f9-47f2-8747-1c21094c98ac">
                <a:extLst>
                  <a:ext uri="{FF2B5EF4-FFF2-40B4-BE49-F238E27FC236}">
                    <a16:creationId id="{02AA0C41-DB2C-1935-421D-AC59AED96F24}"/>
                  </a:ext>
                </a:extLst>
              </p:cNvPr>
              <p:cNvSpPr txBox="1"/>
              <p:nvPr/>
            </p:nvSpPr>
            <p:spPr>
              <a:xfrm>
                <a:off x="8774983" y="4114801"/>
                <a:ext cx="2172594" cy="461204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成果展示</a:t>
                </a:r>
                <a:endParaRPr lang="en-US" dirty="0"/>
              </a:p>
            </p:txBody>
          </p:sp>
        </p:grpSp>
      </p:grpSp>
      <p:sp>
        <p:nvSpPr>
          <p:cNvPr id="2" name="" descr="8a583094-733d-4cd6-9fc3-66f25c3126e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技术突破与创新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a16="http://schemas.microsoft.com/office/drawing/2014/main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51" name="1907a899-b5bc-44e1-8150-492847ebdd49.source.4.zh-Hans.pptx" descr="810f6d02-4b8a-4600-a859-d820013f0b52">
            <a:extLst>
              <a:ext uri="{FF2B5EF4-FFF2-40B4-BE49-F238E27FC236}">
                <a16:creationId id="{017F4C2F-C062-FEE8-CF04-648980EC1F17}"/>
              </a:ext>
            </a:extLst>
          </p:cNvPr>
          <p:cNvGrpSpPr/>
          <p:nvPr/>
        </p:nvGrpSpPr>
        <p:grpSpPr>
          <a:xfrm>
            <a:off x="660400" y="1130300"/>
            <a:ext cx="10858500" cy="4482814"/>
            <a:chOff x="660400" y="1130300"/>
            <a:chExt cx="10858500" cy="4482814"/>
          </a:xfrm>
        </p:grpSpPr>
        <p:sp>
          <p:nvSpPr>
            <p:cNvPr id="26" name="Title" descr="6ce9d241-8d5e-4665-ba82-7757c91eda1f">
              <a:extLst>
                <a:ext uri="{FF2B5EF4-FFF2-40B4-BE49-F238E27FC236}">
                  <a16:creationId id="{C3B953DA-6C7E-181E-8197-079F45113C62}"/>
                </a:ext>
              </a:extLst>
            </p:cNvPr>
            <p:cNvSpPr/>
            <p:nvPr/>
          </p:nvSpPr>
          <p:spPr>
            <a:xfrm>
              <a:off x="660400" y="1130300"/>
              <a:ext cx="10858500" cy="708430"/>
            </a:xfrm>
            <a:prstGeom prst="rect">
              <a:avLst/>
            </a:prstGeom>
          </p:spPr>
          <p:txBody>
            <a:bodyPr wrap="square" lIns="91440" tIns="45720" rIns="91440" bIns="45720" anchor="t" anchorCtr="1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 dirty="0"/>
                <a:t>用数据和事实说话，证明项目成效</a:t>
              </a:r>
              <a:endParaRPr lang="en-US" dirty="0"/>
            </a:p>
          </p:txBody>
        </p:sp>
        <p:grpSp>
          <p:nvGrpSpPr>
            <p:cNvPr id="46" name="组合 45" descr="d1973baf-5824-4b41-a914-b4fffa8322e0">
              <a:extLst>
                <a:ext uri="{FF2B5EF4-FFF2-40B4-BE49-F238E27FC236}">
                  <a16:creationId id="{36580FDF-89AF-078F-2D36-57B9DF0152C1}"/>
                </a:ext>
              </a:extLst>
            </p:cNvPr>
            <p:cNvGrpSpPr/>
            <p:nvPr/>
          </p:nvGrpSpPr>
          <p:grpSpPr>
            <a:xfrm>
              <a:off x="728980" y="2394000"/>
              <a:ext cx="2601946" cy="3219114"/>
              <a:chOff x="728980" y="2394000"/>
              <a:chExt cx="2601946" cy="3219114"/>
            </a:xfrm>
          </p:grpSpPr>
          <p:sp>
            <p:nvSpPr>
              <p:cNvPr id="38" name="ComponentBackground1" descr="aed9e54d-55ad-4786-9b2f-1dbfcad4382d">
                <a:extLst>
                  <a:ext uri="{FF2B5EF4-FFF2-40B4-BE49-F238E27FC236}">
                    <a16:creationId id="{72B7C859-F167-0B4B-978B-934FF048BC00}"/>
                  </a:ext>
                </a:extLst>
              </p:cNvPr>
              <p:cNvSpPr/>
              <p:nvPr/>
            </p:nvSpPr>
            <p:spPr bwMode="auto">
              <a:xfrm>
                <a:off x="728980" y="2394000"/>
                <a:ext cx="2601946" cy="3219114"/>
              </a:xfrm>
              <a:prstGeom prst="roundRect">
                <a:avLst>
                  <a:gd name="adj" fmla="val 6684"/>
                </a:avLst>
              </a:prstGeom>
              <a:ln w="3175" cap="rnd">
                <a:solidFill>
                  <a:schemeClr val="tx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anchor="t" anchorCtr="1" forceAA="0" compatLnSpc="1">
                <a:normAutofit/>
              </a:bodyPr>
              <a:lstStyle/>
              <a:p>
                <a:pPr algn="ctr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Text1" descr="a27d9ab8-ddcb-4e01-8fce-ca4985a63cce">
                <a:extLst>
                  <a:ext uri="{FF2B5EF4-FFF2-40B4-BE49-F238E27FC236}">
                    <a16:creationId id="{3A824B14-1415-4F50-35EE-19A03D8839C9}"/>
                  </a:ext>
                </a:extLst>
              </p:cNvPr>
              <p:cNvSpPr/>
              <p:nvPr/>
            </p:nvSpPr>
            <p:spPr bwMode="auto">
              <a:xfrm>
                <a:off x="782728" y="4170199"/>
                <a:ext cx="2494450" cy="1339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228600" indent="-228600">
                  <a:lnSpc>
                    <a:spcPct val="120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zh-CN" altLang="en-US" sz="1200" dirty="0"/>
                  <a:t>展示项目结束后，关键绩效指标（KPI）的完成情况，如效率提升XX%，缺陷率降低XX%。</a:t>
                </a:r>
                <a:endParaRPr lang="en-US" dirty="0"/>
              </a:p>
            </p:txBody>
          </p:sp>
          <p:sp>
            <p:nvSpPr>
              <p:cNvPr id="40" name="Bullet1" descr="563ca983-03e0-45c7-b0e8-476c4942235d">
                <a:extLst>
                  <a:ext uri="{FF2B5EF4-FFF2-40B4-BE49-F238E27FC236}">
                    <a16:creationId id="{D576177A-93F0-89C4-73DF-8372616B5540}"/>
                  </a:ext>
                </a:extLst>
              </p:cNvPr>
              <p:cNvSpPr txBox="1"/>
              <p:nvPr/>
            </p:nvSpPr>
            <p:spPr bwMode="auto">
              <a:xfrm>
                <a:off x="782728" y="3504967"/>
                <a:ext cx="2494450" cy="665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/>
                  <a:t>核心指标达成</a:t>
                </a:r>
                <a:endParaRPr lang="en-US" dirty="0"/>
              </a:p>
            </p:txBody>
          </p:sp>
          <p:sp>
            <p:nvSpPr>
              <p:cNvPr id="41" name="Number1" descr="814fb5a7-857e-403a-9006-d61ba37bac1c">
                <a:extLst>
                  <a:ext uri="{FF2B5EF4-FFF2-40B4-BE49-F238E27FC236}">
                    <a16:creationId id="{0CCC8F53-3F87-F4BD-626B-02DF19A2EEA7}"/>
                  </a:ext>
                </a:extLst>
              </p:cNvPr>
              <p:cNvSpPr/>
              <p:nvPr/>
            </p:nvSpPr>
            <p:spPr>
              <a:xfrm>
                <a:off x="2235786" y="2463572"/>
                <a:ext cx="1041394" cy="104139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2400" b="1" dirty="0"/>
                  <a:t>01</a:t>
                </a:r>
                <a:endParaRPr lang="zh-CN" altLang="en-US" sz="2400" b="1" dirty="0"/>
              </a:p>
            </p:txBody>
          </p:sp>
        </p:grpSp>
        <p:grpSp>
          <p:nvGrpSpPr>
            <p:cNvPr id="47" name="组合 46" descr="829860c9-4f6d-4ccb-a531-d033d3ae9700">
              <a:extLst>
                <a:ext uri="{FF2B5EF4-FFF2-40B4-BE49-F238E27FC236}">
                  <a16:creationId id="{BB575391-E531-E480-8E5D-2295FAF52BFF}"/>
                </a:ext>
              </a:extLst>
            </p:cNvPr>
            <p:cNvGrpSpPr/>
            <p:nvPr/>
          </p:nvGrpSpPr>
          <p:grpSpPr>
            <a:xfrm>
              <a:off x="3435445" y="2394000"/>
              <a:ext cx="2601946" cy="3219114"/>
              <a:chOff x="3345758" y="2394000"/>
              <a:chExt cx="2601946" cy="3219114"/>
            </a:xfrm>
          </p:grpSpPr>
          <p:sp>
            <p:nvSpPr>
              <p:cNvPr id="34" name="ComponentBackground2" descr="8b2f4456-8d69-475f-8089-d8bdde72e30f">
                <a:extLst>
                  <a:ext uri="{FF2B5EF4-FFF2-40B4-BE49-F238E27FC236}">
                    <a16:creationId id="{585A2678-2BFA-4E9F-3677-EF7D62F8E705}"/>
                  </a:ext>
                </a:extLst>
              </p:cNvPr>
              <p:cNvSpPr/>
              <p:nvPr/>
            </p:nvSpPr>
            <p:spPr bwMode="auto">
              <a:xfrm>
                <a:off x="3345758" y="2394000"/>
                <a:ext cx="2601946" cy="3219114"/>
              </a:xfrm>
              <a:prstGeom prst="roundRect">
                <a:avLst>
                  <a:gd name="adj" fmla="val 6684"/>
                </a:avLst>
              </a:prstGeom>
              <a:ln w="3175" cap="rnd">
                <a:solidFill>
                  <a:schemeClr val="tx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anchor="t" anchorCtr="1" forceAA="0" compatLnSpc="1">
                <a:normAutofit/>
              </a:bodyPr>
              <a:lstStyle/>
              <a:p>
                <a:pPr algn="ctr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Text2" descr="b02473bf-bc9f-429f-962a-64207ba4975b">
                <a:extLst>
                  <a:ext uri="{FF2B5EF4-FFF2-40B4-BE49-F238E27FC236}">
                    <a16:creationId id="{7580D75C-E9AF-F247-0F29-172F26C2BB39}"/>
                  </a:ext>
                </a:extLst>
              </p:cNvPr>
              <p:cNvSpPr/>
              <p:nvPr/>
            </p:nvSpPr>
            <p:spPr bwMode="auto">
              <a:xfrm>
                <a:off x="3399506" y="4170199"/>
                <a:ext cx="2494450" cy="1339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228600" indent="-228600">
                  <a:lnSpc>
                    <a:spcPct val="120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zh-CN" altLang="en-US" sz="1200" dirty="0"/>
                  <a:t>分析项目成果为业务带来的实际价值，如新增收入、降低成本、提升客户满意度等。</a:t>
                </a:r>
                <a:endParaRPr lang="en-US" dirty="0"/>
              </a:p>
            </p:txBody>
          </p:sp>
          <p:sp>
            <p:nvSpPr>
              <p:cNvPr id="36" name="Bullet2" descr="90c4b860-52ee-4c12-b5f2-ef707caa744f">
                <a:extLst>
                  <a:ext uri="{FF2B5EF4-FFF2-40B4-BE49-F238E27FC236}">
                    <a16:creationId id="{610E9BC3-37CF-CC9F-FA6B-405B9758FC08}"/>
                  </a:ext>
                </a:extLst>
              </p:cNvPr>
              <p:cNvSpPr txBox="1"/>
              <p:nvPr/>
            </p:nvSpPr>
            <p:spPr bwMode="auto">
              <a:xfrm>
                <a:off x="3399506" y="3504967"/>
                <a:ext cx="2494450" cy="665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/>
                  <a:t>业务价值体现</a:t>
                </a:r>
                <a:endParaRPr lang="en-US" dirty="0"/>
              </a:p>
            </p:txBody>
          </p:sp>
          <p:sp>
            <p:nvSpPr>
              <p:cNvPr id="37" name="Number2" descr="08c0a0dd-d21e-44c0-a0bf-880aa4cdea63">
                <a:extLst>
                  <a:ext uri="{FF2B5EF4-FFF2-40B4-BE49-F238E27FC236}">
                    <a16:creationId id="{7B68C7B7-911A-E83F-64F0-CAE7AFFF537E}"/>
                  </a:ext>
                </a:extLst>
              </p:cNvPr>
              <p:cNvSpPr/>
              <p:nvPr/>
            </p:nvSpPr>
            <p:spPr>
              <a:xfrm>
                <a:off x="4852564" y="2463572"/>
                <a:ext cx="1041394" cy="1041394"/>
              </a:xfrm>
              <a:prstGeom prst="ellipse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2400" b="1" dirty="0"/>
                  <a:t>02</a:t>
                </a:r>
                <a:endParaRPr lang="zh-CN" altLang="en-US" sz="2400" b="1" dirty="0"/>
              </a:p>
            </p:txBody>
          </p:sp>
        </p:grpSp>
        <p:grpSp>
          <p:nvGrpSpPr>
            <p:cNvPr id="48" name="组合 47" descr="55a73027-57b7-4008-b351-c10ca527f8e7">
              <a:extLst>
                <a:ext uri="{FF2B5EF4-FFF2-40B4-BE49-F238E27FC236}">
                  <a16:creationId id="{0CE65E05-2AE5-52E0-94E8-5AC6A4C25159}"/>
                </a:ext>
              </a:extLst>
            </p:cNvPr>
            <p:cNvGrpSpPr/>
            <p:nvPr/>
          </p:nvGrpSpPr>
          <p:grpSpPr>
            <a:xfrm>
              <a:off x="6141910" y="2394000"/>
              <a:ext cx="2601946" cy="3219114"/>
              <a:chOff x="6154184" y="2394000"/>
              <a:chExt cx="2601946" cy="3219114"/>
            </a:xfrm>
          </p:grpSpPr>
          <p:sp>
            <p:nvSpPr>
              <p:cNvPr id="30" name="ComponentBackground3" descr="94bc97dc-d5e6-45eb-b99a-994d34a31515">
                <a:extLst>
                  <a:ext uri="{FF2B5EF4-FFF2-40B4-BE49-F238E27FC236}">
                    <a16:creationId id="{00690DEE-8FA6-A201-C705-FFDEA2B01F51}"/>
                  </a:ext>
                </a:extLst>
              </p:cNvPr>
              <p:cNvSpPr/>
              <p:nvPr/>
            </p:nvSpPr>
            <p:spPr bwMode="auto">
              <a:xfrm>
                <a:off x="6154184" y="2394000"/>
                <a:ext cx="2601946" cy="3219114"/>
              </a:xfrm>
              <a:prstGeom prst="roundRect">
                <a:avLst>
                  <a:gd name="adj" fmla="val 6684"/>
                </a:avLst>
              </a:prstGeom>
              <a:ln w="3175" cap="rnd">
                <a:solidFill>
                  <a:schemeClr val="tx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anchor="t" anchorCtr="1" forceAA="0" compatLnSpc="1">
                <a:normAutofit/>
              </a:bodyPr>
              <a:lstStyle/>
              <a:p>
                <a:pPr algn="ctr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3" descr="6ff766fc-cecd-4d0e-893a-a2d33e1cdf5e">
                <a:extLst>
                  <a:ext uri="{FF2B5EF4-FFF2-40B4-BE49-F238E27FC236}">
                    <a16:creationId id="{7FC38A08-7812-F0BC-5760-0330ED697C98}"/>
                  </a:ext>
                </a:extLst>
              </p:cNvPr>
              <p:cNvSpPr/>
              <p:nvPr/>
            </p:nvSpPr>
            <p:spPr bwMode="auto">
              <a:xfrm>
                <a:off x="6207933" y="4170199"/>
                <a:ext cx="2494450" cy="1339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228600" indent="-228600">
                  <a:lnSpc>
                    <a:spcPct val="120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zh-CN" altLang="en-US" sz="1200" dirty="0"/>
                  <a:t>引用客户或上级的积极评价，增加成果的说服力。</a:t>
                </a:r>
                <a:endParaRPr lang="en-US" dirty="0"/>
              </a:p>
            </p:txBody>
          </p:sp>
          <p:sp>
            <p:nvSpPr>
              <p:cNvPr id="32" name="Bullet3" descr="1ed5db57-dfc9-4f0e-91e8-f90b5709df44">
                <a:extLst>
                  <a:ext uri="{FF2B5EF4-FFF2-40B4-BE49-F238E27FC236}">
                    <a16:creationId id="{C8E808EB-B3F9-CA65-ED75-ABA770F30D24}"/>
                  </a:ext>
                </a:extLst>
              </p:cNvPr>
              <p:cNvSpPr txBox="1"/>
              <p:nvPr/>
            </p:nvSpPr>
            <p:spPr bwMode="auto">
              <a:xfrm>
                <a:off x="6207933" y="3504967"/>
                <a:ext cx="2494450" cy="665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/>
                  <a:t>客户评价反馈</a:t>
                </a:r>
                <a:endParaRPr lang="en-US" dirty="0"/>
              </a:p>
            </p:txBody>
          </p:sp>
          <p:sp>
            <p:nvSpPr>
              <p:cNvPr id="33" name="Number3" descr="bc291ee3-1914-4f28-aa6c-1a90e6f0e0ba">
                <a:extLst>
                  <a:ext uri="{FF2B5EF4-FFF2-40B4-BE49-F238E27FC236}">
                    <a16:creationId id="{6D25088A-80E5-9394-4CB4-F6E38C96BBAC}"/>
                  </a:ext>
                </a:extLst>
              </p:cNvPr>
              <p:cNvSpPr/>
              <p:nvPr/>
            </p:nvSpPr>
            <p:spPr>
              <a:xfrm>
                <a:off x="7660989" y="2463572"/>
                <a:ext cx="1041394" cy="104139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2400" b="1" dirty="0"/>
                  <a:t>03</a:t>
                </a:r>
                <a:endParaRPr lang="zh-CN" altLang="en-US" sz="2400" b="1" dirty="0"/>
              </a:p>
            </p:txBody>
          </p:sp>
        </p:grpSp>
        <p:grpSp>
          <p:nvGrpSpPr>
            <p:cNvPr id="49" name="组合 48" descr="b0c8d9b6-de92-41cd-84ab-4f1dcf89fbe3">
              <a:extLst>
                <a:ext uri="{FF2B5EF4-FFF2-40B4-BE49-F238E27FC236}">
                  <a16:creationId id="{EBC2D1D0-89E2-6501-E4D8-E01820262A5D}"/>
                </a:ext>
              </a:extLst>
            </p:cNvPr>
            <p:cNvGrpSpPr/>
            <p:nvPr/>
          </p:nvGrpSpPr>
          <p:grpSpPr>
            <a:xfrm>
              <a:off x="8848374" y="2394000"/>
              <a:ext cx="2601946" cy="3219114"/>
              <a:chOff x="8848374" y="2394000"/>
              <a:chExt cx="2601946" cy="3219114"/>
            </a:xfrm>
          </p:grpSpPr>
          <p:sp>
            <p:nvSpPr>
              <p:cNvPr id="42" name="ComponentBackground4" descr="15b792a1-39af-4779-907b-96dd199446b9">
                <a:extLst>
                  <a:ext uri="{FF2B5EF4-FFF2-40B4-BE49-F238E27FC236}">
                    <a16:creationId id="{E0118E1F-311F-D029-11B9-FF91BDDFA6FD}"/>
                  </a:ext>
                </a:extLst>
              </p:cNvPr>
              <p:cNvSpPr/>
              <p:nvPr/>
            </p:nvSpPr>
            <p:spPr bwMode="auto">
              <a:xfrm>
                <a:off x="8848374" y="2394000"/>
                <a:ext cx="2601946" cy="3219114"/>
              </a:xfrm>
              <a:prstGeom prst="roundRect">
                <a:avLst>
                  <a:gd name="adj" fmla="val 6684"/>
                </a:avLst>
              </a:prstGeom>
              <a:ln w="3175" cap="rnd">
                <a:solidFill>
                  <a:schemeClr val="tx2">
                    <a:alpha val="5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anchor="t" anchorCtr="1" forceAA="0" compatLnSpc="1">
                <a:normAutofit/>
              </a:bodyPr>
              <a:lstStyle/>
              <a:p>
                <a:pPr algn="ctr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Text4" descr="0a49c849-cdd7-4342-b9e2-8755b0631677">
                <a:extLst>
                  <a:ext uri="{FF2B5EF4-FFF2-40B4-BE49-F238E27FC236}">
                    <a16:creationId id="{FAA8C579-6D37-BEA1-1D9B-34F26E2A4168}"/>
                  </a:ext>
                </a:extLst>
              </p:cNvPr>
              <p:cNvSpPr/>
              <p:nvPr/>
            </p:nvSpPr>
            <p:spPr bwMode="auto">
              <a:xfrm>
                <a:off x="8902123" y="4170199"/>
                <a:ext cx="2494450" cy="1339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228600" indent="-228600">
                  <a:lnSpc>
                    <a:spcPct val="120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zh-CN" altLang="en-US" sz="1200" dirty="0"/>
                  <a:t>说明从项目中总结出的经验教训，以及如何进行知识沉淀，供团队未来参考。</a:t>
                </a:r>
                <a:endParaRPr lang="en-US" dirty="0"/>
              </a:p>
            </p:txBody>
          </p:sp>
          <p:sp>
            <p:nvSpPr>
              <p:cNvPr id="44" name="Bullet4" descr="c412bd2c-11a5-42c7-bf45-4893f93c2564">
                <a:extLst>
                  <a:ext uri="{FF2B5EF4-FFF2-40B4-BE49-F238E27FC236}">
                    <a16:creationId id="{BB6B11C6-5E7A-C9F7-58AB-3EA4850D8748}"/>
                  </a:ext>
                </a:extLst>
              </p:cNvPr>
              <p:cNvSpPr txBox="1"/>
              <p:nvPr/>
            </p:nvSpPr>
            <p:spPr bwMode="auto">
              <a:xfrm>
                <a:off x="8902123" y="3504967"/>
                <a:ext cx="2494450" cy="665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 dirty="0"/>
                  <a:t>经验沉淀分享</a:t>
                </a:r>
                <a:endParaRPr lang="en-US" dirty="0"/>
              </a:p>
            </p:txBody>
          </p:sp>
          <p:sp>
            <p:nvSpPr>
              <p:cNvPr id="45" name="Number4" descr="590e8c49-35da-4c9f-986a-c7d9fd916ac1">
                <a:extLst>
                  <a:ext uri="{FF2B5EF4-FFF2-40B4-BE49-F238E27FC236}">
                    <a16:creationId id="{8AFAAA3E-F6CA-0474-A5F7-781A406CFAA2}"/>
                  </a:ext>
                </a:extLst>
              </p:cNvPr>
              <p:cNvSpPr/>
              <p:nvPr/>
            </p:nvSpPr>
            <p:spPr>
              <a:xfrm>
                <a:off x="10355179" y="2463572"/>
                <a:ext cx="1041394" cy="1041394"/>
              </a:xfrm>
              <a:prstGeom prst="ellipse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2400" b="1" dirty="0"/>
                  <a:t>04</a:t>
                </a:r>
                <a:endParaRPr lang="zh-CN" altLang="en-US" sz="2400" b="1" dirty="0"/>
              </a:p>
            </p:txBody>
          </p:sp>
        </p:grpSp>
      </p:grpSp>
      <p:sp>
        <p:nvSpPr>
          <p:cNvPr id="2" name="" descr="8a583094-733d-4cd6-9fc3-66f25c3126e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成果量化与价值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" descr="46140bc6-a279-4370-ab60-e31889b70e6c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总结与成长反思</a:t>
            </a:r>
            <a:endParaRPr lang="en-US" dirty="0"/>
          </a:p>
        </p:txBody>
      </p:sp>
      <p:sp>
        <p:nvSpPr>
          <p:cNvPr id="25" name="" descr="518cc0cc-7761-443f-82a9-ab53c28bf8e3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全面复盘储干期间的工作产出，深度剖析个人能力的成长、团队角色的演变以及对管理职责的深刻认知。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56" name="359b100d-0e95-450a-952d-1764068cc8f7.source.4.zh-Hans.pptx" descr="0803fcc1-81b1-4687-8d89-1ef30024f46b">
            <a:extLst>
              <a:ext uri="{FF2B5EF4-FFF2-40B4-BE49-F238E27FC236}">
                <a16:creationId id="{A6DAB0E6-7335-81E2-EBAC-B88305432F80}"/>
              </a:ext>
            </a:extLst>
          </p:cNvPr>
          <p:cNvGrpSpPr/>
          <p:nvPr/>
        </p:nvGrpSpPr>
        <p:grpSpPr>
          <a:xfrm>
            <a:off x="0" y="1130303"/>
            <a:ext cx="11518900" cy="5003796"/>
            <a:chOff x="0" y="1130303"/>
            <a:chExt cx="11518900" cy="5003796"/>
          </a:xfrm>
        </p:grpSpPr>
        <p:sp>
          <p:nvSpPr>
            <p:cNvPr id="3" name="íṡľiḓé" descr="5afdef27-b37f-41cf-a263-88b5b9db1974">
              <a:extLst>
                <a:ext uri="{FF2B5EF4-FFF2-40B4-BE49-F238E27FC236}">
                  <a16:creationId id="{01A4577D-8AC8-2ADC-8DF5-CB372FFF0042}"/>
                </a:ext>
              </a:extLst>
            </p:cNvPr>
            <p:cNvSpPr/>
            <p:nvPr/>
          </p:nvSpPr>
          <p:spPr bwMode="auto">
            <a:xfrm>
              <a:off x="0" y="3016115"/>
              <a:ext cx="11518900" cy="779926"/>
            </a:xfrm>
            <a:custGeom>
              <a:avLst/>
              <a:gdLst>
                <a:gd name="T0" fmla="*/ 7279 w 7680"/>
                <a:gd name="T1" fmla="*/ 0 h 520"/>
                <a:gd name="T2" fmla="*/ 0 w 7680"/>
                <a:gd name="T3" fmla="*/ 0 h 520"/>
                <a:gd name="T4" fmla="*/ 0 w 7680"/>
                <a:gd name="T5" fmla="*/ 520 h 520"/>
                <a:gd name="T6" fmla="*/ 7279 w 7680"/>
                <a:gd name="T7" fmla="*/ 520 h 520"/>
                <a:gd name="T8" fmla="*/ 7680 w 7680"/>
                <a:gd name="T9" fmla="*/ 259 h 520"/>
                <a:gd name="T10" fmla="*/ 7279 w 7680"/>
                <a:gd name="T11" fmla="*/ 0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80" h="520">
                  <a:moveTo>
                    <a:pt x="7279" y="0"/>
                  </a:moveTo>
                  <a:lnTo>
                    <a:pt x="0" y="0"/>
                  </a:lnTo>
                  <a:lnTo>
                    <a:pt x="0" y="520"/>
                  </a:lnTo>
                  <a:lnTo>
                    <a:pt x="7279" y="520"/>
                  </a:lnTo>
                  <a:lnTo>
                    <a:pt x="7680" y="259"/>
                  </a:lnTo>
                  <a:lnTo>
                    <a:pt x="7279" y="0"/>
                  </a:ln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" name="Title" descr="7fc471c1-99b2-4b8d-81b9-9c22c5162257">
              <a:extLst>
                <a:ext uri="{FF2B5EF4-FFF2-40B4-BE49-F238E27FC236}">
                  <a16:creationId id="{F9F602B2-EB2F-B398-FE80-94D526C65528}"/>
                </a:ext>
              </a:extLst>
            </p:cNvPr>
            <p:cNvSpPr txBox="1"/>
            <p:nvPr/>
          </p:nvSpPr>
          <p:spPr>
            <a:xfrm>
              <a:off x="660400" y="1130303"/>
              <a:ext cx="10858500" cy="778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1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全面、量化地展示个人工作成果</a:t>
              </a:r>
              <a:endParaRPr lang="en-US" dirty="0"/>
            </a:p>
          </p:txBody>
        </p:sp>
        <p:grpSp>
          <p:nvGrpSpPr>
            <p:cNvPr id="52" name="组合 51" descr="0ac1603e-6d2c-4767-8fe5-29fc90194199">
              <a:extLst>
                <a:ext uri="{FF2B5EF4-FFF2-40B4-BE49-F238E27FC236}">
                  <a16:creationId id="{C4424919-B3B6-0FFD-B06F-1B8A17141929}"/>
                </a:ext>
              </a:extLst>
            </p:cNvPr>
            <p:cNvGrpSpPr/>
            <p:nvPr/>
          </p:nvGrpSpPr>
          <p:grpSpPr>
            <a:xfrm>
              <a:off x="917717" y="2922459"/>
              <a:ext cx="2343060" cy="3211640"/>
              <a:chOff x="628741" y="2922459"/>
              <a:chExt cx="2343060" cy="3211640"/>
            </a:xfrm>
          </p:grpSpPr>
          <p:sp>
            <p:nvSpPr>
              <p:cNvPr id="48" name="shape1" descr="45a93cc5-cf8e-4f0d-a38e-306987d3ed19">
                <a:extLst>
                  <a:ext uri="{FF2B5EF4-FFF2-40B4-BE49-F238E27FC236}">
                    <a16:creationId id="{E6DA249D-4988-1B2C-2730-99975D533FD7}"/>
                  </a:ext>
                </a:extLst>
              </p:cNvPr>
              <p:cNvSpPr/>
              <p:nvPr/>
            </p:nvSpPr>
            <p:spPr bwMode="auto">
              <a:xfrm>
                <a:off x="1221700" y="2922459"/>
                <a:ext cx="1157141" cy="925975"/>
              </a:xfrm>
              <a:custGeom>
                <a:avLst/>
                <a:gdLst>
                  <a:gd name="T0" fmla="*/ 637 w 881"/>
                  <a:gd name="T1" fmla="*/ 0 h 705"/>
                  <a:gd name="T2" fmla="*/ 0 w 881"/>
                  <a:gd name="T3" fmla="*/ 0 h 705"/>
                  <a:gd name="T4" fmla="*/ 245 w 881"/>
                  <a:gd name="T5" fmla="*/ 352 h 705"/>
                  <a:gd name="T6" fmla="*/ 0 w 881"/>
                  <a:gd name="T7" fmla="*/ 705 h 705"/>
                  <a:gd name="T8" fmla="*/ 637 w 881"/>
                  <a:gd name="T9" fmla="*/ 705 h 705"/>
                  <a:gd name="T10" fmla="*/ 881 w 881"/>
                  <a:gd name="T11" fmla="*/ 352 h 705"/>
                  <a:gd name="T12" fmla="*/ 637 w 881"/>
                  <a:gd name="T13" fmla="*/ 0 h 7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1" h="705">
                    <a:moveTo>
                      <a:pt x="637" y="0"/>
                    </a:moveTo>
                    <a:lnTo>
                      <a:pt x="0" y="0"/>
                    </a:lnTo>
                    <a:lnTo>
                      <a:pt x="245" y="352"/>
                    </a:lnTo>
                    <a:lnTo>
                      <a:pt x="0" y="705"/>
                    </a:lnTo>
                    <a:lnTo>
                      <a:pt x="637" y="705"/>
                    </a:lnTo>
                    <a:lnTo>
                      <a:pt x="881" y="352"/>
                    </a:lnTo>
                    <a:lnTo>
                      <a:pt x="6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/>
              </a:p>
            </p:txBody>
          </p:sp>
          <p:sp>
            <p:nvSpPr>
              <p:cNvPr id="49" name="Bullet1" descr="d83ee2f5-913c-40a9-b519-b1f3876ef4d3">
                <a:extLst>
                  <a:ext uri="{FF2B5EF4-FFF2-40B4-BE49-F238E27FC236}">
                    <a16:creationId id="{CB1EA3AD-6181-9CB8-4A0D-B3D7500FE453}"/>
                  </a:ext>
                </a:extLst>
              </p:cNvPr>
              <p:cNvSpPr/>
              <p:nvPr/>
            </p:nvSpPr>
            <p:spPr>
              <a:xfrm>
                <a:off x="628741" y="4061460"/>
                <a:ext cx="2343060" cy="6331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 dirty="0">
                    <a:solidFill>
                      <a:schemeClr val="tx1"/>
                    </a:solidFill>
                  </a:rPr>
                  <a:t>任务完成数量</a:t>
                </a:r>
                <a:endParaRPr lang="en-US" dirty="0"/>
              </a:p>
            </p:txBody>
          </p:sp>
          <p:sp>
            <p:nvSpPr>
              <p:cNvPr id="50" name="Text1" descr="78585746-e46c-48af-bdb2-016805efab5f">
                <a:extLst>
                  <a:ext uri="{FF2B5EF4-FFF2-40B4-BE49-F238E27FC236}">
                    <a16:creationId id="{BF8BF1B0-A962-5BF5-5949-58C76D3D38D8}"/>
                  </a:ext>
                </a:extLst>
              </p:cNvPr>
              <p:cNvSpPr/>
              <p:nvPr/>
            </p:nvSpPr>
            <p:spPr>
              <a:xfrm>
                <a:off x="628741" y="4757496"/>
                <a:ext cx="2343060" cy="13766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统计并展示完成的任务总数、重点项目数以及临时交办事项的数量。</a:t>
                </a:r>
                <a:endParaRPr lang="en-US" dirty="0"/>
              </a:p>
            </p:txBody>
          </p:sp>
          <p:sp>
            <p:nvSpPr>
              <p:cNvPr id="51" name="Number1" descr="c1ea8bf3-9e47-492b-bb8e-36109319c3cd">
                <a:extLst>
                  <a:ext uri="{FF2B5EF4-FFF2-40B4-BE49-F238E27FC236}">
                    <a16:creationId id="{F4C57059-1A75-8098-CF7D-FC3022136912}"/>
                  </a:ext>
                </a:extLst>
              </p:cNvPr>
              <p:cNvSpPr/>
              <p:nvPr/>
            </p:nvSpPr>
            <p:spPr>
              <a:xfrm>
                <a:off x="1536416" y="3154614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en-US" altLang="zh-CN" sz="2400" b="1" dirty="0">
                    <a:solidFill>
                      <a:srgbClr val="FFFFFF"/>
                    </a:solidFill>
                  </a:rPr>
                  <a:t>01</a:t>
                </a:r>
              </a:p>
            </p:txBody>
          </p:sp>
        </p:grpSp>
        <p:grpSp>
          <p:nvGrpSpPr>
            <p:cNvPr id="53" name="组合 52" descr="6426e635-1e52-409a-9621-51af41b98f35">
              <a:extLst>
                <a:ext uri="{FF2B5EF4-FFF2-40B4-BE49-F238E27FC236}">
                  <a16:creationId id="{E51077B8-009A-A2BF-8882-3ADA28943E67}"/>
                </a:ext>
              </a:extLst>
            </p:cNvPr>
            <p:cNvGrpSpPr/>
            <p:nvPr/>
          </p:nvGrpSpPr>
          <p:grpSpPr>
            <a:xfrm>
              <a:off x="3584653" y="2922459"/>
              <a:ext cx="2343060" cy="3211640"/>
              <a:chOff x="3098023" y="2922459"/>
              <a:chExt cx="2343060" cy="3211640"/>
            </a:xfrm>
          </p:grpSpPr>
          <p:sp>
            <p:nvSpPr>
              <p:cNvPr id="44" name="shape2" descr="f40d0756-a988-499c-84da-ade8b629be6e">
                <a:extLst>
                  <a:ext uri="{FF2B5EF4-FFF2-40B4-BE49-F238E27FC236}">
                    <a16:creationId id="{72DCFF89-E298-90B2-91FB-5C7227E10605}"/>
                  </a:ext>
                </a:extLst>
              </p:cNvPr>
              <p:cNvSpPr/>
              <p:nvPr/>
            </p:nvSpPr>
            <p:spPr bwMode="auto">
              <a:xfrm>
                <a:off x="3690982" y="2922459"/>
                <a:ext cx="1157141" cy="925975"/>
              </a:xfrm>
              <a:custGeom>
                <a:avLst/>
                <a:gdLst>
                  <a:gd name="T0" fmla="*/ 637 w 881"/>
                  <a:gd name="T1" fmla="*/ 0 h 705"/>
                  <a:gd name="T2" fmla="*/ 0 w 881"/>
                  <a:gd name="T3" fmla="*/ 0 h 705"/>
                  <a:gd name="T4" fmla="*/ 245 w 881"/>
                  <a:gd name="T5" fmla="*/ 352 h 705"/>
                  <a:gd name="T6" fmla="*/ 0 w 881"/>
                  <a:gd name="T7" fmla="*/ 705 h 705"/>
                  <a:gd name="T8" fmla="*/ 637 w 881"/>
                  <a:gd name="T9" fmla="*/ 705 h 705"/>
                  <a:gd name="T10" fmla="*/ 881 w 881"/>
                  <a:gd name="T11" fmla="*/ 352 h 705"/>
                  <a:gd name="T12" fmla="*/ 637 w 881"/>
                  <a:gd name="T13" fmla="*/ 0 h 7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1" h="705">
                    <a:moveTo>
                      <a:pt x="637" y="0"/>
                    </a:moveTo>
                    <a:lnTo>
                      <a:pt x="0" y="0"/>
                    </a:lnTo>
                    <a:lnTo>
                      <a:pt x="245" y="352"/>
                    </a:lnTo>
                    <a:lnTo>
                      <a:pt x="0" y="705"/>
                    </a:lnTo>
                    <a:lnTo>
                      <a:pt x="637" y="705"/>
                    </a:lnTo>
                    <a:lnTo>
                      <a:pt x="881" y="352"/>
                    </a:lnTo>
                    <a:lnTo>
                      <a:pt x="637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/>
              </a:p>
            </p:txBody>
          </p:sp>
          <p:sp>
            <p:nvSpPr>
              <p:cNvPr id="45" name="Bullet2" descr="79e5d4fd-7b97-418b-b2eb-7c5e71f38ec1">
                <a:extLst>
                  <a:ext uri="{FF2B5EF4-FFF2-40B4-BE49-F238E27FC236}">
                    <a16:creationId id="{0883F96D-CD55-7A14-387E-2DD7F4562AB0}"/>
                  </a:ext>
                </a:extLst>
              </p:cNvPr>
              <p:cNvSpPr/>
              <p:nvPr/>
            </p:nvSpPr>
            <p:spPr>
              <a:xfrm>
                <a:off x="3098023" y="4061460"/>
                <a:ext cx="2343060" cy="6331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 dirty="0">
                    <a:solidFill>
                      <a:schemeClr val="tx1"/>
                    </a:solidFill>
                  </a:rPr>
                  <a:t>目标达成情况</a:t>
                </a:r>
                <a:endParaRPr lang="en-US" dirty="0"/>
              </a:p>
            </p:txBody>
          </p:sp>
          <p:sp>
            <p:nvSpPr>
              <p:cNvPr id="46" name="Text2" descr="36113d06-99be-49ca-a1d2-13a17906c91d">
                <a:extLst>
                  <a:ext uri="{FF2B5EF4-FFF2-40B4-BE49-F238E27FC236}">
                    <a16:creationId id="{306BFEBC-7E87-EED4-F44F-6C9A6E0B79C7}"/>
                  </a:ext>
                </a:extLst>
              </p:cNvPr>
              <p:cNvSpPr/>
              <p:nvPr/>
            </p:nvSpPr>
            <p:spPr>
              <a:xfrm>
                <a:off x="3098023" y="4757496"/>
                <a:ext cx="2343060" cy="13766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对比初期设定的工作目标，展示各项指标的最终达成率。</a:t>
                </a:r>
                <a:endParaRPr lang="en-US" dirty="0"/>
              </a:p>
            </p:txBody>
          </p:sp>
          <p:sp>
            <p:nvSpPr>
              <p:cNvPr id="47" name="Number2" descr="e87bb3a6-5d37-480c-abaa-2d3e19143678">
                <a:extLst>
                  <a:ext uri="{FF2B5EF4-FFF2-40B4-BE49-F238E27FC236}">
                    <a16:creationId id="{6AE790E6-611D-7AB5-5874-C3523EE78219}"/>
                  </a:ext>
                </a:extLst>
              </p:cNvPr>
              <p:cNvSpPr/>
              <p:nvPr/>
            </p:nvSpPr>
            <p:spPr>
              <a:xfrm>
                <a:off x="4005698" y="3154614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en-US" altLang="zh-CN" sz="2400" b="1" dirty="0">
                    <a:solidFill>
                      <a:schemeClr val="bg1"/>
                    </a:solidFill>
                  </a:rPr>
                  <a:t>02</a:t>
                </a:r>
              </a:p>
            </p:txBody>
          </p:sp>
        </p:grpSp>
        <p:grpSp>
          <p:nvGrpSpPr>
            <p:cNvPr id="54" name="组合 53" descr="72048cbe-a623-4bd5-bdee-1e91aae7c159">
              <a:extLst>
                <a:ext uri="{FF2B5EF4-FFF2-40B4-BE49-F238E27FC236}">
                  <a16:creationId id="{66949336-7010-6A13-6AF0-450288BEDAD4}"/>
                </a:ext>
              </a:extLst>
            </p:cNvPr>
            <p:cNvGrpSpPr/>
            <p:nvPr/>
          </p:nvGrpSpPr>
          <p:grpSpPr>
            <a:xfrm>
              <a:off x="6251587" y="2922459"/>
              <a:ext cx="2343060" cy="3211640"/>
              <a:chOff x="5567305" y="2922459"/>
              <a:chExt cx="2343060" cy="3211640"/>
            </a:xfrm>
          </p:grpSpPr>
          <p:sp>
            <p:nvSpPr>
              <p:cNvPr id="40" name="shape3" descr="cc5298d4-2b3d-4371-98ba-f5b997459c89">
                <a:extLst>
                  <a:ext uri="{FF2B5EF4-FFF2-40B4-BE49-F238E27FC236}">
                    <a16:creationId id="{CD52ABF8-1820-516C-63FD-E7D063CA31F5}"/>
                  </a:ext>
                </a:extLst>
              </p:cNvPr>
              <p:cNvSpPr/>
              <p:nvPr/>
            </p:nvSpPr>
            <p:spPr bwMode="auto">
              <a:xfrm>
                <a:off x="6160264" y="2922459"/>
                <a:ext cx="1157141" cy="925975"/>
              </a:xfrm>
              <a:custGeom>
                <a:avLst/>
                <a:gdLst>
                  <a:gd name="T0" fmla="*/ 637 w 881"/>
                  <a:gd name="T1" fmla="*/ 0 h 705"/>
                  <a:gd name="T2" fmla="*/ 0 w 881"/>
                  <a:gd name="T3" fmla="*/ 0 h 705"/>
                  <a:gd name="T4" fmla="*/ 245 w 881"/>
                  <a:gd name="T5" fmla="*/ 352 h 705"/>
                  <a:gd name="T6" fmla="*/ 0 w 881"/>
                  <a:gd name="T7" fmla="*/ 705 h 705"/>
                  <a:gd name="T8" fmla="*/ 637 w 881"/>
                  <a:gd name="T9" fmla="*/ 705 h 705"/>
                  <a:gd name="T10" fmla="*/ 881 w 881"/>
                  <a:gd name="T11" fmla="*/ 352 h 705"/>
                  <a:gd name="T12" fmla="*/ 637 w 881"/>
                  <a:gd name="T13" fmla="*/ 0 h 7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1" h="705">
                    <a:moveTo>
                      <a:pt x="637" y="0"/>
                    </a:moveTo>
                    <a:lnTo>
                      <a:pt x="0" y="0"/>
                    </a:lnTo>
                    <a:lnTo>
                      <a:pt x="245" y="352"/>
                    </a:lnTo>
                    <a:lnTo>
                      <a:pt x="0" y="705"/>
                    </a:lnTo>
                    <a:lnTo>
                      <a:pt x="637" y="705"/>
                    </a:lnTo>
                    <a:lnTo>
                      <a:pt x="881" y="352"/>
                    </a:lnTo>
                    <a:lnTo>
                      <a:pt x="6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/>
              </a:p>
            </p:txBody>
          </p:sp>
          <p:sp>
            <p:nvSpPr>
              <p:cNvPr id="41" name="Bullet3" descr="4074ce2c-9642-4ba8-b0a2-096af01f858d">
                <a:extLst>
                  <a:ext uri="{FF2B5EF4-FFF2-40B4-BE49-F238E27FC236}">
                    <a16:creationId id="{768C170B-FF35-D8F1-2CE6-C47F6428242C}"/>
                  </a:ext>
                </a:extLst>
              </p:cNvPr>
              <p:cNvSpPr/>
              <p:nvPr/>
            </p:nvSpPr>
            <p:spPr>
              <a:xfrm>
                <a:off x="5567305" y="4061460"/>
                <a:ext cx="2343060" cy="6331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 dirty="0">
                    <a:solidFill>
                      <a:schemeClr val="tx1"/>
                    </a:solidFill>
                  </a:rPr>
                  <a:t>关键数据呈现</a:t>
                </a:r>
                <a:endParaRPr lang="en-US" dirty="0"/>
              </a:p>
            </p:txBody>
          </p:sp>
          <p:sp>
            <p:nvSpPr>
              <p:cNvPr id="42" name="Text3" descr="48f8e276-25d0-4cd9-a8a6-26885519f622">
                <a:extLst>
                  <a:ext uri="{FF2B5EF4-FFF2-40B4-BE49-F238E27FC236}">
                    <a16:creationId id="{AD5F1C48-2137-60CA-D05B-17A6A33394CC}"/>
                  </a:ext>
                </a:extLst>
              </p:cNvPr>
              <p:cNvSpPr/>
              <p:nvPr/>
            </p:nvSpPr>
            <p:spPr>
              <a:xfrm>
                <a:off x="5567305" y="4757496"/>
                <a:ext cx="2343060" cy="13766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运用图表等形式，直观呈现关键业务数据的变化趋势，如处理量增长、质量提升等。</a:t>
                </a:r>
                <a:endParaRPr lang="en-US" dirty="0"/>
              </a:p>
            </p:txBody>
          </p:sp>
          <p:sp>
            <p:nvSpPr>
              <p:cNvPr id="43" name="Number3" descr="590fe653-0c8f-4c83-bc92-a5326ce1cebe">
                <a:extLst>
                  <a:ext uri="{FF2B5EF4-FFF2-40B4-BE49-F238E27FC236}">
                    <a16:creationId id="{BF17C160-4817-F982-8E86-4F4C6E6823CE}"/>
                  </a:ext>
                </a:extLst>
              </p:cNvPr>
              <p:cNvSpPr/>
              <p:nvPr/>
            </p:nvSpPr>
            <p:spPr>
              <a:xfrm>
                <a:off x="6474980" y="3154614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en-US" altLang="zh-CN" sz="2400" b="1" dirty="0">
                    <a:solidFill>
                      <a:srgbClr val="FFFFFF"/>
                    </a:solidFill>
                  </a:rPr>
                  <a:t>03</a:t>
                </a:r>
              </a:p>
            </p:txBody>
          </p:sp>
        </p:grpSp>
        <p:grpSp>
          <p:nvGrpSpPr>
            <p:cNvPr id="55" name="组合 54" descr="7d6beaca-34e0-4dd7-a867-6d1c7eb92058">
              <a:extLst>
                <a:ext uri="{FF2B5EF4-FFF2-40B4-BE49-F238E27FC236}">
                  <a16:creationId id="{8DA015D5-E088-BB71-6CF8-6F33DD02802D}"/>
                </a:ext>
              </a:extLst>
            </p:cNvPr>
            <p:cNvGrpSpPr/>
            <p:nvPr/>
          </p:nvGrpSpPr>
          <p:grpSpPr>
            <a:xfrm>
              <a:off x="8918522" y="2922459"/>
              <a:ext cx="2343060" cy="3211640"/>
              <a:chOff x="8036587" y="2922459"/>
              <a:chExt cx="2343060" cy="3211640"/>
            </a:xfrm>
          </p:grpSpPr>
          <p:sp>
            <p:nvSpPr>
              <p:cNvPr id="36" name="shape4" descr="b534f960-1d95-4585-b9c8-5934215c6a92">
                <a:extLst>
                  <a:ext uri="{FF2B5EF4-FFF2-40B4-BE49-F238E27FC236}">
                    <a16:creationId id="{994373A3-1CB3-9E75-A584-499503F46572}"/>
                  </a:ext>
                </a:extLst>
              </p:cNvPr>
              <p:cNvSpPr/>
              <p:nvPr/>
            </p:nvSpPr>
            <p:spPr bwMode="auto">
              <a:xfrm>
                <a:off x="8629546" y="2922459"/>
                <a:ext cx="1157141" cy="925975"/>
              </a:xfrm>
              <a:custGeom>
                <a:avLst/>
                <a:gdLst>
                  <a:gd name="T0" fmla="*/ 637 w 881"/>
                  <a:gd name="T1" fmla="*/ 0 h 705"/>
                  <a:gd name="T2" fmla="*/ 0 w 881"/>
                  <a:gd name="T3" fmla="*/ 0 h 705"/>
                  <a:gd name="T4" fmla="*/ 245 w 881"/>
                  <a:gd name="T5" fmla="*/ 352 h 705"/>
                  <a:gd name="T6" fmla="*/ 0 w 881"/>
                  <a:gd name="T7" fmla="*/ 705 h 705"/>
                  <a:gd name="T8" fmla="*/ 637 w 881"/>
                  <a:gd name="T9" fmla="*/ 705 h 705"/>
                  <a:gd name="T10" fmla="*/ 881 w 881"/>
                  <a:gd name="T11" fmla="*/ 352 h 705"/>
                  <a:gd name="T12" fmla="*/ 637 w 881"/>
                  <a:gd name="T13" fmla="*/ 0 h 7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1" h="705">
                    <a:moveTo>
                      <a:pt x="637" y="0"/>
                    </a:moveTo>
                    <a:lnTo>
                      <a:pt x="0" y="0"/>
                    </a:lnTo>
                    <a:lnTo>
                      <a:pt x="245" y="352"/>
                    </a:lnTo>
                    <a:lnTo>
                      <a:pt x="0" y="705"/>
                    </a:lnTo>
                    <a:lnTo>
                      <a:pt x="637" y="705"/>
                    </a:lnTo>
                    <a:lnTo>
                      <a:pt x="881" y="352"/>
                    </a:lnTo>
                    <a:lnTo>
                      <a:pt x="637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/>
              </a:p>
            </p:txBody>
          </p:sp>
          <p:sp>
            <p:nvSpPr>
              <p:cNvPr id="37" name="Bullet4" descr="1778bf7f-a1f7-4efb-bdae-c9e4e9633a3b">
                <a:extLst>
                  <a:ext uri="{FF2B5EF4-FFF2-40B4-BE49-F238E27FC236}">
                    <a16:creationId id="{E5634051-6E98-EE24-C77F-3FB7CAC3E5A5}"/>
                  </a:ext>
                </a:extLst>
              </p:cNvPr>
              <p:cNvSpPr/>
              <p:nvPr/>
            </p:nvSpPr>
            <p:spPr>
              <a:xfrm>
                <a:off x="8036587" y="4061460"/>
                <a:ext cx="2343060" cy="6331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 dirty="0">
                    <a:solidFill>
                      <a:schemeClr val="tx1"/>
                    </a:solidFill>
                  </a:rPr>
                  <a:t>问题解决记录</a:t>
                </a:r>
                <a:endParaRPr lang="en-US" dirty="0"/>
              </a:p>
            </p:txBody>
          </p:sp>
          <p:sp>
            <p:nvSpPr>
              <p:cNvPr id="38" name="Text4" descr="8eab0b14-5623-4ee4-9adc-d171684eafc3">
                <a:extLst>
                  <a:ext uri="{FF2B5EF4-FFF2-40B4-BE49-F238E27FC236}">
                    <a16:creationId id="{00A3122A-6E6F-2EBE-557E-0164F3740888}"/>
                  </a:ext>
                </a:extLst>
              </p:cNvPr>
              <p:cNvSpPr/>
              <p:nvPr/>
            </p:nvSpPr>
            <p:spPr>
              <a:xfrm>
                <a:off x="8036587" y="4757496"/>
                <a:ext cx="2343060" cy="13766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汇总并分类统计解决的各种问题，体现个人解决问题的能力。</a:t>
                </a:r>
                <a:endParaRPr lang="en-US" dirty="0"/>
              </a:p>
            </p:txBody>
          </p:sp>
          <p:sp>
            <p:nvSpPr>
              <p:cNvPr id="39" name="Number4" descr="b2f02b63-ab0c-418d-8d74-473630c11d36">
                <a:extLst>
                  <a:ext uri="{FF2B5EF4-FFF2-40B4-BE49-F238E27FC236}">
                    <a16:creationId id="{032F7F2F-656A-51B8-B741-58A8C3D91B51}"/>
                  </a:ext>
                </a:extLst>
              </p:cNvPr>
              <p:cNvSpPr/>
              <p:nvPr/>
            </p:nvSpPr>
            <p:spPr>
              <a:xfrm>
                <a:off x="8944262" y="3154614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en-US" altLang="zh-CN" sz="2400" b="1" dirty="0">
                    <a:solidFill>
                      <a:schemeClr val="bg1"/>
                    </a:solidFill>
                  </a:rPr>
                  <a:t>04</a:t>
                </a:r>
              </a:p>
            </p:txBody>
          </p:sp>
        </p:grpSp>
      </p:grpSp>
      <p:sp>
        <p:nvSpPr>
          <p:cNvPr id="2" name="" descr="8a583094-733d-4cd6-9fc3-66f25c3126e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工作产出总览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3" name="25345f8b-61c6-4095-b59b-21bf90d38ba4.source.4.zh-Hans.pptx" descr="968f2f6f-620e-4eb9-8fde-1b86272668c8">
            <a:extLst>
              <a:ext uri="{FF2B5EF4-FFF2-40B4-BE49-F238E27FC236}">
                <a16:creationId id="{E527D46A-226E-BA57-72F5-CFD7A9A97C89}"/>
              </a:ext>
            </a:extLst>
          </p:cNvPr>
          <p:cNvGrpSpPr/>
          <p:nvPr/>
        </p:nvGrpSpPr>
        <p:grpSpPr>
          <a:xfrm>
            <a:off x="-37850" y="1130300"/>
            <a:ext cx="11556750" cy="5003800"/>
            <a:chOff x="-37850" y="1130300"/>
            <a:chExt cx="11556750" cy="5003800"/>
          </a:xfrm>
        </p:grpSpPr>
        <p:cxnSp>
          <p:nvCxnSpPr>
            <p:cNvPr id="18" name="íṧḷídè" descr="ececd280-0073-4b77-8482-2bc20dc96fce">
              <a:extLst>
                <a:ext uri="{FF2B5EF4-FFF2-40B4-BE49-F238E27FC236}">
                  <a16:creationId id="{032C3425-6CF6-3748-726B-4FB1B376A5AD}"/>
                </a:ext>
              </a:extLst>
            </p:cNvPr>
            <p:cNvCxnSpPr/>
            <p:nvPr/>
          </p:nvCxnSpPr>
          <p:spPr>
            <a:xfrm>
              <a:off x="-37850" y="4097145"/>
              <a:ext cx="900853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ísļîḓé" descr="2fcf2007-b8ba-488e-aeb0-14bfca064662">
              <a:extLst>
                <a:ext uri="{FF2B5EF4-FFF2-40B4-BE49-F238E27FC236}">
                  <a16:creationId id="{EC108A68-E289-B92D-59C8-429AE38B457A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1542594" y="3352956"/>
              <a:ext cx="0" cy="7464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íšľíḋe" descr="3fc6d077-d65a-443b-a7d6-384a3f9ed58e">
              <a:extLst>
                <a:ext uri="{FF2B5EF4-FFF2-40B4-BE49-F238E27FC236}">
                  <a16:creationId id="{2AD8F37A-1A75-11E8-956C-BBE980C29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2787" y="4099184"/>
              <a:ext cx="0" cy="626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ïŝliḓè" descr="6edcc9eb-8b7b-4845-b943-a2a72fa17626">
              <a:extLst>
                <a:ext uri="{FF2B5EF4-FFF2-40B4-BE49-F238E27FC236}">
                  <a16:creationId id="{62B10517-FB29-4899-3AF0-64CFDBEBBF27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5282980" y="3352956"/>
              <a:ext cx="0" cy="7464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íṥľíḋé" descr="d9b8ffa0-5f6d-4827-a46b-3ea6172679ec">
              <a:extLst>
                <a:ext uri="{FF2B5EF4-FFF2-40B4-BE49-F238E27FC236}">
                  <a16:creationId id="{22D4BD45-6D74-7EE1-8CA9-63D9389AE7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3172" y="4099184"/>
              <a:ext cx="0" cy="626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íṩḻïḓê" descr="27af2e4e-2267-41dd-a296-12eec3da470e">
              <a:extLst>
                <a:ext uri="{FF2B5EF4-FFF2-40B4-BE49-F238E27FC236}">
                  <a16:creationId id="{5579C610-CA81-3F6A-888C-34DA5A67D748}"/>
                </a:ext>
              </a:extLst>
            </p:cNvPr>
            <p:cNvSpPr/>
            <p:nvPr/>
          </p:nvSpPr>
          <p:spPr>
            <a:xfrm>
              <a:off x="8412791" y="3369320"/>
              <a:ext cx="1062968" cy="1474150"/>
            </a:xfrm>
            <a:custGeom>
              <a:avLst/>
              <a:gdLst>
                <a:gd name="connsiteX0" fmla="*/ 881911 w 1764030"/>
                <a:gd name="connsiteY0" fmla="*/ 2446069 h 2446400"/>
                <a:gd name="connsiteX1" fmla="*/ 729034 w 1764030"/>
                <a:gd name="connsiteY1" fmla="*/ 1446610 h 2446400"/>
                <a:gd name="connsiteX2" fmla="*/ -104 w 1764030"/>
                <a:gd name="connsiteY2" fmla="*/ 1222868 h 2446400"/>
                <a:gd name="connsiteX3" fmla="*/ 729034 w 1764030"/>
                <a:gd name="connsiteY3" fmla="*/ 999126 h 2446400"/>
                <a:gd name="connsiteX4" fmla="*/ 881911 w 1764030"/>
                <a:gd name="connsiteY4" fmla="*/ -332 h 2446400"/>
                <a:gd name="connsiteX5" fmla="*/ 1034787 w 1764030"/>
                <a:gd name="connsiteY5" fmla="*/ 999126 h 2446400"/>
                <a:gd name="connsiteX6" fmla="*/ 1763926 w 1764030"/>
                <a:gd name="connsiteY6" fmla="*/ 1222868 h 2446400"/>
                <a:gd name="connsiteX7" fmla="*/ 1034787 w 1764030"/>
                <a:gd name="connsiteY7" fmla="*/ 1446610 h 2446400"/>
                <a:gd name="connsiteX8" fmla="*/ 881911 w 1764030"/>
                <a:gd name="connsiteY8" fmla="*/ 2446069 h 244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4030" h="2446400">
                  <a:moveTo>
                    <a:pt x="881911" y="2446069"/>
                  </a:moveTo>
                  <a:cubicBezTo>
                    <a:pt x="866099" y="1910954"/>
                    <a:pt x="843811" y="1611870"/>
                    <a:pt x="729034" y="1446610"/>
                  </a:cubicBezTo>
                  <a:cubicBezTo>
                    <a:pt x="610639" y="1275160"/>
                    <a:pt x="393564" y="1245919"/>
                    <a:pt x="-104" y="1222868"/>
                  </a:cubicBezTo>
                  <a:cubicBezTo>
                    <a:pt x="393564" y="1199818"/>
                    <a:pt x="610639" y="1170195"/>
                    <a:pt x="729034" y="999126"/>
                  </a:cubicBezTo>
                  <a:cubicBezTo>
                    <a:pt x="843334" y="833867"/>
                    <a:pt x="866099" y="534782"/>
                    <a:pt x="881911" y="-332"/>
                  </a:cubicBezTo>
                  <a:cubicBezTo>
                    <a:pt x="897722" y="534782"/>
                    <a:pt x="920011" y="833867"/>
                    <a:pt x="1034787" y="999126"/>
                  </a:cubicBezTo>
                  <a:cubicBezTo>
                    <a:pt x="1153183" y="1170576"/>
                    <a:pt x="1370257" y="1199818"/>
                    <a:pt x="1763926" y="1222868"/>
                  </a:cubicBezTo>
                  <a:cubicBezTo>
                    <a:pt x="1370257" y="1245919"/>
                    <a:pt x="1153183" y="1275542"/>
                    <a:pt x="1034787" y="1446610"/>
                  </a:cubicBezTo>
                  <a:cubicBezTo>
                    <a:pt x="920011" y="1611870"/>
                    <a:pt x="897722" y="1910954"/>
                    <a:pt x="881911" y="244606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" name="Title" descr="91819cd9-3b36-4ab9-ac00-69b37be4bb37">
              <a:extLst>
                <a:ext uri="{FF2B5EF4-FFF2-40B4-BE49-F238E27FC236}">
                  <a16:creationId id="{58887D96-B1E0-7735-548F-37A95D8AE418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 dirty="0"/>
                <a:t>阐述在专业、沟通、管理等维度的成长</a:t>
              </a:r>
              <a:endParaRPr lang="en-US" dirty="0"/>
            </a:p>
          </p:txBody>
        </p:sp>
        <p:grpSp>
          <p:nvGrpSpPr>
            <p:cNvPr id="50" name="组合 49" descr="3e0da193-fed4-4ae9-a937-c6cc87bdc88c">
              <a:extLst>
                <a:ext uri="{FF2B5EF4-FFF2-40B4-BE49-F238E27FC236}">
                  <a16:creationId id="{1C357CAC-967C-B52A-D2BA-1FCC7D9827B0}"/>
                </a:ext>
              </a:extLst>
            </p:cNvPr>
            <p:cNvGrpSpPr/>
            <p:nvPr/>
          </p:nvGrpSpPr>
          <p:grpSpPr>
            <a:xfrm>
              <a:off x="659273" y="2133756"/>
              <a:ext cx="2068298" cy="4000344"/>
              <a:chOff x="659273" y="2133756"/>
              <a:chExt cx="2068298" cy="4000344"/>
            </a:xfrm>
          </p:grpSpPr>
          <p:sp>
            <p:nvSpPr>
              <p:cNvPr id="12" name="Number1" descr="62f63c0b-f586-4a55-9e63-b24ebec48014">
                <a:extLst>
                  <a:ext uri="{FF2B5EF4-FFF2-40B4-BE49-F238E27FC236}">
                    <a16:creationId id="{5261FB52-CB9E-3226-1D45-5D1463E5C8D8}"/>
                  </a:ext>
                </a:extLst>
              </p:cNvPr>
              <p:cNvSpPr/>
              <p:nvPr/>
            </p:nvSpPr>
            <p:spPr>
              <a:xfrm>
                <a:off x="932994" y="2133756"/>
                <a:ext cx="1219200" cy="1219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Bullet1" descr="19d080b0-df96-4649-9e56-58e293a74a47">
                <a:extLst>
                  <a:ext uri="{FF2B5EF4-FFF2-40B4-BE49-F238E27FC236}">
                    <a16:creationId id="{B338828F-62ED-78BB-180E-3D9F00F048C2}"/>
                  </a:ext>
                </a:extLst>
              </p:cNvPr>
              <p:cNvSpPr/>
              <p:nvPr/>
            </p:nvSpPr>
            <p:spPr>
              <a:xfrm>
                <a:off x="659273" y="4313632"/>
                <a:ext cx="2068298" cy="7249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 dirty="0">
                    <a:solidFill>
                      <a:schemeClr val="tx1"/>
                    </a:solidFill>
                  </a:rPr>
                  <a:t>专业技能提升</a:t>
                </a:r>
                <a:endParaRPr lang="en-US" dirty="0"/>
              </a:p>
            </p:txBody>
          </p:sp>
          <p:sp>
            <p:nvSpPr>
              <p:cNvPr id="36" name="Text1" descr="3e3a9137-9ff3-4bb1-ab15-17aa2e1083cb">
                <a:extLst>
                  <a:ext uri="{FF2B5EF4-FFF2-40B4-BE49-F238E27FC236}">
                    <a16:creationId id="{30E5C9DC-C9D7-43E5-559C-122247CD2E0C}"/>
                  </a:ext>
                </a:extLst>
              </p:cNvPr>
              <p:cNvSpPr/>
              <p:nvPr/>
            </p:nvSpPr>
            <p:spPr>
              <a:xfrm>
                <a:off x="659273" y="5037031"/>
                <a:ext cx="2068298" cy="10970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具体说明在哪些方面专业技能得到显著提升，如编程语言、数据分析工具、设计软件等。</a:t>
                </a:r>
                <a:endParaRPr lang="en-US" dirty="0"/>
              </a:p>
            </p:txBody>
          </p:sp>
        </p:grpSp>
        <p:grpSp>
          <p:nvGrpSpPr>
            <p:cNvPr id="51" name="组合 50" descr="d36a5124-a925-4508-880c-d07f0f9f4b4f">
              <a:extLst>
                <a:ext uri="{FF2B5EF4-FFF2-40B4-BE49-F238E27FC236}">
                  <a16:creationId id="{3A2543D4-E20A-587E-8145-17DB453A1A4C}"/>
                </a:ext>
              </a:extLst>
            </p:cNvPr>
            <p:cNvGrpSpPr/>
            <p:nvPr/>
          </p:nvGrpSpPr>
          <p:grpSpPr>
            <a:xfrm>
              <a:off x="2529466" y="1770605"/>
              <a:ext cx="2068298" cy="4363495"/>
              <a:chOff x="2529466" y="1770605"/>
              <a:chExt cx="2068298" cy="4363495"/>
            </a:xfrm>
          </p:grpSpPr>
          <p:sp>
            <p:nvSpPr>
              <p:cNvPr id="14" name="Number2" descr="39b7b9da-cb8f-4f95-b40d-03ca74a74784">
                <a:extLst>
                  <a:ext uri="{FF2B5EF4-FFF2-40B4-BE49-F238E27FC236}">
                    <a16:creationId id="{42618CAF-37B7-2874-E6DD-4BF9B19E0832}"/>
                  </a:ext>
                </a:extLst>
              </p:cNvPr>
              <p:cNvSpPr/>
              <p:nvPr/>
            </p:nvSpPr>
            <p:spPr>
              <a:xfrm>
                <a:off x="2803187" y="4914900"/>
                <a:ext cx="1219200" cy="1219200"/>
              </a:xfrm>
              <a:prstGeom prst="rect">
                <a:avLst/>
              </a:prstGeom>
              <a:solidFill>
                <a:schemeClr val="tx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Bullet2" descr="b29514ac-5446-496c-8f79-e9effc04fc4b">
                <a:extLst>
                  <a:ext uri="{FF2B5EF4-FFF2-40B4-BE49-F238E27FC236}">
                    <a16:creationId id="{A64002E6-0FFE-980B-F7E0-5EE8064A0EF8}"/>
                  </a:ext>
                </a:extLst>
              </p:cNvPr>
              <p:cNvSpPr/>
              <p:nvPr/>
            </p:nvSpPr>
            <p:spPr>
              <a:xfrm>
                <a:off x="2529466" y="1770605"/>
                <a:ext cx="2068298" cy="7249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 dirty="0">
                    <a:solidFill>
                      <a:schemeClr val="tx1"/>
                    </a:solidFill>
                  </a:rPr>
                  <a:t>沟通协作能力</a:t>
                </a:r>
                <a:endParaRPr lang="en-US" dirty="0"/>
              </a:p>
            </p:txBody>
          </p:sp>
          <p:sp>
            <p:nvSpPr>
              <p:cNvPr id="39" name="Text2" descr="66fb5c8e-df13-434f-bcbc-c6e0aab0e1b3">
                <a:extLst>
                  <a:ext uri="{FF2B5EF4-FFF2-40B4-BE49-F238E27FC236}">
                    <a16:creationId id="{9C16277F-147E-39B6-A439-47E95735FE8C}"/>
                  </a:ext>
                </a:extLst>
              </p:cNvPr>
              <p:cNvSpPr/>
              <p:nvPr/>
            </p:nvSpPr>
            <p:spPr>
              <a:xfrm>
                <a:off x="2529466" y="2494004"/>
                <a:ext cx="2068298" cy="10970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描述如何通过项目与不同背景的同事高效沟通，促进信息流转与团队合作。</a:t>
                </a:r>
                <a:endParaRPr lang="en-US" dirty="0"/>
              </a:p>
            </p:txBody>
          </p:sp>
        </p:grpSp>
        <p:grpSp>
          <p:nvGrpSpPr>
            <p:cNvPr id="52" name="组合 51" descr="ed0bd9d2-02c7-446f-b11c-808f59663b56">
              <a:extLst>
                <a:ext uri="{FF2B5EF4-FFF2-40B4-BE49-F238E27FC236}">
                  <a16:creationId id="{42427CEE-1E75-6C33-1F93-0446695D63ED}"/>
                </a:ext>
              </a:extLst>
            </p:cNvPr>
            <p:cNvGrpSpPr/>
            <p:nvPr/>
          </p:nvGrpSpPr>
          <p:grpSpPr>
            <a:xfrm>
              <a:off x="4399658" y="2133756"/>
              <a:ext cx="2068298" cy="4000344"/>
              <a:chOff x="4399658" y="2133756"/>
              <a:chExt cx="2068298" cy="4000344"/>
            </a:xfrm>
          </p:grpSpPr>
          <p:sp>
            <p:nvSpPr>
              <p:cNvPr id="15" name="Number3" descr="163a1edc-d7a2-4752-ad41-a4a7dd59b361">
                <a:extLst>
                  <a:ext uri="{FF2B5EF4-FFF2-40B4-BE49-F238E27FC236}">
                    <a16:creationId id="{D95D4624-6DA9-91AF-7EA6-22265D901D7C}"/>
                  </a:ext>
                </a:extLst>
              </p:cNvPr>
              <p:cNvSpPr/>
              <p:nvPr/>
            </p:nvSpPr>
            <p:spPr>
              <a:xfrm>
                <a:off x="4673380" y="2133756"/>
                <a:ext cx="1219200" cy="1219200"/>
              </a:xfrm>
              <a:prstGeom prst="rect">
                <a:avLst/>
              </a:prstGeom>
              <a:solidFill>
                <a:schemeClr val="tx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</a:rPr>
                  <a:t>03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Bullet3" descr="fa4222c5-4350-41d4-8d6e-50f656351f60">
                <a:extLst>
                  <a:ext uri="{FF2B5EF4-FFF2-40B4-BE49-F238E27FC236}">
                    <a16:creationId id="{31659DDD-B547-02F3-1F9D-A027EE9507E1}"/>
                  </a:ext>
                </a:extLst>
              </p:cNvPr>
              <p:cNvSpPr/>
              <p:nvPr/>
            </p:nvSpPr>
            <p:spPr>
              <a:xfrm>
                <a:off x="4399658" y="4313632"/>
                <a:ext cx="2068298" cy="7249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 dirty="0">
                    <a:solidFill>
                      <a:schemeClr val="tx1"/>
                    </a:solidFill>
                  </a:rPr>
                  <a:t>逻辑分析能力</a:t>
                </a:r>
                <a:endParaRPr lang="en-US" dirty="0"/>
              </a:p>
            </p:txBody>
          </p:sp>
          <p:sp>
            <p:nvSpPr>
              <p:cNvPr id="42" name="Text3" descr="24259593-e686-4d13-a289-d54d4ab2e010">
                <a:extLst>
                  <a:ext uri="{FF2B5EF4-FFF2-40B4-BE49-F238E27FC236}">
                    <a16:creationId id="{7F10C0D8-AE07-339F-396A-874F0413BC35}"/>
                  </a:ext>
                </a:extLst>
              </p:cNvPr>
              <p:cNvSpPr/>
              <p:nvPr/>
            </p:nvSpPr>
            <p:spPr>
              <a:xfrm>
                <a:off x="4399658" y="5037031"/>
                <a:ext cx="2068298" cy="10970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举例说明如何运用逻辑分析能力识别问题根源、拆解复杂任务、制定解决方案。</a:t>
                </a:r>
                <a:endParaRPr lang="en-US" dirty="0"/>
              </a:p>
            </p:txBody>
          </p:sp>
        </p:grpSp>
        <p:grpSp>
          <p:nvGrpSpPr>
            <p:cNvPr id="53" name="组合 52" descr="d9e88c8b-88fb-46e1-a6ee-daa9866dc6de">
              <a:extLst>
                <a:ext uri="{FF2B5EF4-FFF2-40B4-BE49-F238E27FC236}">
                  <a16:creationId id="{660745E4-B41A-2C0C-023F-2BC8C026651D}"/>
                </a:ext>
              </a:extLst>
            </p:cNvPr>
            <p:cNvGrpSpPr/>
            <p:nvPr/>
          </p:nvGrpSpPr>
          <p:grpSpPr>
            <a:xfrm>
              <a:off x="6268878" y="1770605"/>
              <a:ext cx="2068298" cy="4363495"/>
              <a:chOff x="6268878" y="1770605"/>
              <a:chExt cx="2068298" cy="4363495"/>
            </a:xfrm>
          </p:grpSpPr>
          <p:sp>
            <p:nvSpPr>
              <p:cNvPr id="16" name="Number4" descr="dca8439e-1680-4b2f-9593-9127aec02cf1">
                <a:extLst>
                  <a:ext uri="{FF2B5EF4-FFF2-40B4-BE49-F238E27FC236}">
                    <a16:creationId id="{56F044B2-24A4-8277-C3C9-37448B346E8E}"/>
                  </a:ext>
                </a:extLst>
              </p:cNvPr>
              <p:cNvSpPr/>
              <p:nvPr/>
            </p:nvSpPr>
            <p:spPr>
              <a:xfrm>
                <a:off x="6543572" y="4914900"/>
                <a:ext cx="1219200" cy="1219200"/>
              </a:xfrm>
              <a:prstGeom prst="rect">
                <a:avLst/>
              </a:prstGeom>
              <a:solidFill>
                <a:schemeClr val="tx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</a:rPr>
                  <a:t>04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Bullet4" descr="c59f2826-be75-484b-962a-cacfa02b00fe">
                <a:extLst>
                  <a:ext uri="{FF2B5EF4-FFF2-40B4-BE49-F238E27FC236}">
                    <a16:creationId id="{EFECB2E0-A7B1-31C6-35D8-3E89D0983720}"/>
                  </a:ext>
                </a:extLst>
              </p:cNvPr>
              <p:cNvSpPr/>
              <p:nvPr/>
            </p:nvSpPr>
            <p:spPr>
              <a:xfrm>
                <a:off x="6268878" y="1770605"/>
                <a:ext cx="2068298" cy="7249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 dirty="0">
                    <a:solidFill>
                      <a:schemeClr val="tx1"/>
                    </a:solidFill>
                  </a:rPr>
                  <a:t>学习成长路径</a:t>
                </a:r>
                <a:endParaRPr lang="en-US" dirty="0"/>
              </a:p>
            </p:txBody>
          </p:sp>
          <p:sp>
            <p:nvSpPr>
              <p:cNvPr id="45" name="Text4" descr="319665b0-69b9-4573-bbc9-1b2994ed739b">
                <a:extLst>
                  <a:ext uri="{FF2B5EF4-FFF2-40B4-BE49-F238E27FC236}">
                    <a16:creationId id="{855A2405-DFEE-F3D2-74F6-B5E7498769B3}"/>
                  </a:ext>
                </a:extLst>
              </p:cNvPr>
              <p:cNvSpPr/>
              <p:nvPr/>
            </p:nvSpPr>
            <p:spPr>
              <a:xfrm>
                <a:off x="6268878" y="2494004"/>
                <a:ext cx="2068298" cy="10970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以时间轴或思维导图形式，展示个人的学习计划和成果，体现持续学习的热情。</a:t>
                </a:r>
                <a:endParaRPr lang="en-US" dirty="0"/>
              </a:p>
            </p:txBody>
          </p:sp>
        </p:grpSp>
      </p:grpSp>
      <p:sp>
        <p:nvSpPr>
          <p:cNvPr id="2" name="" descr="8a583094-733d-4cd6-9fc3-66f25c3126e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个人能力进阶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145" name="f89bef3b-ce0f-4a7e-af17-8f5ad98950ac.source.4.zh-Hans.pptx" descr="ecae57e2-8a04-4dbe-97d4-093fc87bb436">
            <a:extLst>
              <a:ext uri="{FF2B5EF4-FFF2-40B4-BE49-F238E27FC236}">
                <a16:creationId id="{41E3377D-1B5F-F5DD-8D66-C80A974D1E3A}"/>
              </a:ext>
            </a:extLst>
          </p:cNvPr>
          <p:cNvGrpSpPr/>
          <p:nvPr/>
        </p:nvGrpSpPr>
        <p:grpSpPr>
          <a:xfrm>
            <a:off x="660400" y="1130300"/>
            <a:ext cx="10858500" cy="4828733"/>
            <a:chOff x="660400" y="1130300"/>
            <a:chExt cx="10858500" cy="4828733"/>
          </a:xfrm>
        </p:grpSpPr>
        <p:sp>
          <p:nvSpPr>
            <p:cNvPr id="111" name="Title" descr="52687434-2a7a-48af-a6bd-5836af74aa28">
              <a:extLst>
                <a:ext uri="{FF2B5EF4-FFF2-40B4-BE49-F238E27FC236}">
                  <a16:creationId id="{7F3B66E7-C147-9817-7C88-896D69C5A0B7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653049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 dirty="0">
                  <a:cs typeface="+mn-ea"/>
                  <a:sym typeface="+mn-lt"/>
                </a:rPr>
                <a:t>体现个人在团队中的积极贡献与影响力</a:t>
              </a:r>
              <a:endParaRPr lang="en-US" dirty="0"/>
            </a:p>
          </p:txBody>
        </p:sp>
        <p:grpSp>
          <p:nvGrpSpPr>
            <p:cNvPr id="112" name="组合 111" descr="3bd8a201-1035-4099-a43e-d4dea39eae11">
              <a:extLst>
                <a:ext uri="{FF2B5EF4-FFF2-40B4-BE49-F238E27FC236}">
                  <a16:creationId id="{42F489B2-D828-7575-C36B-782E9E78276A}"/>
                </a:ext>
              </a:extLst>
            </p:cNvPr>
            <p:cNvGrpSpPr/>
            <p:nvPr/>
          </p:nvGrpSpPr>
          <p:grpSpPr>
            <a:xfrm>
              <a:off x="800099" y="1850644"/>
              <a:ext cx="5211716" cy="2022765"/>
              <a:chOff x="791341" y="2022526"/>
              <a:chExt cx="5211716" cy="2022765"/>
            </a:xfrm>
          </p:grpSpPr>
          <p:sp>
            <p:nvSpPr>
              <p:cNvPr id="137" name="Number1" descr="7ca0f0e6-4d27-4848-bada-87fbb58a47e2">
                <a:extLst>
                  <a:ext uri="{FF2B5EF4-FFF2-40B4-BE49-F238E27FC236}">
                    <a16:creationId id="{DCF8179B-897F-39FC-568F-FBE6CB24C40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3811" y="3685986"/>
                <a:ext cx="1152986" cy="359305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6350" cap="rnd">
                <a:solidFill>
                  <a:srgbClr val="FFFFFF">
                    <a:alpha val="50000"/>
                  </a:srgbClr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20000"/>
              </a:bodyPr>
              <a:lstStyle/>
              <a:p>
                <a:pPr algn="ctr" defTabSz="914354"/>
                <a:r>
                  <a:rPr lang="en-US" altLang="zh-CN" sz="1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01</a:t>
                </a:r>
                <a:endParaRPr lang="zh-CN" altLang="en-US" sz="1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38" name="组合 137" descr="e4d6add8-f45d-41b3-9427-c64cbc82d881">
                <a:extLst>
                  <a:ext uri="{FF2B5EF4-FFF2-40B4-BE49-F238E27FC236}">
                    <a16:creationId id="{781442F5-0666-9552-517D-EE99AE0856BF}"/>
                  </a:ext>
                </a:extLst>
              </p:cNvPr>
              <p:cNvGrpSpPr/>
              <p:nvPr/>
            </p:nvGrpSpPr>
            <p:grpSpPr>
              <a:xfrm>
                <a:off x="791341" y="2022526"/>
                <a:ext cx="5211716" cy="1615113"/>
                <a:chOff x="791341" y="2022526"/>
                <a:chExt cx="5211716" cy="1615113"/>
              </a:xfrm>
            </p:grpSpPr>
            <p:sp>
              <p:nvSpPr>
                <p:cNvPr id="139" name="ComponentBackground1" descr="dc35aec1-75ad-4844-a1ba-b2b5d80cac13">
                  <a:extLst>
                    <a:ext uri="{FF2B5EF4-FFF2-40B4-BE49-F238E27FC236}">
                      <a16:creationId id="{C0C94D6D-103F-A567-FEB5-62B7F8690B59}"/>
                    </a:ext>
                  </a:extLst>
                </p:cNvPr>
                <p:cNvSpPr/>
                <p:nvPr/>
              </p:nvSpPr>
              <p:spPr>
                <a:xfrm>
                  <a:off x="791341" y="2022526"/>
                  <a:ext cx="5211716" cy="1615113"/>
                </a:xfrm>
                <a:prstGeom prst="roundRect">
                  <a:avLst>
                    <a:gd name="adj" fmla="val 7320"/>
                  </a:avLst>
                </a:prstGeom>
                <a:solidFill>
                  <a:schemeClr val="tx2">
                    <a:alpha val="15000"/>
                  </a:schemeClr>
                </a:solidFill>
                <a:ln w="6350" cap="rnd">
                  <a:solidFill>
                    <a:srgbClr val="FFFFFF">
                      <a:alpha val="50000"/>
                    </a:srgbClr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/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40" name="Bullet1" descr="fbc1d9e4-2a0a-4dbe-93ec-48db8dca06ad">
                  <a:extLst>
                    <a:ext uri="{FF2B5EF4-FFF2-40B4-BE49-F238E27FC236}">
                      <a16:creationId id="{0878B771-F1B3-FDC2-E484-CA28F09586FA}"/>
                    </a:ext>
                  </a:extLst>
                </p:cNvPr>
                <p:cNvSpPr txBox="1"/>
                <p:nvPr/>
              </p:nvSpPr>
              <p:spPr>
                <a:xfrm>
                  <a:off x="1481809" y="2064804"/>
                  <a:ext cx="4360381" cy="595846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/>
                <a:p>
                  <a:pPr/>
                  <a:r>
                    <a:rPr lang="zh-CN" altLang="en-US" b="1" dirty="0">
                      <a:cs typeface="+mn-ea"/>
                      <a:sym typeface="+mn-lt"/>
                    </a:rPr>
                    <a:t>团队分工协作</a:t>
                  </a:r>
                  <a:endParaRPr lang="en-US" dirty="0"/>
                </a:p>
              </p:txBody>
            </p:sp>
            <p:sp>
              <p:nvSpPr>
                <p:cNvPr id="141" name="Text1" descr="64e2eda6-5a24-4c79-9f53-4490400ce92a">
                  <a:extLst>
                    <a:ext uri="{FF2B5EF4-FFF2-40B4-BE49-F238E27FC236}">
                      <a16:creationId id="{D17489EF-E743-66EC-8E83-3775971DDBEA}"/>
                    </a:ext>
                  </a:extLst>
                </p:cNvPr>
                <p:cNvSpPr txBox="1"/>
                <p:nvPr/>
              </p:nvSpPr>
              <p:spPr>
                <a:xfrm>
                  <a:off x="1481809" y="2702928"/>
                  <a:ext cx="4360381" cy="8931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cs typeface="+mn-ea"/>
                      <a:sym typeface="+mn-lt"/>
                    </a:rPr>
                    <a:t>说明在团队项目中如何根据成员特长进行合理分工，以及如何协同作战。</a:t>
                  </a:r>
                  <a:endParaRPr lang="en-US" dirty="0"/>
                </a:p>
              </p:txBody>
            </p:sp>
            <p:sp>
              <p:nvSpPr>
                <p:cNvPr id="142" name="IconBackground1" descr="6c2077d4-0bf8-4d81-a204-4bfe9ee3e160">
                  <a:extLst>
                    <a:ext uri="{FF2B5EF4-FFF2-40B4-BE49-F238E27FC236}">
                      <a16:creationId id="{2148F026-B210-EFC7-EEBC-B84416601672}"/>
                    </a:ext>
                  </a:extLst>
                </p:cNvPr>
                <p:cNvSpPr/>
                <p:nvPr/>
              </p:nvSpPr>
              <p:spPr>
                <a:xfrm>
                  <a:off x="892990" y="2198186"/>
                  <a:ext cx="520426" cy="520423"/>
                </a:xfrm>
                <a:prstGeom prst="ellipse">
                  <a:avLst/>
                </a:prstGeom>
                <a:solidFill>
                  <a:schemeClr val="accent1"/>
                </a:solidFill>
                <a:ln w="6350" cap="rnd">
                  <a:solidFill>
                    <a:srgbClr val="FFFFFF">
                      <a:alpha val="50000"/>
                    </a:srgbClr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92500"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43" name="Icon1" descr="dd28ddcc-9316-4dc7-87e9-e016a6c4b36b">
                  <a:extLst>
                    <a:ext uri="{FF2B5EF4-FFF2-40B4-BE49-F238E27FC236}">
                      <a16:creationId id="{85B7AC24-B436-6BB5-B760-EBA75D5024BA}"/>
                    </a:ext>
                  </a:extLst>
                </p:cNvPr>
                <p:cNvSpPr/>
                <p:nvPr/>
              </p:nvSpPr>
              <p:spPr bwMode="auto">
                <a:xfrm>
                  <a:off x="1044391" y="2325931"/>
                  <a:ext cx="217625" cy="264934"/>
                </a:xfrm>
                <a:custGeom>
                  <a:avLst/>
                  <a:gdLst>
                    <a:gd name="connsiteX0" fmla="*/ 283816 w 438150"/>
                    <a:gd name="connsiteY0" fmla="*/ 621 h 533400"/>
                    <a:gd name="connsiteX1" fmla="*/ 286102 w 438150"/>
                    <a:gd name="connsiteY1" fmla="*/ 716 h 533400"/>
                    <a:gd name="connsiteX2" fmla="*/ 286102 w 438150"/>
                    <a:gd name="connsiteY2" fmla="*/ 124446 h 533400"/>
                    <a:gd name="connsiteX3" fmla="*/ 286197 w 438150"/>
                    <a:gd name="connsiteY3" fmla="*/ 126160 h 533400"/>
                    <a:gd name="connsiteX4" fmla="*/ 314677 w 438150"/>
                    <a:gd name="connsiteY4" fmla="*/ 153021 h 533400"/>
                    <a:gd name="connsiteX5" fmla="*/ 314677 w 438150"/>
                    <a:gd name="connsiteY5" fmla="*/ 153021 h 533400"/>
                    <a:gd name="connsiteX6" fmla="*/ 438407 w 438150"/>
                    <a:gd name="connsiteY6" fmla="*/ 153021 h 533400"/>
                    <a:gd name="connsiteX7" fmla="*/ 438502 w 438150"/>
                    <a:gd name="connsiteY7" fmla="*/ 155307 h 533400"/>
                    <a:gd name="connsiteX8" fmla="*/ 438502 w 438150"/>
                    <a:gd name="connsiteY8" fmla="*/ 505446 h 533400"/>
                    <a:gd name="connsiteX9" fmla="*/ 409927 w 438150"/>
                    <a:gd name="connsiteY9" fmla="*/ 534021 h 533400"/>
                    <a:gd name="connsiteX10" fmla="*/ 28927 w 438150"/>
                    <a:gd name="connsiteY10" fmla="*/ 534021 h 533400"/>
                    <a:gd name="connsiteX11" fmla="*/ 352 w 438150"/>
                    <a:gd name="connsiteY11" fmla="*/ 505446 h 533400"/>
                    <a:gd name="connsiteX12" fmla="*/ 352 w 438150"/>
                    <a:gd name="connsiteY12" fmla="*/ 29196 h 533400"/>
                    <a:gd name="connsiteX13" fmla="*/ 28927 w 438150"/>
                    <a:gd name="connsiteY13" fmla="*/ 621 h 533400"/>
                    <a:gd name="connsiteX14" fmla="*/ 283816 w 438150"/>
                    <a:gd name="connsiteY14" fmla="*/ 621 h 533400"/>
                    <a:gd name="connsiteX15" fmla="*/ 248002 w 438150"/>
                    <a:gd name="connsiteY15" fmla="*/ 200646 h 533400"/>
                    <a:gd name="connsiteX16" fmla="*/ 152752 w 438150"/>
                    <a:gd name="connsiteY16" fmla="*/ 200646 h 533400"/>
                    <a:gd name="connsiteX17" fmla="*/ 152752 w 438150"/>
                    <a:gd name="connsiteY17" fmla="*/ 410196 h 533400"/>
                    <a:gd name="connsiteX18" fmla="*/ 171802 w 438150"/>
                    <a:gd name="connsiteY18" fmla="*/ 410196 h 533400"/>
                    <a:gd name="connsiteX19" fmla="*/ 171802 w 438150"/>
                    <a:gd name="connsiteY19" fmla="*/ 314946 h 533400"/>
                    <a:gd name="connsiteX20" fmla="*/ 248002 w 438150"/>
                    <a:gd name="connsiteY20" fmla="*/ 314946 h 533400"/>
                    <a:gd name="connsiteX21" fmla="*/ 250098 w 438150"/>
                    <a:gd name="connsiteY21" fmla="*/ 314946 h 533400"/>
                    <a:gd name="connsiteX22" fmla="*/ 305152 w 438150"/>
                    <a:gd name="connsiteY22" fmla="*/ 257796 h 533400"/>
                    <a:gd name="connsiteX23" fmla="*/ 248002 w 438150"/>
                    <a:gd name="connsiteY23" fmla="*/ 200646 h 533400"/>
                    <a:gd name="connsiteX24" fmla="*/ 248002 w 438150"/>
                    <a:gd name="connsiteY24" fmla="*/ 200646 h 533400"/>
                    <a:gd name="connsiteX25" fmla="*/ 248002 w 438150"/>
                    <a:gd name="connsiteY25" fmla="*/ 219696 h 533400"/>
                    <a:gd name="connsiteX26" fmla="*/ 286102 w 438150"/>
                    <a:gd name="connsiteY26" fmla="*/ 257796 h 533400"/>
                    <a:gd name="connsiteX27" fmla="*/ 248002 w 438150"/>
                    <a:gd name="connsiteY27" fmla="*/ 295896 h 533400"/>
                    <a:gd name="connsiteX28" fmla="*/ 248002 w 438150"/>
                    <a:gd name="connsiteY28" fmla="*/ 295896 h 533400"/>
                    <a:gd name="connsiteX29" fmla="*/ 171802 w 438150"/>
                    <a:gd name="connsiteY29" fmla="*/ 295896 h 533400"/>
                    <a:gd name="connsiteX30" fmla="*/ 171802 w 438150"/>
                    <a:gd name="connsiteY30" fmla="*/ 219696 h 533400"/>
                    <a:gd name="connsiteX31" fmla="*/ 248002 w 438150"/>
                    <a:gd name="connsiteY31" fmla="*/ 219696 h 533400"/>
                    <a:gd name="connsiteX32" fmla="*/ 428977 w 438150"/>
                    <a:gd name="connsiteY32" fmla="*/ 133971 h 533400"/>
                    <a:gd name="connsiteX33" fmla="*/ 314677 w 438150"/>
                    <a:gd name="connsiteY33" fmla="*/ 133971 h 533400"/>
                    <a:gd name="connsiteX34" fmla="*/ 313534 w 438150"/>
                    <a:gd name="connsiteY34" fmla="*/ 133876 h 533400"/>
                    <a:gd name="connsiteX35" fmla="*/ 305152 w 438150"/>
                    <a:gd name="connsiteY35" fmla="*/ 124446 h 533400"/>
                    <a:gd name="connsiteX36" fmla="*/ 305152 w 438150"/>
                    <a:gd name="connsiteY36" fmla="*/ 124446 h 533400"/>
                    <a:gd name="connsiteX37" fmla="*/ 305152 w 438150"/>
                    <a:gd name="connsiteY37" fmla="*/ 10146 h 533400"/>
                    <a:gd name="connsiteX38" fmla="*/ 428977 w 438150"/>
                    <a:gd name="connsiteY38" fmla="*/ 133971 h 533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438150" h="533400">
                      <a:moveTo>
                        <a:pt x="283816" y="621"/>
                      </a:moveTo>
                      <a:cubicBezTo>
                        <a:pt x="284578" y="621"/>
                        <a:pt x="285340" y="621"/>
                        <a:pt x="286102" y="716"/>
                      </a:cubicBezTo>
                      <a:lnTo>
                        <a:pt x="286102" y="124446"/>
                      </a:lnTo>
                      <a:lnTo>
                        <a:pt x="286197" y="126160"/>
                      </a:lnTo>
                      <a:cubicBezTo>
                        <a:pt x="287055" y="141115"/>
                        <a:pt x="299532" y="153021"/>
                        <a:pt x="314677" y="153021"/>
                      </a:cubicBezTo>
                      <a:lnTo>
                        <a:pt x="314677" y="153021"/>
                      </a:lnTo>
                      <a:lnTo>
                        <a:pt x="438407" y="153021"/>
                      </a:lnTo>
                      <a:cubicBezTo>
                        <a:pt x="438502" y="153783"/>
                        <a:pt x="438502" y="154545"/>
                        <a:pt x="438502" y="155307"/>
                      </a:cubicBezTo>
                      <a:lnTo>
                        <a:pt x="438502" y="505446"/>
                      </a:lnTo>
                      <a:cubicBezTo>
                        <a:pt x="438502" y="521257"/>
                        <a:pt x="425739" y="534021"/>
                        <a:pt x="409927" y="534021"/>
                      </a:cubicBezTo>
                      <a:lnTo>
                        <a:pt x="28927" y="534021"/>
                      </a:lnTo>
                      <a:cubicBezTo>
                        <a:pt x="13115" y="534021"/>
                        <a:pt x="352" y="521257"/>
                        <a:pt x="352" y="505446"/>
                      </a:cubicBezTo>
                      <a:lnTo>
                        <a:pt x="352" y="29196"/>
                      </a:lnTo>
                      <a:cubicBezTo>
                        <a:pt x="352" y="13385"/>
                        <a:pt x="13115" y="621"/>
                        <a:pt x="28927" y="621"/>
                      </a:cubicBezTo>
                      <a:lnTo>
                        <a:pt x="283816" y="621"/>
                      </a:lnTo>
                      <a:close/>
                      <a:moveTo>
                        <a:pt x="248002" y="200646"/>
                      </a:moveTo>
                      <a:lnTo>
                        <a:pt x="152752" y="200646"/>
                      </a:lnTo>
                      <a:lnTo>
                        <a:pt x="152752" y="410196"/>
                      </a:lnTo>
                      <a:lnTo>
                        <a:pt x="171802" y="410196"/>
                      </a:lnTo>
                      <a:lnTo>
                        <a:pt x="171802" y="314946"/>
                      </a:lnTo>
                      <a:lnTo>
                        <a:pt x="248002" y="314946"/>
                      </a:lnTo>
                      <a:lnTo>
                        <a:pt x="250098" y="314946"/>
                      </a:lnTo>
                      <a:cubicBezTo>
                        <a:pt x="280673" y="313803"/>
                        <a:pt x="305152" y="288657"/>
                        <a:pt x="305152" y="257796"/>
                      </a:cubicBezTo>
                      <a:cubicBezTo>
                        <a:pt x="305152" y="226268"/>
                        <a:pt x="279530" y="200646"/>
                        <a:pt x="248002" y="200646"/>
                      </a:cubicBezTo>
                      <a:lnTo>
                        <a:pt x="248002" y="200646"/>
                      </a:lnTo>
                      <a:close/>
                      <a:moveTo>
                        <a:pt x="248002" y="219696"/>
                      </a:moveTo>
                      <a:cubicBezTo>
                        <a:pt x="269052" y="219696"/>
                        <a:pt x="286102" y="236746"/>
                        <a:pt x="286102" y="257796"/>
                      </a:cubicBezTo>
                      <a:cubicBezTo>
                        <a:pt x="286102" y="278846"/>
                        <a:pt x="269052" y="295896"/>
                        <a:pt x="248002" y="295896"/>
                      </a:cubicBezTo>
                      <a:lnTo>
                        <a:pt x="248002" y="295896"/>
                      </a:lnTo>
                      <a:lnTo>
                        <a:pt x="171802" y="295896"/>
                      </a:lnTo>
                      <a:lnTo>
                        <a:pt x="171802" y="219696"/>
                      </a:lnTo>
                      <a:lnTo>
                        <a:pt x="248002" y="219696"/>
                      </a:lnTo>
                      <a:close/>
                      <a:moveTo>
                        <a:pt x="428977" y="133971"/>
                      </a:moveTo>
                      <a:lnTo>
                        <a:pt x="314677" y="133971"/>
                      </a:lnTo>
                      <a:lnTo>
                        <a:pt x="313534" y="133876"/>
                      </a:lnTo>
                      <a:cubicBezTo>
                        <a:pt x="308772" y="133304"/>
                        <a:pt x="305152" y="129304"/>
                        <a:pt x="305152" y="124446"/>
                      </a:cubicBezTo>
                      <a:lnTo>
                        <a:pt x="305152" y="124446"/>
                      </a:lnTo>
                      <a:lnTo>
                        <a:pt x="305152" y="10146"/>
                      </a:lnTo>
                      <a:lnTo>
                        <a:pt x="428977" y="1339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13" name="组合 112" descr="191a1c2f-64fa-48d5-bd39-da8c5ebcaa74">
              <a:extLst>
                <a:ext uri="{FF2B5EF4-FFF2-40B4-BE49-F238E27FC236}">
                  <a16:creationId id="{5447AB0B-F1A9-9657-CF98-F28944D3B723}"/>
                </a:ext>
              </a:extLst>
            </p:cNvPr>
            <p:cNvGrpSpPr/>
            <p:nvPr/>
          </p:nvGrpSpPr>
          <p:grpSpPr>
            <a:xfrm>
              <a:off x="6177009" y="1850644"/>
              <a:ext cx="5211716" cy="2022765"/>
              <a:chOff x="4369312" y="2022526"/>
              <a:chExt cx="5211716" cy="2022765"/>
            </a:xfrm>
          </p:grpSpPr>
          <p:sp>
            <p:nvSpPr>
              <p:cNvPr id="130" name="Number2" descr="5d77a78c-dc9a-47a9-80ac-daec26505b7a">
                <a:extLst>
                  <a:ext uri="{FF2B5EF4-FFF2-40B4-BE49-F238E27FC236}">
                    <a16:creationId id="{3A9FB54E-5CCA-0F02-E1D5-C53F6A06A76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01783" y="3685986"/>
                <a:ext cx="1152986" cy="35930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 w="6350" cap="rnd">
                <a:solidFill>
                  <a:srgbClr val="FFFFFF">
                    <a:alpha val="50000"/>
                  </a:srgbClr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20000"/>
              </a:bodyPr>
              <a:lstStyle/>
              <a:p>
                <a:pPr algn="ctr" defTabSz="914354"/>
                <a:r>
                  <a:rPr lang="en-US" altLang="zh-CN" sz="1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02</a:t>
                </a:r>
                <a:endParaRPr lang="zh-CN" altLang="en-US" sz="1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31" name="组合 130" descr="28915f5e-166d-4698-8a8f-7a13f45f7d6a">
                <a:extLst>
                  <a:ext uri="{FF2B5EF4-FFF2-40B4-BE49-F238E27FC236}">
                    <a16:creationId id="{ED5FB460-A0EF-4570-E97C-1E2284383A96}"/>
                  </a:ext>
                </a:extLst>
              </p:cNvPr>
              <p:cNvGrpSpPr/>
              <p:nvPr/>
            </p:nvGrpSpPr>
            <p:grpSpPr>
              <a:xfrm>
                <a:off x="4369312" y="2022526"/>
                <a:ext cx="5211716" cy="1615113"/>
                <a:chOff x="4369312" y="2022526"/>
                <a:chExt cx="5211716" cy="1615113"/>
              </a:xfrm>
            </p:grpSpPr>
            <p:sp>
              <p:nvSpPr>
                <p:cNvPr id="132" name="ComponentBackground2" descr="af28d212-c350-460c-9950-e437a57c6c97">
                  <a:extLst>
                    <a:ext uri="{FF2B5EF4-FFF2-40B4-BE49-F238E27FC236}">
                      <a16:creationId id="{E335B7D7-36F2-31EF-2E5E-3A95F60BC3F0}"/>
                    </a:ext>
                  </a:extLst>
                </p:cNvPr>
                <p:cNvSpPr/>
                <p:nvPr/>
              </p:nvSpPr>
              <p:spPr>
                <a:xfrm>
                  <a:off x="4369312" y="2022526"/>
                  <a:ext cx="5211716" cy="1615113"/>
                </a:xfrm>
                <a:prstGeom prst="roundRect">
                  <a:avLst>
                    <a:gd name="adj" fmla="val 7320"/>
                  </a:avLst>
                </a:prstGeom>
                <a:solidFill>
                  <a:schemeClr val="tx2">
                    <a:alpha val="15000"/>
                  </a:schemeClr>
                </a:solidFill>
                <a:ln w="6350" cap="rnd">
                  <a:solidFill>
                    <a:srgbClr val="FFFFFF">
                      <a:alpha val="50000"/>
                    </a:srgbClr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/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3" name="IconBackground2" descr="7b62a3d1-9d5f-4c73-b5f4-592c6b566b02">
                  <a:extLst>
                    <a:ext uri="{FF2B5EF4-FFF2-40B4-BE49-F238E27FC236}">
                      <a16:creationId id="{D13D098F-ED7B-1F8D-AF00-F14AA94A2771}"/>
                    </a:ext>
                  </a:extLst>
                </p:cNvPr>
                <p:cNvSpPr/>
                <p:nvPr/>
              </p:nvSpPr>
              <p:spPr>
                <a:xfrm>
                  <a:off x="4470961" y="2198186"/>
                  <a:ext cx="520426" cy="520423"/>
                </a:xfrm>
                <a:prstGeom prst="ellipse">
                  <a:avLst/>
                </a:prstGeom>
                <a:solidFill>
                  <a:schemeClr val="accent2"/>
                </a:solidFill>
                <a:ln w="6350" cap="rnd">
                  <a:solidFill>
                    <a:srgbClr val="FFFFFF">
                      <a:alpha val="50000"/>
                    </a:srgbClr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92500"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4" name="Icon2" descr="65949271-749d-4b2f-ab15-13fe0ff348aa">
                  <a:extLst>
                    <a:ext uri="{FF2B5EF4-FFF2-40B4-BE49-F238E27FC236}">
                      <a16:creationId id="{CC59E4DA-457A-5EFD-56D1-05A3E044C17F}"/>
                    </a:ext>
                  </a:extLst>
                </p:cNvPr>
                <p:cNvSpPr/>
                <p:nvPr/>
              </p:nvSpPr>
              <p:spPr bwMode="auto">
                <a:xfrm>
                  <a:off x="4610757" y="2376292"/>
                  <a:ext cx="240824" cy="191767"/>
                </a:xfrm>
                <a:custGeom>
                  <a:avLst/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35" name="Bullet2" descr="9f535524-30f4-4804-bf0d-eb4ab155d2df">
                  <a:extLst>
                    <a:ext uri="{FF2B5EF4-FFF2-40B4-BE49-F238E27FC236}">
                      <a16:creationId id="{FF5B2B62-84C8-CFEF-23E4-FA597EE5E596}"/>
                    </a:ext>
                  </a:extLst>
                </p:cNvPr>
                <p:cNvSpPr txBox="1"/>
                <p:nvPr/>
              </p:nvSpPr>
              <p:spPr>
                <a:xfrm>
                  <a:off x="5059780" y="2064804"/>
                  <a:ext cx="4360381" cy="595846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/>
                <a:p>
                  <a:pPr/>
                  <a:r>
                    <a:rPr lang="zh-CN" altLang="en-US" b="1" dirty="0">
                      <a:cs typeface="+mn-ea"/>
                      <a:sym typeface="+mn-lt"/>
                    </a:rPr>
                    <a:t>知识分享贡献</a:t>
                  </a:r>
                  <a:endParaRPr lang="en-US" dirty="0"/>
                </a:p>
              </p:txBody>
            </p:sp>
            <p:sp>
              <p:nvSpPr>
                <p:cNvPr id="136" name="Text2" descr="c8f5a9f7-2a39-4597-8287-13475a3f4d7f">
                  <a:extLst>
                    <a:ext uri="{FF2B5EF4-FFF2-40B4-BE49-F238E27FC236}">
                      <a16:creationId id="{F5AC93CB-DF0D-BF74-6C17-7C82C572B9DD}"/>
                    </a:ext>
                  </a:extLst>
                </p:cNvPr>
                <p:cNvSpPr txBox="1"/>
                <p:nvPr/>
              </p:nvSpPr>
              <p:spPr>
                <a:xfrm>
                  <a:off x="5059780" y="2702928"/>
                  <a:ext cx="4360381" cy="8931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cs typeface="+mn-ea"/>
                      <a:sym typeface="+mn-lt"/>
                    </a:rPr>
                    <a:t>描述参与团队分享会、为新人答疑解惑等贡献，体现知识传承精神。</a:t>
                  </a:r>
                  <a:endParaRPr lang="en-US" dirty="0"/>
                </a:p>
              </p:txBody>
            </p:sp>
          </p:grpSp>
        </p:grpSp>
        <p:grpSp>
          <p:nvGrpSpPr>
            <p:cNvPr id="114" name="组合 113" descr="72bb5eef-cf33-4304-8b15-32571b0679d2">
              <a:extLst>
                <a:ext uri="{FF2B5EF4-FFF2-40B4-BE49-F238E27FC236}">
                  <a16:creationId id="{39DC685A-B34D-D973-8EA9-4F1E4DB6A2AE}"/>
                </a:ext>
              </a:extLst>
            </p:cNvPr>
            <p:cNvGrpSpPr/>
            <p:nvPr/>
          </p:nvGrpSpPr>
          <p:grpSpPr>
            <a:xfrm>
              <a:off x="800099" y="3936268"/>
              <a:ext cx="5211716" cy="2022765"/>
              <a:chOff x="7947284" y="2022526"/>
              <a:chExt cx="5211716" cy="2022765"/>
            </a:xfrm>
          </p:grpSpPr>
          <p:sp>
            <p:nvSpPr>
              <p:cNvPr id="123" name="Number3" descr="c1022c24-9600-414c-b60b-78e940efbb6b">
                <a:extLst>
                  <a:ext uri="{FF2B5EF4-FFF2-40B4-BE49-F238E27FC236}">
                    <a16:creationId id="{C8318EF0-AD01-953B-42E8-FADD686AC9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79754" y="3685986"/>
                <a:ext cx="1152986" cy="359305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 w="6350" cap="rnd">
                <a:solidFill>
                  <a:srgbClr val="FFFFFF">
                    <a:alpha val="50000"/>
                  </a:srgbClr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20000"/>
              </a:bodyPr>
              <a:lstStyle/>
              <a:p>
                <a:pPr algn="ctr" defTabSz="914354"/>
                <a:r>
                  <a:rPr lang="en-US" altLang="zh-CN" sz="1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03</a:t>
                </a:r>
                <a:endParaRPr lang="zh-CN" altLang="en-US" sz="1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24" name="组合 123" descr="326d3988-1334-4e72-91fb-ebdfeefd9c77">
                <a:extLst>
                  <a:ext uri="{FF2B5EF4-FFF2-40B4-BE49-F238E27FC236}">
                    <a16:creationId id="{BB897521-224C-5834-A631-95F087BA5EED}"/>
                  </a:ext>
                </a:extLst>
              </p:cNvPr>
              <p:cNvGrpSpPr/>
              <p:nvPr/>
            </p:nvGrpSpPr>
            <p:grpSpPr>
              <a:xfrm>
                <a:off x="7947284" y="2022526"/>
                <a:ext cx="5211716" cy="1615113"/>
                <a:chOff x="7947284" y="2022526"/>
                <a:chExt cx="5211716" cy="1615113"/>
              </a:xfrm>
            </p:grpSpPr>
            <p:sp>
              <p:nvSpPr>
                <p:cNvPr id="125" name="ComponentBackground3" descr="1f33a7df-6e1c-4cad-8247-ef2c934bc03d">
                  <a:extLst>
                    <a:ext uri="{FF2B5EF4-FFF2-40B4-BE49-F238E27FC236}">
                      <a16:creationId id="{2422FE60-A813-C001-8CCF-7A0D5DD2785F}"/>
                    </a:ext>
                  </a:extLst>
                </p:cNvPr>
                <p:cNvSpPr/>
                <p:nvPr/>
              </p:nvSpPr>
              <p:spPr>
                <a:xfrm>
                  <a:off x="7947284" y="2022526"/>
                  <a:ext cx="5211716" cy="1615113"/>
                </a:xfrm>
                <a:prstGeom prst="roundRect">
                  <a:avLst>
                    <a:gd name="adj" fmla="val 7320"/>
                  </a:avLst>
                </a:prstGeom>
                <a:solidFill>
                  <a:schemeClr val="tx2">
                    <a:alpha val="15000"/>
                  </a:schemeClr>
                </a:solidFill>
                <a:ln w="6350" cap="rnd">
                  <a:solidFill>
                    <a:srgbClr val="FFFFFF">
                      <a:alpha val="50000"/>
                    </a:srgbClr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/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6" name="Bullet3" descr="74a96a57-9bf9-45ff-92f2-8f5485655c3e">
                  <a:extLst>
                    <a:ext uri="{FF2B5EF4-FFF2-40B4-BE49-F238E27FC236}">
                      <a16:creationId id="{C7624544-C101-A3F2-E991-E74A81985D35}"/>
                    </a:ext>
                  </a:extLst>
                </p:cNvPr>
                <p:cNvSpPr txBox="1"/>
                <p:nvPr/>
              </p:nvSpPr>
              <p:spPr>
                <a:xfrm>
                  <a:off x="8637752" y="2064804"/>
                  <a:ext cx="4360381" cy="595846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/>
                <a:p>
                  <a:pPr/>
                  <a:r>
                    <a:rPr lang="zh-CN" altLang="en-US" b="1" dirty="0">
                      <a:cs typeface="+mn-ea"/>
                      <a:sym typeface="+mn-lt"/>
                    </a:rPr>
                    <a:t>跨部门协同</a:t>
                  </a:r>
                  <a:endParaRPr lang="en-US" dirty="0"/>
                </a:p>
              </p:txBody>
            </p:sp>
            <p:sp>
              <p:nvSpPr>
                <p:cNvPr id="127" name="Text3" descr="dcc55ec4-f3ef-4155-948d-56c567cc0c2a">
                  <a:extLst>
                    <a:ext uri="{FF2B5EF4-FFF2-40B4-BE49-F238E27FC236}">
                      <a16:creationId id="{00DB7305-FB14-C6C3-0F1F-6D1E8FF6509E}"/>
                    </a:ext>
                  </a:extLst>
                </p:cNvPr>
                <p:cNvSpPr txBox="1"/>
                <p:nvPr/>
              </p:nvSpPr>
              <p:spPr>
                <a:xfrm>
                  <a:off x="8637752" y="2702928"/>
                  <a:ext cx="4360381" cy="8931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 err="1">
                      <a:cs typeface="+mn-ea"/>
                      <a:sym typeface="+mn-lt"/>
                    </a:rPr>
                    <a:t>举例说明如何与其他部门（如产品、运营）有效沟通协作，共同推进项目目标。</a:t>
                  </a:r>
                  <a:endParaRPr lang="en-US" dirty="0"/>
                </a:p>
              </p:txBody>
            </p:sp>
            <p:sp>
              <p:nvSpPr>
                <p:cNvPr id="128" name="IconBackground3" descr="901bd7c2-72b6-4547-89e6-420f6b746ca8">
                  <a:extLst>
                    <a:ext uri="{FF2B5EF4-FFF2-40B4-BE49-F238E27FC236}">
                      <a16:creationId id="{2DE324E9-71AC-0C74-E644-158CF4DA934B}"/>
                    </a:ext>
                  </a:extLst>
                </p:cNvPr>
                <p:cNvSpPr/>
                <p:nvPr/>
              </p:nvSpPr>
              <p:spPr>
                <a:xfrm>
                  <a:off x="8048933" y="2198186"/>
                  <a:ext cx="520426" cy="520423"/>
                </a:xfrm>
                <a:prstGeom prst="ellipse">
                  <a:avLst/>
                </a:prstGeom>
                <a:solidFill>
                  <a:schemeClr val="accent3"/>
                </a:solidFill>
                <a:ln w="6350" cap="rnd">
                  <a:solidFill>
                    <a:srgbClr val="FFFFFF">
                      <a:alpha val="50000"/>
                    </a:srgbClr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92500"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9" name="Icon3" descr="45aa2e4f-c23e-47a7-bd08-495942fc0dcf">
                  <a:extLst>
                    <a:ext uri="{FF2B5EF4-FFF2-40B4-BE49-F238E27FC236}">
                      <a16:creationId id="{D0848055-B433-8A55-09F9-729438CD7136}"/>
                    </a:ext>
                  </a:extLst>
                </p:cNvPr>
                <p:cNvSpPr/>
                <p:nvPr/>
              </p:nvSpPr>
              <p:spPr bwMode="auto">
                <a:xfrm>
                  <a:off x="8188065" y="2367587"/>
                  <a:ext cx="242162" cy="18162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15" name="组合 114" descr="bf936a84-11c7-486c-b120-539dd7ea9ce4">
              <a:extLst>
                <a:ext uri="{FF2B5EF4-FFF2-40B4-BE49-F238E27FC236}">
                  <a16:creationId id="{0E851F61-5AFE-C2B4-DE7B-21AA30FB3D6F}"/>
                </a:ext>
              </a:extLst>
            </p:cNvPr>
            <p:cNvGrpSpPr/>
            <p:nvPr/>
          </p:nvGrpSpPr>
          <p:grpSpPr>
            <a:xfrm>
              <a:off x="6177009" y="3936268"/>
              <a:ext cx="5211716" cy="2018860"/>
              <a:chOff x="802738" y="4110478"/>
              <a:chExt cx="5211716" cy="2018860"/>
            </a:xfrm>
          </p:grpSpPr>
          <p:sp>
            <p:nvSpPr>
              <p:cNvPr id="116" name="Number4" descr="550a9fc2-7ded-4a5b-a94e-414472fd7ffc">
                <a:extLst>
                  <a:ext uri="{FF2B5EF4-FFF2-40B4-BE49-F238E27FC236}">
                    <a16:creationId id="{9CC3324F-4AE0-C02E-8D1A-8EAF08ABE99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5208" y="5770033"/>
                <a:ext cx="1152986" cy="3593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6350" cap="rnd">
                <a:solidFill>
                  <a:srgbClr val="FFFFFF">
                    <a:alpha val="50000"/>
                  </a:srgbClr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20000"/>
              </a:bodyPr>
              <a:lstStyle/>
              <a:p>
                <a:pPr algn="ctr" defTabSz="914354"/>
                <a:r>
                  <a:rPr lang="en-US" altLang="zh-CN" sz="1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04</a:t>
                </a:r>
                <a:endParaRPr lang="zh-CN" altLang="en-US" sz="14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17" name="组合 116" descr="5280e16e-1716-4d21-927b-dd5b7991ef25">
                <a:extLst>
                  <a:ext uri="{FF2B5EF4-FFF2-40B4-BE49-F238E27FC236}">
                    <a16:creationId id="{6F13477A-BDD1-1D71-C3EB-4226691A2E0E}"/>
                  </a:ext>
                </a:extLst>
              </p:cNvPr>
              <p:cNvGrpSpPr/>
              <p:nvPr/>
            </p:nvGrpSpPr>
            <p:grpSpPr>
              <a:xfrm>
                <a:off x="802738" y="4110478"/>
                <a:ext cx="5211716" cy="1615113"/>
                <a:chOff x="802738" y="4110478"/>
                <a:chExt cx="5211716" cy="1615113"/>
              </a:xfrm>
            </p:grpSpPr>
            <p:sp>
              <p:nvSpPr>
                <p:cNvPr id="118" name="ComponentBackground4" descr="52ae6955-4dd0-405a-8ab8-207f0e456c16">
                  <a:extLst>
                    <a:ext uri="{FF2B5EF4-FFF2-40B4-BE49-F238E27FC236}">
                      <a16:creationId id="{5C918C4C-B7A5-9EBF-165C-A7D916590E4D}"/>
                    </a:ext>
                  </a:extLst>
                </p:cNvPr>
                <p:cNvSpPr/>
                <p:nvPr/>
              </p:nvSpPr>
              <p:spPr>
                <a:xfrm>
                  <a:off x="802738" y="4110478"/>
                  <a:ext cx="5211716" cy="1615113"/>
                </a:xfrm>
                <a:prstGeom prst="roundRect">
                  <a:avLst>
                    <a:gd name="adj" fmla="val 7320"/>
                  </a:avLst>
                </a:prstGeom>
                <a:solidFill>
                  <a:schemeClr val="tx2">
                    <a:alpha val="15000"/>
                  </a:schemeClr>
                </a:solidFill>
                <a:ln w="6350" cap="rnd">
                  <a:solidFill>
                    <a:srgbClr val="FFFFFF">
                      <a:alpha val="50000"/>
                    </a:srgbClr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/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9" name="Bullet4" descr="b71566bf-2283-4e75-a9d2-a56017d77d48">
                  <a:extLst>
                    <a:ext uri="{FF2B5EF4-FFF2-40B4-BE49-F238E27FC236}">
                      <a16:creationId id="{FCFFBB74-879D-65B3-BC62-F7E23A9AB5D7}"/>
                    </a:ext>
                  </a:extLst>
                </p:cNvPr>
                <p:cNvSpPr txBox="1"/>
                <p:nvPr/>
              </p:nvSpPr>
              <p:spPr>
                <a:xfrm>
                  <a:off x="1493205" y="4154864"/>
                  <a:ext cx="4360381" cy="595846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/>
                <a:p>
                  <a:pPr/>
                  <a:r>
                    <a:rPr lang="zh-CN" altLang="en-US" b="1" dirty="0">
                      <a:cs typeface="+mn-ea"/>
                      <a:sym typeface="+mn-lt"/>
                    </a:rPr>
                    <a:t>团队氛围建设</a:t>
                  </a:r>
                  <a:endParaRPr lang="en-US" dirty="0"/>
                </a:p>
              </p:txBody>
            </p:sp>
            <p:sp>
              <p:nvSpPr>
                <p:cNvPr id="120" name="Text4" descr="165772e4-8afb-442c-a60a-827e8be8363b">
                  <a:extLst>
                    <a:ext uri="{FF2B5EF4-FFF2-40B4-BE49-F238E27FC236}">
                      <a16:creationId id="{ACC3A282-066B-2E1E-25D1-8303D60EFD4F}"/>
                    </a:ext>
                  </a:extLst>
                </p:cNvPr>
                <p:cNvSpPr txBox="1"/>
                <p:nvPr/>
              </p:nvSpPr>
              <p:spPr>
                <a:xfrm>
                  <a:off x="1493205" y="4792988"/>
                  <a:ext cx="4360381" cy="8931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cs typeface="+mn-ea"/>
                      <a:sym typeface="+mn-lt"/>
                    </a:rPr>
                    <a:t>分享为营造积极、互助的团队氛围所做的努力，如组织团建、关心同事等。</a:t>
                  </a:r>
                  <a:endParaRPr lang="en-US" dirty="0"/>
                </a:p>
              </p:txBody>
            </p:sp>
            <p:sp>
              <p:nvSpPr>
                <p:cNvPr id="121" name="IconBackground4" descr="d9c1ee4a-d637-41ef-8c4c-04c363bb52d5">
                  <a:extLst>
                    <a:ext uri="{FF2B5EF4-FFF2-40B4-BE49-F238E27FC236}">
                      <a16:creationId id="{E8EAE1D6-FC58-A9D6-E7CD-87CE09E628F3}"/>
                    </a:ext>
                  </a:extLst>
                </p:cNvPr>
                <p:cNvSpPr/>
                <p:nvPr/>
              </p:nvSpPr>
              <p:spPr>
                <a:xfrm>
                  <a:off x="904387" y="4286137"/>
                  <a:ext cx="520426" cy="520423"/>
                </a:xfrm>
                <a:prstGeom prst="ellipse">
                  <a:avLst/>
                </a:prstGeom>
                <a:solidFill>
                  <a:schemeClr val="accent4"/>
                </a:solidFill>
                <a:ln w="6350" cap="rnd">
                  <a:solidFill>
                    <a:srgbClr val="FFFFFF">
                      <a:alpha val="50000"/>
                    </a:srgbClr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92500"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2" name="Icon4" descr="2db79ddb-e55b-45a0-bc70-0949642501c1">
                  <a:extLst>
                    <a:ext uri="{FF2B5EF4-FFF2-40B4-BE49-F238E27FC236}">
                      <a16:creationId id="{A3B3B753-B5C2-366E-973F-A2EE53B1F4A5}"/>
                    </a:ext>
                  </a:extLst>
                </p:cNvPr>
                <p:cNvSpPr/>
                <p:nvPr/>
              </p:nvSpPr>
              <p:spPr bwMode="auto">
                <a:xfrm>
                  <a:off x="1032386" y="4425939"/>
                  <a:ext cx="264428" cy="240819"/>
                </a:xfrm>
                <a:custGeom>
                  <a:avLst/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57821 h 485775"/>
                    <a:gd name="connsiteX10" fmla="*/ 506329 w 533400"/>
                    <a:gd name="connsiteY10" fmla="*/ 486396 h 485775"/>
                    <a:gd name="connsiteX11" fmla="*/ 30079 w 533400"/>
                    <a:gd name="connsiteY11" fmla="*/ 486396 h 485775"/>
                    <a:gd name="connsiteX12" fmla="*/ 1504 w 533400"/>
                    <a:gd name="connsiteY12" fmla="*/ 457821 h 485775"/>
                    <a:gd name="connsiteX13" fmla="*/ 1504 w 533400"/>
                    <a:gd name="connsiteY13" fmla="*/ 229221 h 485775"/>
                    <a:gd name="connsiteX14" fmla="*/ 125329 w 533400"/>
                    <a:gd name="connsiteY14" fmla="*/ 229221 h 485775"/>
                    <a:gd name="connsiteX15" fmla="*/ 372979 w 533400"/>
                    <a:gd name="connsiteY15" fmla="*/ 621 h 485775"/>
                    <a:gd name="connsiteX16" fmla="*/ 411079 w 533400"/>
                    <a:gd name="connsiteY16" fmla="*/ 36816 h 485775"/>
                    <a:gd name="connsiteX17" fmla="*/ 411079 w 533400"/>
                    <a:gd name="connsiteY17" fmla="*/ 38721 h 485775"/>
                    <a:gd name="connsiteX18" fmla="*/ 411079 w 533400"/>
                    <a:gd name="connsiteY18" fmla="*/ 114921 h 485775"/>
                    <a:gd name="connsiteX19" fmla="*/ 506329 w 533400"/>
                    <a:gd name="connsiteY19" fmla="*/ 114921 h 485775"/>
                    <a:gd name="connsiteX20" fmla="*/ 534904 w 533400"/>
                    <a:gd name="connsiteY20" fmla="*/ 143496 h 485775"/>
                    <a:gd name="connsiteX21" fmla="*/ 534904 w 533400"/>
                    <a:gd name="connsiteY21" fmla="*/ 210171 h 485775"/>
                    <a:gd name="connsiteX22" fmla="*/ 1504 w 533400"/>
                    <a:gd name="connsiteY22" fmla="*/ 210171 h 485775"/>
                    <a:gd name="connsiteX23" fmla="*/ 1504 w 533400"/>
                    <a:gd name="connsiteY23" fmla="*/ 143496 h 485775"/>
                    <a:gd name="connsiteX24" fmla="*/ 30079 w 533400"/>
                    <a:gd name="connsiteY24" fmla="*/ 114921 h 485775"/>
                    <a:gd name="connsiteX25" fmla="*/ 125329 w 533400"/>
                    <a:gd name="connsiteY25" fmla="*/ 114921 h 485775"/>
                    <a:gd name="connsiteX26" fmla="*/ 125329 w 533400"/>
                    <a:gd name="connsiteY26" fmla="*/ 38721 h 485775"/>
                    <a:gd name="connsiteX27" fmla="*/ 161524 w 533400"/>
                    <a:gd name="connsiteY27" fmla="*/ 621 h 485775"/>
                    <a:gd name="connsiteX28" fmla="*/ 163429 w 533400"/>
                    <a:gd name="connsiteY28" fmla="*/ 621 h 485775"/>
                    <a:gd name="connsiteX29" fmla="*/ 372979 w 533400"/>
                    <a:gd name="connsiteY29" fmla="*/ 621 h 485775"/>
                    <a:gd name="connsiteX30" fmla="*/ 372979 w 533400"/>
                    <a:gd name="connsiteY30" fmla="*/ 19671 h 485775"/>
                    <a:gd name="connsiteX31" fmla="*/ 163429 w 533400"/>
                    <a:gd name="connsiteY31" fmla="*/ 19671 h 485775"/>
                    <a:gd name="connsiteX32" fmla="*/ 144474 w 533400"/>
                    <a:gd name="connsiteY32" fmla="*/ 37292 h 485775"/>
                    <a:gd name="connsiteX33" fmla="*/ 144379 w 533400"/>
                    <a:gd name="connsiteY33" fmla="*/ 38721 h 485775"/>
                    <a:gd name="connsiteX34" fmla="*/ 144379 w 533400"/>
                    <a:gd name="connsiteY34" fmla="*/ 114921 h 485775"/>
                    <a:gd name="connsiteX35" fmla="*/ 392029 w 533400"/>
                    <a:gd name="connsiteY35" fmla="*/ 114921 h 485775"/>
                    <a:gd name="connsiteX36" fmla="*/ 392029 w 533400"/>
                    <a:gd name="connsiteY36" fmla="*/ 38721 h 485775"/>
                    <a:gd name="connsiteX37" fmla="*/ 375836 w 533400"/>
                    <a:gd name="connsiteY37" fmla="*/ 19862 h 485775"/>
                    <a:gd name="connsiteX38" fmla="*/ 374408 w 533400"/>
                    <a:gd name="connsiteY38" fmla="*/ 19671 h 485775"/>
                    <a:gd name="connsiteX39" fmla="*/ 372979 w 533400"/>
                    <a:gd name="connsiteY39" fmla="*/ 19671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57821"/>
                      </a:lnTo>
                      <a:cubicBezTo>
                        <a:pt x="534904" y="473632"/>
                        <a:pt x="522141" y="486396"/>
                        <a:pt x="506329" y="486396"/>
                      </a:cubicBezTo>
                      <a:lnTo>
                        <a:pt x="30079" y="486396"/>
                      </a:lnTo>
                      <a:cubicBezTo>
                        <a:pt x="14267" y="486396"/>
                        <a:pt x="1504" y="473632"/>
                        <a:pt x="1504" y="457821"/>
                      </a:cubicBez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372979" y="621"/>
                      </a:moveTo>
                      <a:cubicBezTo>
                        <a:pt x="393363" y="621"/>
                        <a:pt x="410031" y="16623"/>
                        <a:pt x="411079" y="36816"/>
                      </a:cubicBezTo>
                      <a:lnTo>
                        <a:pt x="411079" y="38721"/>
                      </a:lnTo>
                      <a:lnTo>
                        <a:pt x="411079" y="114921"/>
                      </a:lnTo>
                      <a:lnTo>
                        <a:pt x="506329" y="114921"/>
                      </a:lnTo>
                      <a:cubicBezTo>
                        <a:pt x="522141" y="114921"/>
                        <a:pt x="534904" y="127685"/>
                        <a:pt x="534904" y="143496"/>
                      </a:cubicBez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43496"/>
                      </a:lnTo>
                      <a:cubicBezTo>
                        <a:pt x="1504" y="127685"/>
                        <a:pt x="14267" y="114921"/>
                        <a:pt x="30079" y="114921"/>
                      </a:cubicBezTo>
                      <a:lnTo>
                        <a:pt x="125329" y="114921"/>
                      </a:lnTo>
                      <a:lnTo>
                        <a:pt x="125329" y="38721"/>
                      </a:lnTo>
                      <a:cubicBezTo>
                        <a:pt x="125329" y="18337"/>
                        <a:pt x="141331" y="1669"/>
                        <a:pt x="161524" y="621"/>
                      </a:cubicBezTo>
                      <a:lnTo>
                        <a:pt x="163429" y="621"/>
                      </a:lnTo>
                      <a:lnTo>
                        <a:pt x="372979" y="621"/>
                      </a:lnTo>
                      <a:close/>
                      <a:moveTo>
                        <a:pt x="372979" y="19671"/>
                      </a:moveTo>
                      <a:lnTo>
                        <a:pt x="163429" y="19671"/>
                      </a:lnTo>
                      <a:cubicBezTo>
                        <a:pt x="153428" y="19671"/>
                        <a:pt x="145141" y="27482"/>
                        <a:pt x="144474" y="37292"/>
                      </a:cubicBezTo>
                      <a:lnTo>
                        <a:pt x="144379" y="3872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38721"/>
                      </a:lnTo>
                      <a:cubicBezTo>
                        <a:pt x="392029" y="29196"/>
                        <a:pt x="384981" y="21290"/>
                        <a:pt x="375836" y="19862"/>
                      </a:cubicBezTo>
                      <a:lnTo>
                        <a:pt x="374408" y="19671"/>
                      </a:lnTo>
                      <a:lnTo>
                        <a:pt x="372979" y="196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2" name="" descr="8a583094-733d-4cd6-9fc3-66f25c3126e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团队角色与协作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7" name="0939cba6-6084-4bdf-a4e0-3c19607fe311.source.4.zh-Hans.pptx" descr="a1644c08-9290-426b-9b68-0acba3fb8d64">
            <a:extLst>
              <a:ext uri="{FF2B5EF4-FFF2-40B4-BE49-F238E27FC236}">
                <a16:creationId id="{E5D5F098-0235-9933-7653-43C17237594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4" name="任意多边形: 形状 23" descr="1ed370a2-9e54-4df1-b04d-3361fab023f6">
              <a:extLst>
                <a:ext uri="{FF2B5EF4-FFF2-40B4-BE49-F238E27FC236}">
                  <a16:creationId id="{A8B659ED-89D7-E5EA-C7D6-80697B8AA54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3" name="组合 2" descr="1b9e1826-5c83-4ecf-98cf-520680ae389e">
              <a:extLst>
                <a:ext uri="{FF2B5EF4-FFF2-40B4-BE49-F238E27FC236}">
                  <a16:creationId id="{744F0778-3893-6302-A132-00D3E9601A5A}"/>
                </a:ext>
              </a:extLst>
            </p:cNvPr>
            <p:cNvGrpSpPr/>
            <p:nvPr/>
          </p:nvGrpSpPr>
          <p:grpSpPr>
            <a:xfrm>
              <a:off x="660401" y="1130300"/>
              <a:ext cx="2714625" cy="5003800"/>
              <a:chOff x="660401" y="1130300"/>
              <a:chExt cx="2714625" cy="5003800"/>
            </a:xfrm>
          </p:grpSpPr>
          <p:sp>
            <p:nvSpPr>
              <p:cNvPr id="12" name="ComponentBackground1" descr="5a53a165-4799-4cbd-aeef-a70021116d8a">
                <a:extLst>
                  <a:ext uri="{FF2B5EF4-FFF2-40B4-BE49-F238E27FC236}">
                    <a16:creationId id="{0C2B2E0C-C472-6AAC-29BA-3C0F1A040E6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0401" y="1130300"/>
                <a:ext cx="2714625" cy="5003800"/>
              </a:xfrm>
              <a:custGeom>
                <a:avLst/>
                <a:gdLst>
                  <a:gd name="connsiteX0" fmla="*/ 0 w 2714625"/>
                  <a:gd name="connsiteY0" fmla="*/ 0 h 5003800"/>
                  <a:gd name="connsiteX1" fmla="*/ 2714625 w 2714625"/>
                  <a:gd name="connsiteY1" fmla="*/ 0 h 5003800"/>
                  <a:gd name="connsiteX2" fmla="*/ 2714625 w 2714625"/>
                  <a:gd name="connsiteY2" fmla="*/ 5003800 h 5003800"/>
                  <a:gd name="connsiteX3" fmla="*/ 0 w 2714625"/>
                  <a:gd name="connsiteY3" fmla="*/ 5003800 h 500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14625" h="5003800">
                    <a:moveTo>
                      <a:pt x="0" y="0"/>
                    </a:moveTo>
                    <a:lnTo>
                      <a:pt x="2714625" y="0"/>
                    </a:lnTo>
                    <a:lnTo>
                      <a:pt x="2714625" y="5003800"/>
                    </a:lnTo>
                    <a:lnTo>
                      <a:pt x="0" y="5003800"/>
                    </a:lnTo>
                    <a:close/>
                  </a:path>
                </a:pathLst>
              </a:custGeom>
              <a:solidFill>
                <a:schemeClr val="accent2">
                  <a:alpha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Bullet1" descr="05ad715a-f673-43da-8eb4-460d3776d680">
                <a:extLst>
                  <a:ext uri="{FF2B5EF4-FFF2-40B4-BE49-F238E27FC236}">
                    <a16:creationId id="{5925C539-589F-CF9A-0E54-0F5125CDAE3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54064" y="2178050"/>
                <a:ext cx="2527299" cy="8988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kumimoji="1"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从执行到思考</a:t>
                </a:r>
                <a:endParaRPr lang="en-US" dirty="0"/>
              </a:p>
            </p:txBody>
          </p:sp>
          <p:sp>
            <p:nvSpPr>
              <p:cNvPr id="26" name="Text1" descr="1dee5915-a5de-473d-815d-cd689465c51b">
                <a:extLst>
                  <a:ext uri="{FF2B5EF4-FFF2-40B4-BE49-F238E27FC236}">
                    <a16:creationId id="{E6ECC864-9D17-EC03-A61D-DA05F7CCD5D2}"/>
                  </a:ext>
                </a:extLst>
              </p:cNvPr>
              <p:cNvSpPr/>
              <p:nvPr/>
            </p:nvSpPr>
            <p:spPr>
              <a:xfrm>
                <a:off x="754064" y="3076868"/>
                <a:ext cx="2527299" cy="2898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反思个人心态的转变，从单纯完成任务到主动思考问题本质和更优解决方案。</a:t>
                </a:r>
                <a:endParaRPr lang="en-US" dirty="0"/>
              </a:p>
            </p:txBody>
          </p:sp>
          <p:sp>
            <p:nvSpPr>
              <p:cNvPr id="37" name="Number1" descr="559d86ef-7f8d-4024-abeb-b32915e31830">
                <a:extLst>
                  <a:ext uri="{FF2B5EF4-FFF2-40B4-BE49-F238E27FC236}">
                    <a16:creationId id="{27CDCDA1-2B57-74A9-D32E-2145296E8ABA}"/>
                  </a:ext>
                </a:extLst>
              </p:cNvPr>
              <p:cNvSpPr txBox="1"/>
              <p:nvPr/>
            </p:nvSpPr>
            <p:spPr>
              <a:xfrm>
                <a:off x="1654176" y="1395413"/>
                <a:ext cx="727074" cy="727074"/>
              </a:xfrm>
              <a:prstGeom prst="rect">
                <a:avLst/>
              </a:prstGeom>
              <a:noFill/>
            </p:spPr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4000" b="1" dirty="0">
                    <a:cs typeface="+mn-ea"/>
                    <a:sym typeface="+mn-lt"/>
                  </a:rPr>
                  <a:t>01</a:t>
                </a:r>
                <a:endParaRPr lang="zh-CN" altLang="en-US" sz="40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4" name="组合 3" descr="de72a9c6-dadb-4954-9e81-71071c9011e8">
              <a:extLst>
                <a:ext uri="{FF2B5EF4-FFF2-40B4-BE49-F238E27FC236}">
                  <a16:creationId id="{69F186DA-4565-52F9-7694-83265348A97E}"/>
                </a:ext>
              </a:extLst>
            </p:cNvPr>
            <p:cNvGrpSpPr/>
            <p:nvPr/>
          </p:nvGrpSpPr>
          <p:grpSpPr>
            <a:xfrm>
              <a:off x="3375026" y="1130300"/>
              <a:ext cx="2714625" cy="5003800"/>
              <a:chOff x="3375026" y="1130300"/>
              <a:chExt cx="2714625" cy="5003800"/>
            </a:xfrm>
          </p:grpSpPr>
          <p:sp>
            <p:nvSpPr>
              <p:cNvPr id="15" name="ComponentBackground2" descr="5ae0cb4e-16ce-41f9-8c7d-ba2e2c53a55b">
                <a:extLst>
                  <a:ext uri="{FF2B5EF4-FFF2-40B4-BE49-F238E27FC236}">
                    <a16:creationId id="{ADF80E6F-22BB-CEFA-7C8D-D2862A7FFCF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375026" y="1130300"/>
                <a:ext cx="2714625" cy="5003800"/>
              </a:xfrm>
              <a:custGeom>
                <a:avLst/>
                <a:gdLst>
                  <a:gd name="connsiteX0" fmla="*/ 0 w 2714625"/>
                  <a:gd name="connsiteY0" fmla="*/ 0 h 5003800"/>
                  <a:gd name="connsiteX1" fmla="*/ 2714625 w 2714625"/>
                  <a:gd name="connsiteY1" fmla="*/ 0 h 5003800"/>
                  <a:gd name="connsiteX2" fmla="*/ 2714625 w 2714625"/>
                  <a:gd name="connsiteY2" fmla="*/ 5003800 h 5003800"/>
                  <a:gd name="connsiteX3" fmla="*/ 0 w 2714625"/>
                  <a:gd name="connsiteY3" fmla="*/ 5003800 h 500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14625" h="5003800">
                    <a:moveTo>
                      <a:pt x="0" y="0"/>
                    </a:moveTo>
                    <a:lnTo>
                      <a:pt x="2714625" y="0"/>
                    </a:lnTo>
                    <a:lnTo>
                      <a:pt x="2714625" y="5003800"/>
                    </a:lnTo>
                    <a:lnTo>
                      <a:pt x="0" y="500380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Bullet2" descr="92754b0b-9072-4e78-b456-d69c932ba9a1">
                <a:extLst>
                  <a:ext uri="{FF2B5EF4-FFF2-40B4-BE49-F238E27FC236}">
                    <a16:creationId id="{FD84BB55-CED0-5150-A538-433E2D48AEF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468689" y="2178050"/>
                <a:ext cx="2527299" cy="8988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kumimoji="1"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对管理职责的理解</a:t>
                </a:r>
                <a:endParaRPr lang="en-US" dirty="0"/>
              </a:p>
            </p:txBody>
          </p:sp>
          <p:sp>
            <p:nvSpPr>
              <p:cNvPr id="30" name="Text2" descr="a82a9670-a660-431a-9586-87fec2e9c7ea">
                <a:extLst>
                  <a:ext uri="{FF2B5EF4-FFF2-40B4-BE49-F238E27FC236}">
                    <a16:creationId id="{DDBDFE9D-B8E9-459A-750C-B2C92C098E90}"/>
                  </a:ext>
                </a:extLst>
              </p:cNvPr>
              <p:cNvSpPr/>
              <p:nvPr/>
            </p:nvSpPr>
            <p:spPr>
              <a:xfrm>
                <a:off x="3468689" y="3076868"/>
                <a:ext cx="2527299" cy="2898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阐述对管理者角色的新认知，包括目标设定、资源协调、人员激励等方面。</a:t>
                </a:r>
                <a:endParaRPr lang="en-US" dirty="0"/>
              </a:p>
            </p:txBody>
          </p:sp>
          <p:sp>
            <p:nvSpPr>
              <p:cNvPr id="38" name="Number2" descr="cc02e2f7-e3f1-4547-b2a4-9fd692b2d726">
                <a:extLst>
                  <a:ext uri="{FF2B5EF4-FFF2-40B4-BE49-F238E27FC236}">
                    <a16:creationId id="{BC92EDDA-D7D2-4B15-B122-4B6362706BDD}"/>
                  </a:ext>
                </a:extLst>
              </p:cNvPr>
              <p:cNvSpPr txBox="1"/>
              <p:nvPr/>
            </p:nvSpPr>
            <p:spPr>
              <a:xfrm>
                <a:off x="4368801" y="1395413"/>
                <a:ext cx="727074" cy="727074"/>
              </a:xfrm>
              <a:prstGeom prst="rect">
                <a:avLst/>
              </a:prstGeom>
              <a:noFill/>
            </p:spPr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4000" b="1" dirty="0">
                    <a:cs typeface="+mn-ea"/>
                    <a:sym typeface="+mn-lt"/>
                  </a:rPr>
                  <a:t>02</a:t>
                </a:r>
                <a:endParaRPr lang="zh-CN" altLang="en-US" sz="40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" name="组合 4" descr="7e4afb76-9e8f-456e-90f7-6d8592024585">
              <a:extLst>
                <a:ext uri="{FF2B5EF4-FFF2-40B4-BE49-F238E27FC236}">
                  <a16:creationId id="{50884E3F-497F-4F93-E861-5DD7121AAFC3}"/>
                </a:ext>
              </a:extLst>
            </p:cNvPr>
            <p:cNvGrpSpPr/>
            <p:nvPr/>
          </p:nvGrpSpPr>
          <p:grpSpPr>
            <a:xfrm>
              <a:off x="6089651" y="1130300"/>
              <a:ext cx="2714625" cy="5003800"/>
              <a:chOff x="6089651" y="1130300"/>
              <a:chExt cx="2714625" cy="5003800"/>
            </a:xfrm>
          </p:grpSpPr>
          <p:sp>
            <p:nvSpPr>
              <p:cNvPr id="18" name="ComponentBackground3" descr="666f2988-8b51-4f4e-a397-14c55bdab44d">
                <a:extLst>
                  <a:ext uri="{FF2B5EF4-FFF2-40B4-BE49-F238E27FC236}">
                    <a16:creationId id="{D3967028-2710-3BC7-D11F-FDCFC0B387D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89651" y="1130300"/>
                <a:ext cx="2714625" cy="5003800"/>
              </a:xfrm>
              <a:custGeom>
                <a:avLst/>
                <a:gdLst>
                  <a:gd name="connsiteX0" fmla="*/ 0 w 2714625"/>
                  <a:gd name="connsiteY0" fmla="*/ 0 h 5003800"/>
                  <a:gd name="connsiteX1" fmla="*/ 2714625 w 2714625"/>
                  <a:gd name="connsiteY1" fmla="*/ 0 h 5003800"/>
                  <a:gd name="connsiteX2" fmla="*/ 2714625 w 2714625"/>
                  <a:gd name="connsiteY2" fmla="*/ 5003800 h 5003800"/>
                  <a:gd name="connsiteX3" fmla="*/ 0 w 2714625"/>
                  <a:gd name="connsiteY3" fmla="*/ 5003800 h 500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14625" h="5003800">
                    <a:moveTo>
                      <a:pt x="0" y="0"/>
                    </a:moveTo>
                    <a:lnTo>
                      <a:pt x="2714625" y="0"/>
                    </a:lnTo>
                    <a:lnTo>
                      <a:pt x="2714625" y="5003800"/>
                    </a:lnTo>
                    <a:lnTo>
                      <a:pt x="0" y="5003800"/>
                    </a:lnTo>
                    <a:close/>
                  </a:path>
                </a:pathLst>
              </a:custGeom>
              <a:solidFill>
                <a:schemeClr val="accent2">
                  <a:alpha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" name="Bullet3" descr="999084a0-341e-48ed-bb74-8149ce17a49e">
                <a:extLst>
                  <a:ext uri="{FF2B5EF4-FFF2-40B4-BE49-F238E27FC236}">
                    <a16:creationId id="{C9B5891A-C6FF-B091-CD99-AAF0C152F42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183314" y="2178050"/>
                <a:ext cx="2527299" cy="8988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kumimoji="1"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领导力初探</a:t>
                </a:r>
                <a:endParaRPr lang="en-US" dirty="0"/>
              </a:p>
            </p:txBody>
          </p:sp>
          <p:sp>
            <p:nvSpPr>
              <p:cNvPr id="33" name="Text3" descr="6a326703-65c1-4b0e-968a-0dce88323805">
                <a:extLst>
                  <a:ext uri="{FF2B5EF4-FFF2-40B4-BE49-F238E27FC236}">
                    <a16:creationId id="{498B1FF9-90B1-1E2F-D307-9B56446D3AA0}"/>
                  </a:ext>
                </a:extLst>
              </p:cNvPr>
              <p:cNvSpPr/>
              <p:nvPr/>
            </p:nvSpPr>
            <p:spPr>
              <a:xfrm>
                <a:off x="6183314" y="3076868"/>
                <a:ext cx="2527299" cy="2898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分享在小组任务中如何发挥领导力，带领成员共同完成目标的初步尝试与感悟。</a:t>
                </a:r>
                <a:endParaRPr lang="en-US" dirty="0"/>
              </a:p>
            </p:txBody>
          </p:sp>
          <p:sp>
            <p:nvSpPr>
              <p:cNvPr id="39" name="Number3" descr="555aab05-d81d-4b06-b589-a14ae0e928e9">
                <a:extLst>
                  <a:ext uri="{FF2B5EF4-FFF2-40B4-BE49-F238E27FC236}">
                    <a16:creationId id="{2750C7AD-46EE-A41F-7132-2C3C377099B8}"/>
                  </a:ext>
                </a:extLst>
              </p:cNvPr>
              <p:cNvSpPr txBox="1"/>
              <p:nvPr/>
            </p:nvSpPr>
            <p:spPr>
              <a:xfrm>
                <a:off x="7083426" y="1395413"/>
                <a:ext cx="727074" cy="727074"/>
              </a:xfrm>
              <a:prstGeom prst="rect">
                <a:avLst/>
              </a:prstGeom>
              <a:noFill/>
            </p:spPr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4000" b="1" dirty="0">
                    <a:cs typeface="+mn-ea"/>
                    <a:sym typeface="+mn-lt"/>
                  </a:rPr>
                  <a:t>03</a:t>
                </a:r>
                <a:endParaRPr lang="zh-CN" altLang="en-US" sz="40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5" descr="bfc23a56-42ae-4f98-beaf-d653f3a3f363">
              <a:extLst>
                <a:ext uri="{FF2B5EF4-FFF2-40B4-BE49-F238E27FC236}">
                  <a16:creationId id="{4089D5E2-D51C-095B-F518-E011D1B59A23}"/>
                </a:ext>
              </a:extLst>
            </p:cNvPr>
            <p:cNvGrpSpPr/>
            <p:nvPr/>
          </p:nvGrpSpPr>
          <p:grpSpPr>
            <a:xfrm>
              <a:off x="8804276" y="1130300"/>
              <a:ext cx="2714625" cy="5003800"/>
              <a:chOff x="8804276" y="1130300"/>
              <a:chExt cx="2714625" cy="5003800"/>
            </a:xfrm>
          </p:grpSpPr>
          <p:sp>
            <p:nvSpPr>
              <p:cNvPr id="21" name="ComponentBackground4" descr="101c0358-0fb7-480c-bca3-e727dbef5910">
                <a:extLst>
                  <a:ext uri="{FF2B5EF4-FFF2-40B4-BE49-F238E27FC236}">
                    <a16:creationId id="{5F5F331B-00F4-E8F8-FC8B-BCA75639D47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804276" y="1130300"/>
                <a:ext cx="2714625" cy="5003800"/>
              </a:xfrm>
              <a:custGeom>
                <a:avLst/>
                <a:gdLst>
                  <a:gd name="connsiteX0" fmla="*/ 0 w 2714625"/>
                  <a:gd name="connsiteY0" fmla="*/ 0 h 5003800"/>
                  <a:gd name="connsiteX1" fmla="*/ 2714625 w 2714625"/>
                  <a:gd name="connsiteY1" fmla="*/ 0 h 5003800"/>
                  <a:gd name="connsiteX2" fmla="*/ 2714625 w 2714625"/>
                  <a:gd name="connsiteY2" fmla="*/ 5003800 h 5003800"/>
                  <a:gd name="connsiteX3" fmla="*/ 0 w 2714625"/>
                  <a:gd name="connsiteY3" fmla="*/ 5003800 h 500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14625" h="5003800">
                    <a:moveTo>
                      <a:pt x="0" y="0"/>
                    </a:moveTo>
                    <a:lnTo>
                      <a:pt x="2714625" y="0"/>
                    </a:lnTo>
                    <a:lnTo>
                      <a:pt x="2714625" y="5003800"/>
                    </a:lnTo>
                    <a:lnTo>
                      <a:pt x="0" y="500380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Bullet4" descr="14297a89-674e-4b24-b326-cfd3d53f9218">
                <a:extLst>
                  <a:ext uri="{FF2B5EF4-FFF2-40B4-BE49-F238E27FC236}">
                    <a16:creationId id="{EC68FD26-CAFB-49F0-134F-E08D3F5864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897939" y="2178050"/>
                <a:ext cx="2527299" cy="8988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:r>
                  <a:rPr kumimoji="1"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决策能力锻炼</a:t>
                </a:r>
                <a:endParaRPr lang="en-US" dirty="0"/>
              </a:p>
            </p:txBody>
          </p:sp>
          <p:sp>
            <p:nvSpPr>
              <p:cNvPr id="36" name="Text4" descr="6c2ef2c3-2c25-4013-809d-8ec4314d94bd">
                <a:extLst>
                  <a:ext uri="{FF2B5EF4-FFF2-40B4-BE49-F238E27FC236}">
                    <a16:creationId id="{815F91B3-F411-D072-7DC2-A94B034791DA}"/>
                  </a:ext>
                </a:extLst>
              </p:cNvPr>
              <p:cNvSpPr/>
              <p:nvPr/>
            </p:nvSpPr>
            <p:spPr>
              <a:xfrm>
                <a:off x="8897939" y="3076868"/>
                <a:ext cx="2527299" cy="2898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描述在项目中参与决策的过程，学习如何基于数据和分析做出判断。</a:t>
                </a:r>
                <a:endParaRPr lang="en-US" dirty="0"/>
              </a:p>
            </p:txBody>
          </p:sp>
          <p:sp>
            <p:nvSpPr>
              <p:cNvPr id="40" name="Number4" descr="9fc6adaf-2f44-47cc-b22d-21fd0c65eb5d">
                <a:extLst>
                  <a:ext uri="{FF2B5EF4-FFF2-40B4-BE49-F238E27FC236}">
                    <a16:creationId id="{ECF3214E-CFA5-0D07-47C3-58A131277C1D}"/>
                  </a:ext>
                </a:extLst>
              </p:cNvPr>
              <p:cNvSpPr txBox="1"/>
              <p:nvPr/>
            </p:nvSpPr>
            <p:spPr>
              <a:xfrm>
                <a:off x="9798051" y="1395413"/>
                <a:ext cx="727074" cy="727074"/>
              </a:xfrm>
              <a:prstGeom prst="rect">
                <a:avLst/>
              </a:prstGeom>
              <a:noFill/>
            </p:spPr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4000" b="1" dirty="0">
                    <a:cs typeface="+mn-ea"/>
                    <a:sym typeface="+mn-lt"/>
                  </a:rPr>
                  <a:t>04</a:t>
                </a:r>
                <a:endParaRPr lang="zh-CN" altLang="en-US" sz="4000" b="1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" descr="8a583094-733d-4cd6-9fc3-66f25c3126e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角色认知与转变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" descr="46140bc6-a279-4370-ab60-e31889b70e6c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未来规划与展望</a:t>
            </a:r>
            <a:endParaRPr lang="en-US" dirty="0"/>
          </a:p>
        </p:txBody>
      </p:sp>
      <p:sp>
        <p:nvSpPr>
          <p:cNvPr id="25" name="" descr="518cc0cc-7761-443f-82a9-ab53c28bf8e3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基于过往经验与成长，提出清晰、可行的下一阶段工作目标与行动计划，涵盖个人项目、团队建设以及能力提升等多个维度。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61" name="2b04178a-601a-41f0-b6b1-51bc29909f51.source.3.zh-Hans.pptx" descr="c22047e6-e34c-4072-8f54-823c4ae0a724">
            <a:extLst>
              <a:ext uri="{FF2B5EF4-FFF2-40B4-BE49-F238E27FC236}">
                <a16:creationId id="{47BD87C7-D3DE-146D-3BDB-EA738A3C65C2}"/>
              </a:ext>
            </a:extLst>
          </p:cNvPr>
          <p:cNvGrpSpPr/>
          <p:nvPr/>
        </p:nvGrpSpPr>
        <p:grpSpPr>
          <a:xfrm>
            <a:off x="660400" y="1130300"/>
            <a:ext cx="10858500" cy="4927600"/>
            <a:chOff x="660400" y="1130300"/>
            <a:chExt cx="10858500" cy="4927600"/>
          </a:xfrm>
        </p:grpSpPr>
        <p:sp>
          <p:nvSpPr>
            <p:cNvPr id="3" name="Title" descr="0387f59f-ed6a-4495-afe0-ed45b1ffd128">
              <a:extLst>
                <a:ext uri="{FF2B5EF4-FFF2-40B4-BE49-F238E27FC236}">
                  <a16:creationId id="{024DE128-414C-8918-DC37-4F4E4362C924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762013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 dirty="0">
                  <a:cs typeface="+mn-ea"/>
                  <a:sym typeface="+mn-lt"/>
                </a:rPr>
                <a:t>设定明确、可衡量、可实现的短期目标</a:t>
              </a:r>
              <a:endParaRPr lang="en-US" dirty="0"/>
            </a:p>
          </p:txBody>
        </p:sp>
        <p:grpSp>
          <p:nvGrpSpPr>
            <p:cNvPr id="4" name="组合 3" descr="d16027c2-3bbc-4613-8189-181aa93a43df">
              <a:extLst>
                <a:ext uri="{FF2B5EF4-FFF2-40B4-BE49-F238E27FC236}">
                  <a16:creationId id="{3E77EB3F-1A9A-F0F7-9C4B-C2D25F7139F9}"/>
                </a:ext>
              </a:extLst>
            </p:cNvPr>
            <p:cNvGrpSpPr/>
            <p:nvPr/>
          </p:nvGrpSpPr>
          <p:grpSpPr>
            <a:xfrm>
              <a:off x="1206500" y="2492669"/>
              <a:ext cx="3108324" cy="3565231"/>
              <a:chOff x="-8481" y="2492669"/>
              <a:chExt cx="3108324" cy="3565231"/>
            </a:xfrm>
          </p:grpSpPr>
          <p:grpSp>
            <p:nvGrpSpPr>
              <p:cNvPr id="52" name="组合 51" descr="b751bf34-6880-4c1d-b61e-9891299fc1b0">
                <a:extLst>
                  <a:ext uri="{FF2B5EF4-FFF2-40B4-BE49-F238E27FC236}">
                    <a16:creationId id="{33586E85-2EC4-A2A0-9219-3CEEBDB17331}"/>
                  </a:ext>
                </a:extLst>
              </p:cNvPr>
              <p:cNvGrpSpPr/>
              <p:nvPr/>
            </p:nvGrpSpPr>
            <p:grpSpPr>
              <a:xfrm>
                <a:off x="-8481" y="3746500"/>
                <a:ext cx="3108324" cy="2311400"/>
                <a:chOff x="-8481" y="3822700"/>
                <a:chExt cx="3108324" cy="2311400"/>
              </a:xfrm>
            </p:grpSpPr>
            <p:sp>
              <p:nvSpPr>
                <p:cNvPr id="58" name="Text1" descr="590484cf-48fc-4887-9a10-af84a31ec2f7">
                  <a:extLst>
                    <a:ext uri="{FF2B5EF4-FFF2-40B4-BE49-F238E27FC236}">
                      <a16:creationId id="{5A180B16-195A-E185-4959-149DCEAC12CA}"/>
                    </a:ext>
                  </a:extLst>
                </p:cNvPr>
                <p:cNvSpPr txBox="1"/>
                <p:nvPr/>
              </p:nvSpPr>
              <p:spPr>
                <a:xfrm>
                  <a:off x="-8481" y="4584714"/>
                  <a:ext cx="3108324" cy="154938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200" dirty="0">
                      <a:cs typeface="+mn-ea"/>
                      <a:sym typeface="+mn-lt"/>
                    </a:rPr>
                    <a:t>设定未来3-6个月内期望达成的个人业绩指标，如完成2个核心项目、某项技能达到高级水平。</a:t>
                  </a:r>
                  <a:endParaRPr lang="en-US" dirty="0"/>
                </a:p>
              </p:txBody>
            </p:sp>
            <p:sp>
              <p:nvSpPr>
                <p:cNvPr id="59" name="Bullet1" descr="14bc9086-6b16-4968-85f4-836dee386cf2">
                  <a:extLst>
                    <a:ext uri="{FF2B5EF4-FFF2-40B4-BE49-F238E27FC236}">
                      <a16:creationId id="{06379992-6D3F-7314-E987-2F7B7C3DA8C7}"/>
                    </a:ext>
                  </a:extLst>
                </p:cNvPr>
                <p:cNvSpPr/>
                <p:nvPr/>
              </p:nvSpPr>
              <p:spPr>
                <a:xfrm>
                  <a:off x="-8481" y="3822700"/>
                  <a:ext cx="3108324" cy="762013"/>
                </a:xfrm>
                <a:prstGeom prst="rect">
                  <a:avLst/>
                </a:prstGeom>
              </p:spPr>
              <p:txBody>
                <a:bodyPr wrap="square" anchor="b" anchorCtr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 algn="ctr"/>
                  <a:r>
                    <a:rPr lang="zh-CN" altLang="en-US" b="1" dirty="0">
                      <a:cs typeface="+mn-ea"/>
                      <a:sym typeface="+mn-lt"/>
                    </a:rPr>
                    <a:t>个人业绩目标</a:t>
                  </a:r>
                  <a:endParaRPr lang="en-US" dirty="0"/>
                </a:p>
              </p:txBody>
            </p:sp>
          </p:grpSp>
          <p:grpSp>
            <p:nvGrpSpPr>
              <p:cNvPr id="53" name="组合 52" descr="ae9aeb30-77de-4aba-837d-93f3cdc8cc85">
                <a:extLst>
                  <a:ext uri="{FF2B5EF4-FFF2-40B4-BE49-F238E27FC236}">
                    <a16:creationId id="{DA3D7EF0-10AA-F69D-C012-11D10D2E8E12}"/>
                  </a:ext>
                </a:extLst>
              </p:cNvPr>
              <p:cNvGrpSpPr/>
              <p:nvPr/>
            </p:nvGrpSpPr>
            <p:grpSpPr>
              <a:xfrm>
                <a:off x="1210828" y="2492669"/>
                <a:ext cx="677092" cy="1174132"/>
                <a:chOff x="1210828" y="2568869"/>
                <a:chExt cx="677092" cy="1174132"/>
              </a:xfrm>
            </p:grpSpPr>
            <p:cxnSp>
              <p:nvCxnSpPr>
                <p:cNvPr id="54" name="ïṧ1íḓê" descr="444bcbe5-cefe-4972-a669-aaf57b6df7dc">
                  <a:extLst>
                    <a:ext uri="{FF2B5EF4-FFF2-40B4-BE49-F238E27FC236}">
                      <a16:creationId id="{8841DB3A-C745-760D-8029-F969AD2BC387}"/>
                    </a:ext>
                  </a:extLst>
                </p:cNvPr>
                <p:cNvCxnSpPr>
                  <a:cxnSpLocks/>
                  <a:stCxn id="56" idx="4"/>
                </p:cNvCxnSpPr>
                <p:nvPr/>
              </p:nvCxnSpPr>
              <p:spPr>
                <a:xfrm>
                  <a:off x="1549374" y="3245961"/>
                  <a:ext cx="0" cy="497040"/>
                </a:xfrm>
                <a:prstGeom prst="line">
                  <a:avLst/>
                </a:prstGeom>
                <a:ln w="3175" cmpd="sng">
                  <a:solidFill>
                    <a:schemeClr val="tx2">
                      <a:alpha val="50000"/>
                    </a:schemeClr>
                  </a:solidFill>
                  <a:prstDash val="sysDash"/>
                  <a:headEnd type="none"/>
                  <a:tailEnd type="oval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Number1" descr="26b912fc-270c-4817-bc9f-d27f22023e38">
                  <a:extLst>
                    <a:ext uri="{FF2B5EF4-FFF2-40B4-BE49-F238E27FC236}">
                      <a16:creationId id="{DA38C005-B2ED-3CD5-F160-944843E592B8}"/>
                    </a:ext>
                  </a:extLst>
                </p:cNvPr>
                <p:cNvSpPr/>
                <p:nvPr/>
              </p:nvSpPr>
              <p:spPr>
                <a:xfrm>
                  <a:off x="1210828" y="2568869"/>
                  <a:ext cx="677092" cy="677092"/>
                </a:xfrm>
                <a:prstGeom prst="ellipse">
                  <a:avLst/>
                </a:prstGeom>
                <a:solidFill>
                  <a:schemeClr val="accent1"/>
                </a:solidFill>
                <a:ln w="6350" cmpd="sng">
                  <a:solidFill>
                    <a:srgbClr val="FFFFFF">
                      <a:alpha val="50000"/>
                    </a:srgb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anchor="ctr">
                  <a:normAutofit/>
                </a:bodyPr>
                <a:lstStyle/>
                <a:p>
                  <a:pPr algn="ctr"/>
                  <a:r>
                    <a:rPr lang="en-US" b="1" dirty="0">
                      <a:cs typeface="+mn-ea"/>
                      <a:sym typeface="+mn-lt"/>
                    </a:rPr>
                    <a:t>01</a:t>
                  </a:r>
                  <a:endParaRPr b="1" dirty="0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5" name="组合 4" descr="73c9fd64-dd4b-4807-bd41-4fcbaa42fb64">
              <a:extLst>
                <a:ext uri="{FF2B5EF4-FFF2-40B4-BE49-F238E27FC236}">
                  <a16:creationId id="{91D9CF3D-B35A-BDE3-318E-F75EE7368F22}"/>
                </a:ext>
              </a:extLst>
            </p:cNvPr>
            <p:cNvGrpSpPr/>
            <p:nvPr/>
          </p:nvGrpSpPr>
          <p:grpSpPr>
            <a:xfrm>
              <a:off x="4529138" y="2492669"/>
              <a:ext cx="3108324" cy="3565231"/>
              <a:chOff x="1809107" y="2492669"/>
              <a:chExt cx="3108324" cy="3565231"/>
            </a:xfrm>
          </p:grpSpPr>
          <p:grpSp>
            <p:nvGrpSpPr>
              <p:cNvPr id="44" name="组合 43" descr="fbfed799-f2b6-420e-b5e3-6ae4b2f56ff6">
                <a:extLst>
                  <a:ext uri="{FF2B5EF4-FFF2-40B4-BE49-F238E27FC236}">
                    <a16:creationId id="{CEE6C21A-755E-7956-7DD8-D650411C86FC}"/>
                  </a:ext>
                </a:extLst>
              </p:cNvPr>
              <p:cNvGrpSpPr/>
              <p:nvPr/>
            </p:nvGrpSpPr>
            <p:grpSpPr>
              <a:xfrm>
                <a:off x="1809107" y="3746500"/>
                <a:ext cx="3108324" cy="2311400"/>
                <a:chOff x="1809107" y="3822700"/>
                <a:chExt cx="3108324" cy="2311400"/>
              </a:xfrm>
            </p:grpSpPr>
            <p:sp>
              <p:nvSpPr>
                <p:cNvPr id="50" name="Text2" descr="e2320870-267b-454b-84c7-f7ae0c41ae79">
                  <a:extLst>
                    <a:ext uri="{FF2B5EF4-FFF2-40B4-BE49-F238E27FC236}">
                      <a16:creationId id="{0B7CD833-C111-9E57-4FA2-DF5C8D696D21}"/>
                    </a:ext>
                  </a:extLst>
                </p:cNvPr>
                <p:cNvSpPr txBox="1"/>
                <p:nvPr/>
              </p:nvSpPr>
              <p:spPr>
                <a:xfrm>
                  <a:off x="1809107" y="4584714"/>
                  <a:ext cx="3108324" cy="154938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200" dirty="0">
                      <a:cs typeface="+mn-ea"/>
                      <a:sym typeface="+mn-lt"/>
                    </a:rPr>
                    <a:t>制定促进团队协作的具体目标，如提升团队内部满意度、降低跨部门沟通成本。</a:t>
                  </a:r>
                  <a:endParaRPr lang="en-US" dirty="0"/>
                </a:p>
              </p:txBody>
            </p:sp>
            <p:sp>
              <p:nvSpPr>
                <p:cNvPr id="51" name="Bullet2" descr="24ddef66-479f-4471-9482-b510bb01e83d">
                  <a:extLst>
                    <a:ext uri="{FF2B5EF4-FFF2-40B4-BE49-F238E27FC236}">
                      <a16:creationId id="{BDFF87CD-B081-D8BF-980E-EB2D0D66D7E1}"/>
                    </a:ext>
                  </a:extLst>
                </p:cNvPr>
                <p:cNvSpPr/>
                <p:nvPr/>
              </p:nvSpPr>
              <p:spPr>
                <a:xfrm>
                  <a:off x="1809107" y="3822700"/>
                  <a:ext cx="3108324" cy="762013"/>
                </a:xfrm>
                <a:prstGeom prst="rect">
                  <a:avLst/>
                </a:prstGeom>
              </p:spPr>
              <p:txBody>
                <a:bodyPr wrap="square" anchor="b" anchorCtr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 algn="ctr"/>
                  <a:r>
                    <a:rPr lang="zh-CN" altLang="en-US" b="1" dirty="0">
                      <a:cs typeface="+mn-ea"/>
                      <a:sym typeface="+mn-lt"/>
                    </a:rPr>
                    <a:t>团队协作目标</a:t>
                  </a:r>
                  <a:endParaRPr lang="en-US" dirty="0"/>
                </a:p>
              </p:txBody>
            </p:sp>
          </p:grpSp>
          <p:grpSp>
            <p:nvGrpSpPr>
              <p:cNvPr id="45" name="组合 44" descr="d1e19c39-c122-46f8-8f01-ae364911eacf">
                <a:extLst>
                  <a:ext uri="{FF2B5EF4-FFF2-40B4-BE49-F238E27FC236}">
                    <a16:creationId id="{6B2BC906-0678-2997-64AA-D45F20C7FC59}"/>
                  </a:ext>
                </a:extLst>
              </p:cNvPr>
              <p:cNvGrpSpPr/>
              <p:nvPr/>
            </p:nvGrpSpPr>
            <p:grpSpPr>
              <a:xfrm>
                <a:off x="3027677" y="2492669"/>
                <a:ext cx="677092" cy="1174132"/>
                <a:chOff x="1210828" y="2568869"/>
                <a:chExt cx="677092" cy="1174132"/>
              </a:xfrm>
            </p:grpSpPr>
            <p:cxnSp>
              <p:nvCxnSpPr>
                <p:cNvPr id="46" name="ïṧ1íḓê" descr="8c97104c-fa0e-4299-ab37-e412955c537f">
                  <a:extLst>
                    <a:ext uri="{FF2B5EF4-FFF2-40B4-BE49-F238E27FC236}">
                      <a16:creationId id="{60584B6B-ABD8-09E9-49DE-505F67DF4FD2}"/>
                    </a:ext>
                  </a:extLst>
                </p:cNvPr>
                <p:cNvCxnSpPr>
                  <a:cxnSpLocks/>
                  <a:stCxn id="48" idx="4"/>
                </p:cNvCxnSpPr>
                <p:nvPr/>
              </p:nvCxnSpPr>
              <p:spPr>
                <a:xfrm>
                  <a:off x="1549374" y="3245961"/>
                  <a:ext cx="0" cy="497040"/>
                </a:xfrm>
                <a:prstGeom prst="line">
                  <a:avLst/>
                </a:prstGeom>
                <a:ln w="3175" cmpd="sng">
                  <a:solidFill>
                    <a:schemeClr val="tx2">
                      <a:alpha val="50000"/>
                    </a:schemeClr>
                  </a:solidFill>
                  <a:prstDash val="sysDash"/>
                  <a:headEnd type="none"/>
                  <a:tailEnd type="oval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Number2" descr="d2fba40a-56e5-461a-9379-85f72f39e301">
                  <a:extLst>
                    <a:ext uri="{FF2B5EF4-FFF2-40B4-BE49-F238E27FC236}">
                      <a16:creationId id="{11319B5E-CE03-98E7-1E53-7203F3263525}"/>
                    </a:ext>
                  </a:extLst>
                </p:cNvPr>
                <p:cNvSpPr/>
                <p:nvPr/>
              </p:nvSpPr>
              <p:spPr>
                <a:xfrm>
                  <a:off x="1210828" y="2568869"/>
                  <a:ext cx="677092" cy="677092"/>
                </a:xfrm>
                <a:prstGeom prst="ellipse">
                  <a:avLst/>
                </a:prstGeom>
                <a:solidFill>
                  <a:schemeClr val="accent2"/>
                </a:solidFill>
                <a:ln w="6350" cmpd="sng">
                  <a:solidFill>
                    <a:srgbClr val="FFFFFF">
                      <a:alpha val="50000"/>
                    </a:srgb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anchor="ctr">
                  <a:normAutofit/>
                </a:bodyPr>
                <a:lstStyle/>
                <a:p>
                  <a:pPr algn="ctr"/>
                  <a:r>
                    <a:rPr lang="en-US" b="1" dirty="0">
                      <a:cs typeface="+mn-ea"/>
                      <a:sym typeface="+mn-lt"/>
                    </a:rPr>
                    <a:t>02</a:t>
                  </a:r>
                  <a:endParaRPr b="1" dirty="0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" name="组合 5" descr="956bf918-299d-4ed8-86df-f61ba654cfe3">
              <a:extLst>
                <a:ext uri="{FF2B5EF4-FFF2-40B4-BE49-F238E27FC236}">
                  <a16:creationId id="{AFF591E3-84A9-17F4-BC85-3A03FD0E8784}"/>
                </a:ext>
              </a:extLst>
            </p:cNvPr>
            <p:cNvGrpSpPr/>
            <p:nvPr/>
          </p:nvGrpSpPr>
          <p:grpSpPr>
            <a:xfrm>
              <a:off x="7851776" y="2492669"/>
              <a:ext cx="3108324" cy="3565231"/>
              <a:chOff x="3626695" y="2492669"/>
              <a:chExt cx="3108324" cy="3565231"/>
            </a:xfrm>
          </p:grpSpPr>
          <p:grpSp>
            <p:nvGrpSpPr>
              <p:cNvPr id="36" name="组合 35" descr="6af424a3-8d92-453d-975c-2a953e8cc876">
                <a:extLst>
                  <a:ext uri="{FF2B5EF4-FFF2-40B4-BE49-F238E27FC236}">
                    <a16:creationId id="{849D1A4D-A19C-DF48-0EE9-947E52DCDEE3}"/>
                  </a:ext>
                </a:extLst>
              </p:cNvPr>
              <p:cNvGrpSpPr/>
              <p:nvPr/>
            </p:nvGrpSpPr>
            <p:grpSpPr>
              <a:xfrm>
                <a:off x="3626695" y="3746500"/>
                <a:ext cx="3108324" cy="2311400"/>
                <a:chOff x="3626695" y="3822700"/>
                <a:chExt cx="3108324" cy="2311400"/>
              </a:xfrm>
            </p:grpSpPr>
            <p:sp>
              <p:nvSpPr>
                <p:cNvPr id="42" name="Text3" descr="c5392ab7-d452-42ed-87ec-ba0d8582452b">
                  <a:extLst>
                    <a:ext uri="{FF2B5EF4-FFF2-40B4-BE49-F238E27FC236}">
                      <a16:creationId id="{96141B40-01E3-B158-70DF-A1A6A44DCB6A}"/>
                    </a:ext>
                  </a:extLst>
                </p:cNvPr>
                <p:cNvSpPr txBox="1"/>
                <p:nvPr/>
              </p:nvSpPr>
              <p:spPr>
                <a:xfrm>
                  <a:off x="3626695" y="4584714"/>
                  <a:ext cx="3108324" cy="154938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200" dirty="0">
                      <a:cs typeface="+mn-ea"/>
                      <a:sym typeface="+mn-lt"/>
                    </a:rPr>
                    <a:t>说明目标设定的理由和依据，如公司战略、团队需求、个人发展瓶颈等。</a:t>
                  </a:r>
                  <a:endParaRPr lang="en-US" dirty="0"/>
                </a:p>
              </p:txBody>
            </p:sp>
            <p:sp>
              <p:nvSpPr>
                <p:cNvPr id="43" name="Bullet3" descr="9223388c-5c1f-4b9a-819e-c5c5e1748a7a">
                  <a:extLst>
                    <a:ext uri="{FF2B5EF4-FFF2-40B4-BE49-F238E27FC236}">
                      <a16:creationId id="{C0277AF0-ED58-FF77-4A00-9A4A694A0ED1}"/>
                    </a:ext>
                  </a:extLst>
                </p:cNvPr>
                <p:cNvSpPr/>
                <p:nvPr/>
              </p:nvSpPr>
              <p:spPr>
                <a:xfrm>
                  <a:off x="3626695" y="3822700"/>
                  <a:ext cx="3108324" cy="762013"/>
                </a:xfrm>
                <a:prstGeom prst="rect">
                  <a:avLst/>
                </a:prstGeom>
              </p:spPr>
              <p:txBody>
                <a:bodyPr wrap="square" anchor="b" anchorCtr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 algn="ctr"/>
                  <a:r>
                    <a:rPr lang="zh-CN" altLang="en-US" b="1" dirty="0">
                      <a:cs typeface="+mn-ea"/>
                      <a:sym typeface="+mn-lt"/>
                    </a:rPr>
                    <a:t>目标设定依据</a:t>
                  </a:r>
                  <a:endParaRPr lang="en-US" dirty="0"/>
                </a:p>
              </p:txBody>
            </p:sp>
          </p:grpSp>
          <p:grpSp>
            <p:nvGrpSpPr>
              <p:cNvPr id="37" name="组合 36" descr="8c1e7a49-93ee-4c43-952b-16402b9b97af">
                <a:extLst>
                  <a:ext uri="{FF2B5EF4-FFF2-40B4-BE49-F238E27FC236}">
                    <a16:creationId id="{87979C57-0889-A798-0DC0-CE76C03276A4}"/>
                  </a:ext>
                </a:extLst>
              </p:cNvPr>
              <p:cNvGrpSpPr/>
              <p:nvPr/>
            </p:nvGrpSpPr>
            <p:grpSpPr>
              <a:xfrm>
                <a:off x="4844526" y="2492669"/>
                <a:ext cx="677092" cy="1174132"/>
                <a:chOff x="1210828" y="2568869"/>
                <a:chExt cx="677092" cy="1174132"/>
              </a:xfrm>
            </p:grpSpPr>
            <p:cxnSp>
              <p:nvCxnSpPr>
                <p:cNvPr id="38" name="ïṧ1íḓê" descr="3a01046e-a663-4965-8d55-30496d5fa138">
                  <a:extLst>
                    <a:ext uri="{FF2B5EF4-FFF2-40B4-BE49-F238E27FC236}">
                      <a16:creationId id="{CE97BE89-3278-619D-56D6-FB227E3F2FB9}"/>
                    </a:ext>
                  </a:extLst>
                </p:cNvPr>
                <p:cNvCxnSpPr>
                  <a:cxnSpLocks/>
                  <a:stCxn id="40" idx="4"/>
                </p:cNvCxnSpPr>
                <p:nvPr/>
              </p:nvCxnSpPr>
              <p:spPr>
                <a:xfrm>
                  <a:off x="1549374" y="3245961"/>
                  <a:ext cx="0" cy="497040"/>
                </a:xfrm>
                <a:prstGeom prst="line">
                  <a:avLst/>
                </a:prstGeom>
                <a:ln w="3175" cmpd="sng">
                  <a:solidFill>
                    <a:schemeClr val="tx2">
                      <a:alpha val="50000"/>
                    </a:schemeClr>
                  </a:solidFill>
                  <a:prstDash val="sysDash"/>
                  <a:headEnd type="none"/>
                  <a:tailEnd type="oval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Number3" descr="949e5122-f434-4b84-8392-6ba916e67918">
                  <a:extLst>
                    <a:ext uri="{FF2B5EF4-FFF2-40B4-BE49-F238E27FC236}">
                      <a16:creationId id="{8AE277DC-9D77-521D-8909-CEA1A1AF0A89}"/>
                    </a:ext>
                  </a:extLst>
                </p:cNvPr>
                <p:cNvSpPr/>
                <p:nvPr/>
              </p:nvSpPr>
              <p:spPr>
                <a:xfrm>
                  <a:off x="1210828" y="2568869"/>
                  <a:ext cx="677092" cy="677092"/>
                </a:xfrm>
                <a:prstGeom prst="ellipse">
                  <a:avLst/>
                </a:prstGeom>
                <a:solidFill>
                  <a:schemeClr val="accent3"/>
                </a:solidFill>
                <a:ln w="6350" cmpd="sng">
                  <a:solidFill>
                    <a:srgbClr val="FFFFFF">
                      <a:alpha val="50000"/>
                    </a:srgb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anchor="ctr">
                  <a:normAutofit/>
                </a:bodyPr>
                <a:lstStyle/>
                <a:p>
                  <a:pPr algn="ctr"/>
                  <a:r>
                    <a:rPr lang="en-US" b="1" dirty="0">
                      <a:cs typeface="+mn-ea"/>
                      <a:sym typeface="+mn-lt"/>
                    </a:rPr>
                    <a:t>03</a:t>
                  </a:r>
                  <a:endParaRPr b="1" dirty="0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2" name="" descr="8a583094-733d-4cd6-9fc3-66f25c3126e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下一阶段目标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2" name="56b55aa0-b9be-41bd-8d6c-5b7a4d73270b.source.4.zh-Hans.pptx" descr="212d0234-6e31-4feb-9548-6cb79ea2991f">
            <a:extLst>
              <a:ext uri="{FF2B5EF4-FFF2-40B4-BE49-F238E27FC236}">
                <a16:creationId id="{19AC556C-3107-B9B0-C64D-1C2D944D32F4}"/>
              </a:ext>
            </a:extLst>
          </p:cNvPr>
          <p:cNvGrpSpPr/>
          <p:nvPr/>
        </p:nvGrpSpPr>
        <p:grpSpPr>
          <a:xfrm>
            <a:off x="660399" y="1130305"/>
            <a:ext cx="10858501" cy="4503897"/>
            <a:chOff x="660399" y="1130305"/>
            <a:chExt cx="10858501" cy="4503897"/>
          </a:xfrm>
        </p:grpSpPr>
        <p:sp>
          <p:nvSpPr>
            <p:cNvPr id="33" name="Title" descr="f7496098-d8ac-4118-9313-d82e2230b5ae">
              <a:extLst>
                <a:ext uri="{FF2B5EF4-FFF2-40B4-BE49-F238E27FC236}">
                  <a16:creationId id="{DFD693AE-EEAF-A4CD-71A8-516032E76EC1}"/>
                </a:ext>
              </a:extLst>
            </p:cNvPr>
            <p:cNvSpPr txBox="1"/>
            <p:nvPr/>
          </p:nvSpPr>
          <p:spPr>
            <a:xfrm>
              <a:off x="660399" y="1130305"/>
              <a:ext cx="4168079" cy="1100478"/>
            </a:xfrm>
            <a:prstGeom prst="rect">
              <a:avLst/>
            </a:prstGeom>
            <a:noFill/>
          </p:spPr>
          <p:txBody>
            <a:bodyPr wrap="square" anchor="t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展示对未来项目的深入思考与规划</a:t>
              </a:r>
              <a:endParaRPr lang="en-US" dirty="0"/>
            </a:p>
          </p:txBody>
        </p:sp>
        <p:grpSp>
          <p:nvGrpSpPr>
            <p:cNvPr id="80" name="组合 79" descr="95172b9f-42d4-4d30-870f-32048070bfc5">
              <a:extLst>
                <a:ext uri="{FF2B5EF4-FFF2-40B4-BE49-F238E27FC236}">
                  <a16:creationId id="{3E19DAEA-4E75-3F60-969A-8D1BBE6561AC}"/>
                </a:ext>
              </a:extLst>
            </p:cNvPr>
            <p:cNvGrpSpPr/>
            <p:nvPr/>
          </p:nvGrpSpPr>
          <p:grpSpPr>
            <a:xfrm>
              <a:off x="660400" y="3429000"/>
              <a:ext cx="10858500" cy="2205202"/>
              <a:chOff x="660400" y="3429000"/>
              <a:chExt cx="10858500" cy="2205202"/>
            </a:xfrm>
          </p:grpSpPr>
          <p:cxnSp>
            <p:nvCxnSpPr>
              <p:cNvPr id="31" name="直接连接符 30" descr="ea7ff0af-aeff-4538-9a21-bd3e24e4fc6d">
                <a:extLst>
                  <a:ext uri="{FF2B5EF4-FFF2-40B4-BE49-F238E27FC236}">
                    <a16:creationId id="{17157DCE-5E27-D81F-55FB-2F97DA3A972F}"/>
                  </a:ext>
                </a:extLst>
              </p:cNvPr>
              <p:cNvCxnSpPr>
                <a:stCxn id="55" idx="3"/>
                <a:endCxn id="51" idx="1"/>
              </p:cNvCxnSpPr>
              <p:nvPr/>
            </p:nvCxnSpPr>
            <p:spPr>
              <a:xfrm>
                <a:off x="1075611" y="3625823"/>
                <a:ext cx="2353614" cy="0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 descr="459cb6c7-7c9c-46ab-a474-634cc24e0915">
                <a:extLst>
                  <a:ext uri="{FF2B5EF4-FFF2-40B4-BE49-F238E27FC236}">
                    <a16:creationId id="{E439E46C-0080-E7F1-771A-9A70527EC93B}"/>
                  </a:ext>
                </a:extLst>
              </p:cNvPr>
              <p:cNvCxnSpPr>
                <a:cxnSpLocks/>
                <a:stCxn id="51" idx="3"/>
              </p:cNvCxnSpPr>
              <p:nvPr/>
            </p:nvCxnSpPr>
            <p:spPr>
              <a:xfrm>
                <a:off x="3822871" y="3625823"/>
                <a:ext cx="7025238" cy="0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4" name="组合 73" descr="86e5fdde-0958-4be7-a032-d37634f85abf">
                <a:extLst>
                  <a:ext uri="{FF2B5EF4-FFF2-40B4-BE49-F238E27FC236}">
                    <a16:creationId id="{78C2CFC1-7DEE-1BB6-D16B-A7696169409D}"/>
                  </a:ext>
                </a:extLst>
              </p:cNvPr>
              <p:cNvGrpSpPr/>
              <p:nvPr/>
            </p:nvGrpSpPr>
            <p:grpSpPr>
              <a:xfrm>
                <a:off x="660400" y="3429000"/>
                <a:ext cx="2420897" cy="2205202"/>
                <a:chOff x="660400" y="3429000"/>
                <a:chExt cx="2420897" cy="2205202"/>
              </a:xfrm>
            </p:grpSpPr>
            <p:sp>
              <p:nvSpPr>
                <p:cNvPr id="55" name="Number1" descr="24daa12f-3ef2-44e2-8e20-767e1e3a1f6b">
                  <a:extLst>
                    <a:ext uri="{FF2B5EF4-FFF2-40B4-BE49-F238E27FC236}">
                      <a16:creationId id="{0AE135B6-E9A4-B169-E29C-FEACA4BE9428}"/>
                    </a:ext>
                  </a:extLst>
                </p:cNvPr>
                <p:cNvSpPr/>
                <p:nvPr/>
              </p:nvSpPr>
              <p:spPr>
                <a:xfrm>
                  <a:off x="681965" y="3429000"/>
                  <a:ext cx="393646" cy="393646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altLang="zh-CN" sz="1600" b="1" dirty="0"/>
                    <a:t>1</a:t>
                  </a:r>
                  <a:endParaRPr lang="zh-CN" altLang="en-US" sz="1600" b="1" dirty="0"/>
                </a:p>
              </p:txBody>
            </p:sp>
            <p:grpSp>
              <p:nvGrpSpPr>
                <p:cNvPr id="56" name="组合 55" descr="4dc42176-c1f3-45e7-8991-4e88946c9f95">
                  <a:extLst>
                    <a:ext uri="{FF2B5EF4-FFF2-40B4-BE49-F238E27FC236}">
                      <a16:creationId id="{6B1C4F24-1CD2-3B64-8424-4F1D39E9321E}"/>
                    </a:ext>
                  </a:extLst>
                </p:cNvPr>
                <p:cNvGrpSpPr/>
                <p:nvPr/>
              </p:nvGrpSpPr>
              <p:grpSpPr>
                <a:xfrm>
                  <a:off x="660400" y="3921891"/>
                  <a:ext cx="2420897" cy="1712311"/>
                  <a:chOff x="5013030" y="3921891"/>
                  <a:chExt cx="2420897" cy="1712311"/>
                </a:xfrm>
              </p:grpSpPr>
              <p:sp>
                <p:nvSpPr>
                  <p:cNvPr id="60" name="Bullet1" descr="f7f2555d-077e-4e16-b11e-b28e7fb4f28d">
                    <a:extLst>
                      <a:ext uri="{FF2B5EF4-FFF2-40B4-BE49-F238E27FC236}">
                        <a16:creationId id="{6A8DD9DE-C5C6-8347-F959-8C71B2A3DD3D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5013031" y="3921891"/>
                    <a:ext cx="2420896" cy="511598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rmAutofit/>
                  </a:bodyPr>
                  <a:lstStyle>
                    <a:defPPr>
                      <a:defRPr lang="zh-CN"/>
                    </a:defPPr>
                    <a:lvl1pPr>
                      <a:defRPr kumimoji="0" sz="1400" b="1" i="0" u="none" strike="noStrike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</a:defRPr>
                    </a:lvl1pPr>
                  </a:lstStyle>
                  <a:p>
                    <a:pPr/>
                    <a:r>
                      <a:rPr lang="zh-CN" altLang="en-US" sz="1800" dirty="0"/>
                      <a:t>项目名称与方向</a:t>
                    </a:r>
                    <a:endParaRPr lang="en-US" dirty="0"/>
                  </a:p>
                </p:txBody>
              </p:sp>
              <p:sp>
                <p:nvSpPr>
                  <p:cNvPr id="61" name="Text1" descr="db240732-6502-4aa0-89a9-d00f4c306c9b">
                    <a:extLst>
                      <a:ext uri="{FF2B5EF4-FFF2-40B4-BE49-F238E27FC236}">
                        <a16:creationId id="{C02637A1-FD0D-E80A-3987-E95BB6757D8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5013030" y="4433489"/>
                    <a:ext cx="2420897" cy="120071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rmAutofit/>
                  </a:bodyPr>
                  <a:lstStyle>
                    <a:defPPr>
                      <a:defRPr lang="zh-CN"/>
                    </a:defPPr>
                    <a:lvl1pPr algn="ctr">
                      <a:lnSpc>
                        <a:spcPct val="150000"/>
                      </a:lnSpc>
                      <a:defRPr kumimoji="0" sz="900" i="0" u="none" strike="noStrike" cap="none" spc="0" normalizeH="0" baseline="0">
                        <a:ln>
                          <a:noFill/>
                        </a:ln>
                        <a:effectLst/>
                        <a:uLnTx/>
                        <a:uFillTx/>
                      </a:defRPr>
                    </a:lvl1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zh-CN" altLang="en-US" sz="1200" dirty="0" err="1"/>
                      <a:t>提出一个或多个计划参与或主导的项目构想，明确其业务方向和价值。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76" name="组合 75" descr="6abdffc8-489c-4bd3-bf4e-781f8192a942">
                <a:extLst>
                  <a:ext uri="{FF2B5EF4-FFF2-40B4-BE49-F238E27FC236}">
                    <a16:creationId id="{ED522B2F-E4FE-1E5A-087B-D146BB8027E4}"/>
                  </a:ext>
                </a:extLst>
              </p:cNvPr>
              <p:cNvGrpSpPr/>
              <p:nvPr/>
            </p:nvGrpSpPr>
            <p:grpSpPr>
              <a:xfrm>
                <a:off x="3429225" y="3429000"/>
                <a:ext cx="2420897" cy="2205202"/>
                <a:chOff x="3252790" y="3429000"/>
                <a:chExt cx="2420897" cy="2205202"/>
              </a:xfrm>
            </p:grpSpPr>
            <p:sp>
              <p:nvSpPr>
                <p:cNvPr id="51" name="Number2" descr="f2a13cb4-d4cd-48d5-bb87-be9844cdbd1b">
                  <a:extLst>
                    <a:ext uri="{FF2B5EF4-FFF2-40B4-BE49-F238E27FC236}">
                      <a16:creationId id="{ADC819BA-FA69-384D-8870-0ECDDE8602C1}"/>
                    </a:ext>
                  </a:extLst>
                </p:cNvPr>
                <p:cNvSpPr/>
                <p:nvPr/>
              </p:nvSpPr>
              <p:spPr>
                <a:xfrm>
                  <a:off x="3252790" y="3429000"/>
                  <a:ext cx="393646" cy="393646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altLang="zh-CN" sz="1600" b="1" dirty="0"/>
                    <a:t>2</a:t>
                  </a:r>
                  <a:endParaRPr lang="zh-CN" altLang="en-US" sz="1600" b="1" dirty="0"/>
                </a:p>
              </p:txBody>
            </p:sp>
            <p:grpSp>
              <p:nvGrpSpPr>
                <p:cNvPr id="75" name="组合 74" descr="996a48be-df3d-4898-8dd7-9e7559d6c1ab">
                  <a:extLst>
                    <a:ext uri="{FF2B5EF4-FFF2-40B4-BE49-F238E27FC236}">
                      <a16:creationId id="{215F76D2-664C-FB53-3519-26B7076E94B2}"/>
                    </a:ext>
                  </a:extLst>
                </p:cNvPr>
                <p:cNvGrpSpPr/>
                <p:nvPr/>
              </p:nvGrpSpPr>
              <p:grpSpPr>
                <a:xfrm>
                  <a:off x="3252790" y="3921891"/>
                  <a:ext cx="2420897" cy="1712311"/>
                  <a:chOff x="3252790" y="3921891"/>
                  <a:chExt cx="2420897" cy="1712311"/>
                </a:xfrm>
              </p:grpSpPr>
              <p:sp>
                <p:nvSpPr>
                  <p:cNvPr id="53" name="Bullet2" descr="8455ad34-8e04-4809-81f2-f43eaf05598c">
                    <a:extLst>
                      <a:ext uri="{FF2B5EF4-FFF2-40B4-BE49-F238E27FC236}">
                        <a16:creationId id="{93A85D9C-47A2-F87D-218E-1960C278510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252791" y="3921891"/>
                    <a:ext cx="2420896" cy="511598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rmAutofit/>
                  </a:bodyPr>
                  <a:lstStyle>
                    <a:defPPr>
                      <a:defRPr lang="zh-CN"/>
                    </a:defPPr>
                    <a:lvl1pPr>
                      <a:defRPr kumimoji="0" sz="1400" b="1" i="0" u="none" strike="noStrike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</a:defRPr>
                    </a:lvl1pPr>
                  </a:lstStyle>
                  <a:p>
                    <a:pPr/>
                    <a:r>
                      <a:rPr lang="zh-CN" altLang="en-US" sz="1800" dirty="0"/>
                      <a:t>实施路线图</a:t>
                    </a:r>
                    <a:endParaRPr lang="en-US" dirty="0"/>
                  </a:p>
                </p:txBody>
              </p:sp>
              <p:sp>
                <p:nvSpPr>
                  <p:cNvPr id="54" name="Text2" descr="ed2987e7-1657-40bc-bcc1-e016a8c904d3">
                    <a:extLst>
                      <a:ext uri="{FF2B5EF4-FFF2-40B4-BE49-F238E27FC236}">
                        <a16:creationId id="{F0A6EEEE-08D9-EAD6-3E32-A142EAF9F25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252790" y="4433489"/>
                    <a:ext cx="2420897" cy="120071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rmAutofit/>
                  </a:bodyPr>
                  <a:lstStyle>
                    <a:defPPr>
                      <a:defRPr lang="zh-CN"/>
                    </a:defPPr>
                    <a:lvl1pPr algn="ctr">
                      <a:lnSpc>
                        <a:spcPct val="150000"/>
                      </a:lnSpc>
                      <a:defRPr kumimoji="0" sz="900" i="0" u="none" strike="noStrike" cap="none" spc="0" normalizeH="0" baseline="0">
                        <a:ln>
                          <a:noFill/>
                        </a:ln>
                        <a:effectLst/>
                        <a:uLnTx/>
                        <a:uFillTx/>
                      </a:defRPr>
                    </a:lvl1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zh-CN" altLang="en-US" sz="1200" dirty="0"/>
                      <a:t>使用甘特图或流程图，清晰规划项目的主要阶段、关键任务和预期里程碑。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78" name="组合 77" descr="8f5515d4-d0dc-4872-9343-a8bf3a87edc9">
                <a:extLst>
                  <a:ext uri="{FF2B5EF4-FFF2-40B4-BE49-F238E27FC236}">
                    <a16:creationId id="{5883914B-71C4-CFA9-CC70-10A2E161AC8B}"/>
                  </a:ext>
                </a:extLst>
              </p:cNvPr>
              <p:cNvGrpSpPr/>
              <p:nvPr/>
            </p:nvGrpSpPr>
            <p:grpSpPr>
              <a:xfrm>
                <a:off x="6198050" y="3429000"/>
                <a:ext cx="2420897" cy="2205202"/>
                <a:chOff x="6198050" y="3429000"/>
                <a:chExt cx="2420897" cy="2205202"/>
              </a:xfrm>
            </p:grpSpPr>
            <p:grpSp>
              <p:nvGrpSpPr>
                <p:cNvPr id="77" name="组合 76" descr="794f0a20-8c3b-47fe-9c90-2e319f338fb4">
                  <a:extLst>
                    <a:ext uri="{FF2B5EF4-FFF2-40B4-BE49-F238E27FC236}">
                      <a16:creationId id="{DD53E893-F99E-B4E3-8F92-B87C29768D09}"/>
                    </a:ext>
                  </a:extLst>
                </p:cNvPr>
                <p:cNvGrpSpPr/>
                <p:nvPr/>
              </p:nvGrpSpPr>
              <p:grpSpPr>
                <a:xfrm>
                  <a:off x="6198050" y="3921891"/>
                  <a:ext cx="2420897" cy="1712311"/>
                  <a:chOff x="6198050" y="3921891"/>
                  <a:chExt cx="2420897" cy="1712311"/>
                </a:xfrm>
              </p:grpSpPr>
              <p:sp>
                <p:nvSpPr>
                  <p:cNvPr id="71" name="Bullet3" descr="60b39160-2f34-4199-b7e4-3a46a0090557">
                    <a:extLst>
                      <a:ext uri="{FF2B5EF4-FFF2-40B4-BE49-F238E27FC236}">
                        <a16:creationId id="{B54C85F9-60E5-3B37-2144-B0064FEFD0E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198051" y="3921891"/>
                    <a:ext cx="2420896" cy="511598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rmAutofit/>
                  </a:bodyPr>
                  <a:lstStyle>
                    <a:defPPr>
                      <a:defRPr lang="zh-CN"/>
                    </a:defPPr>
                    <a:lvl1pPr>
                      <a:defRPr kumimoji="0" sz="1400" b="1" i="0" u="none" strike="noStrike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</a:defRPr>
                    </a:lvl1pPr>
                  </a:lstStyle>
                  <a:p>
                    <a:pPr/>
                    <a:r>
                      <a:rPr lang="zh-CN" altLang="en-US" sz="1800" dirty="0"/>
                      <a:t>预期挑战与对策</a:t>
                    </a:r>
                    <a:endParaRPr lang="en-US" dirty="0"/>
                  </a:p>
                </p:txBody>
              </p:sp>
              <p:sp>
                <p:nvSpPr>
                  <p:cNvPr id="73" name="Text3" descr="9fc91a79-f4dc-4e6b-a72c-d3a42f5e327d">
                    <a:extLst>
                      <a:ext uri="{FF2B5EF4-FFF2-40B4-BE49-F238E27FC236}">
                        <a16:creationId id="{F9988872-0EB5-FF37-7DD8-F679CC5D80D9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198050" y="4433489"/>
                    <a:ext cx="2420897" cy="120071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rmAutofit/>
                  </a:bodyPr>
                  <a:lstStyle>
                    <a:defPPr>
                      <a:defRPr lang="zh-CN"/>
                    </a:defPPr>
                    <a:lvl1pPr algn="ctr">
                      <a:lnSpc>
                        <a:spcPct val="150000"/>
                      </a:lnSpc>
                      <a:defRPr kumimoji="0" sz="900" i="0" u="none" strike="noStrike" cap="none" spc="0" normalizeH="0" baseline="0">
                        <a:ln>
                          <a:noFill/>
                        </a:ln>
                        <a:effectLst/>
                        <a:uLnTx/>
                        <a:uFillTx/>
                      </a:defRPr>
                    </a:lvl1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zh-CN" altLang="en-US" sz="1200" dirty="0"/>
                      <a:t>预判项目可能遇到的挑战，并提出初步的应对策略和备选方案。</a:t>
                    </a:r>
                    <a:endParaRPr lang="en-US" dirty="0"/>
                  </a:p>
                </p:txBody>
              </p:sp>
            </p:grpSp>
            <p:sp>
              <p:nvSpPr>
                <p:cNvPr id="70" name="Number3" descr="81ca055c-0d08-42c0-aae4-8af79252a92f">
                  <a:extLst>
                    <a:ext uri="{FF2B5EF4-FFF2-40B4-BE49-F238E27FC236}">
                      <a16:creationId id="{4B58B132-BCC2-EB45-0E04-97AA9D0C5F3B}"/>
                    </a:ext>
                  </a:extLst>
                </p:cNvPr>
                <p:cNvSpPr/>
                <p:nvPr/>
              </p:nvSpPr>
              <p:spPr>
                <a:xfrm>
                  <a:off x="6198050" y="3429000"/>
                  <a:ext cx="393646" cy="393646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altLang="zh-CN" sz="1600" b="1" dirty="0"/>
                    <a:t>3</a:t>
                  </a:r>
                  <a:endParaRPr lang="zh-CN" altLang="en-US" sz="1600" b="1" dirty="0"/>
                </a:p>
              </p:txBody>
            </p:sp>
          </p:grpSp>
          <p:grpSp>
            <p:nvGrpSpPr>
              <p:cNvPr id="79" name="组合 78" descr="aa35b0ab-bf72-4115-8b2b-fbea62721342">
                <a:extLst>
                  <a:ext uri="{FF2B5EF4-FFF2-40B4-BE49-F238E27FC236}">
                    <a16:creationId id="{8CBC4459-9D7C-8E1D-24C3-E714F6B8ED85}"/>
                  </a:ext>
                </a:extLst>
              </p:cNvPr>
              <p:cNvGrpSpPr/>
              <p:nvPr/>
            </p:nvGrpSpPr>
            <p:grpSpPr>
              <a:xfrm>
                <a:off x="8966875" y="3429000"/>
                <a:ext cx="2552025" cy="2205202"/>
                <a:chOff x="8966875" y="3429000"/>
                <a:chExt cx="2552025" cy="2205202"/>
              </a:xfrm>
            </p:grpSpPr>
            <p:sp>
              <p:nvSpPr>
                <p:cNvPr id="37" name="Number4" descr="a50cf010-d32c-4e7a-acb6-872c478e45f3">
                  <a:extLst>
                    <a:ext uri="{FF2B5EF4-FFF2-40B4-BE49-F238E27FC236}">
                      <a16:creationId id="{E28A4648-A7CF-CBDE-26F1-5EBB6690D144}"/>
                    </a:ext>
                  </a:extLst>
                </p:cNvPr>
                <p:cNvSpPr/>
                <p:nvPr/>
              </p:nvSpPr>
              <p:spPr>
                <a:xfrm>
                  <a:off x="8966875" y="3429000"/>
                  <a:ext cx="393646" cy="393646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altLang="zh-CN" sz="1600" b="1" dirty="0"/>
                    <a:t>4</a:t>
                  </a:r>
                  <a:endParaRPr lang="zh-CN" altLang="en-US" sz="1600" b="1" dirty="0"/>
                </a:p>
              </p:txBody>
            </p:sp>
            <p:grpSp>
              <p:nvGrpSpPr>
                <p:cNvPr id="41" name="组合 40" descr="5fe096c7-29b6-49bf-83ca-0dab70f3326c">
                  <a:extLst>
                    <a:ext uri="{FF2B5EF4-FFF2-40B4-BE49-F238E27FC236}">
                      <a16:creationId id="{49B83969-B406-E6A9-EA41-866EB6D95F23}"/>
                    </a:ext>
                  </a:extLst>
                </p:cNvPr>
                <p:cNvGrpSpPr/>
                <p:nvPr/>
              </p:nvGrpSpPr>
              <p:grpSpPr>
                <a:xfrm>
                  <a:off x="8966876" y="3921890"/>
                  <a:ext cx="2552024" cy="1712312"/>
                  <a:chOff x="2255855" y="3921890"/>
                  <a:chExt cx="2552024" cy="1712312"/>
                </a:xfrm>
              </p:grpSpPr>
              <p:sp>
                <p:nvSpPr>
                  <p:cNvPr id="42" name="Bullet4" descr="03170469-7b3b-4321-a947-2343d004866a">
                    <a:extLst>
                      <a:ext uri="{FF2B5EF4-FFF2-40B4-BE49-F238E27FC236}">
                        <a16:creationId id="{F072DCBA-ADEA-1F8E-5E4C-7CB37698808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255855" y="3921890"/>
                    <a:ext cx="2552024" cy="511598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rmAutofit/>
                  </a:bodyPr>
                  <a:lstStyle>
                    <a:defPPr>
                      <a:defRPr lang="zh-CN"/>
                    </a:defPPr>
                    <a:lvl1pPr>
                      <a:defRPr kumimoji="0" sz="1400" b="1" i="0" u="none" strike="noStrike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</a:defRPr>
                    </a:lvl1pPr>
                  </a:lstStyle>
                  <a:p>
                    <a:pPr/>
                    <a:r>
                      <a:rPr lang="zh-CN" altLang="en-US" sz="1800" dirty="0"/>
                      <a:t>资源需求评估</a:t>
                    </a:r>
                    <a:endParaRPr lang="en-US" dirty="0"/>
                  </a:p>
                </p:txBody>
              </p:sp>
              <p:sp>
                <p:nvSpPr>
                  <p:cNvPr id="46" name="Text4" descr="2847077d-3009-4d62-a9ae-7a21d87a9ee3">
                    <a:extLst>
                      <a:ext uri="{FF2B5EF4-FFF2-40B4-BE49-F238E27FC236}">
                        <a16:creationId id="{C1186143-6E82-E61B-1CD6-5BBE82AA3B2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255855" y="4433489"/>
                    <a:ext cx="2552024" cy="120071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rmAutofit/>
                  </a:bodyPr>
                  <a:lstStyle>
                    <a:defPPr>
                      <a:defRPr lang="zh-CN"/>
                    </a:defPPr>
                    <a:lvl1pPr algn="ctr">
                      <a:lnSpc>
                        <a:spcPct val="150000"/>
                      </a:lnSpc>
                      <a:defRPr kumimoji="0" sz="900" i="0" u="none" strike="noStrike" cap="none" spc="0" normalizeH="0" baseline="0">
                        <a:ln>
                          <a:noFill/>
                        </a:ln>
                        <a:effectLst/>
                        <a:uLnTx/>
                        <a:uFillTx/>
                      </a:defRPr>
                    </a:lvl1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zh-CN" altLang="en-US" sz="1200" dirty="0"/>
                      <a:t>评估完成项目所需的人力、物力、财力资源，并提出合理化建议。</a:t>
                    </a:r>
                    <a:endParaRPr lang="en-US" dirty="0"/>
                  </a:p>
                </p:txBody>
              </p:sp>
            </p:grpSp>
          </p:grpSp>
        </p:grpSp>
      </p:grpSp>
      <p:sp>
        <p:nvSpPr>
          <p:cNvPr id="2" name="" descr="8a583094-733d-4cd6-9fc3-66f25c3126e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核心项目规划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50" name="b081a2e2-6d0f-4219-b172-6e13d5f98058.source.4.zh-Hans.pptx" descr="f5962e04-7339-4ab9-84b8-ec3d262a9f9e">
            <a:extLst>
              <a:ext uri="{FF2B5EF4-FFF2-40B4-BE49-F238E27FC236}">
                <a16:creationId id="{177D49F8-77FC-0C0B-C795-EFCC1EDEAFB7}"/>
              </a:ext>
            </a:extLst>
          </p:cNvPr>
          <p:cNvGrpSpPr/>
          <p:nvPr/>
        </p:nvGrpSpPr>
        <p:grpSpPr>
          <a:xfrm>
            <a:off x="660400" y="1150137"/>
            <a:ext cx="10858500" cy="4513493"/>
            <a:chOff x="660400" y="1150137"/>
            <a:chExt cx="10858500" cy="4513493"/>
          </a:xfrm>
        </p:grpSpPr>
        <p:sp>
          <p:nvSpPr>
            <p:cNvPr id="3" name="Title" descr="9b5290a4-e394-4de6-a362-4ee89b192b42">
              <a:extLst>
                <a:ext uri="{FF2B5EF4-FFF2-40B4-BE49-F238E27FC236}">
                  <a16:creationId id="{6789AB2C-67A2-60DC-6556-E28E499EECB3}"/>
                </a:ext>
              </a:extLst>
            </p:cNvPr>
            <p:cNvSpPr txBox="1"/>
            <p:nvPr/>
          </p:nvSpPr>
          <p:spPr>
            <a:xfrm>
              <a:off x="660400" y="1150137"/>
              <a:ext cx="10858500" cy="667374"/>
            </a:xfrm>
            <a:prstGeom prst="rect">
              <a:avLst/>
            </a:prstGeom>
            <a:noFill/>
          </p:spPr>
          <p:txBody>
            <a:bodyPr wrap="square" anchor="t" anchorCtr="1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规划如何为团队赋能，共同成长</a:t>
              </a:r>
              <a:endParaRPr lang="en-US" dirty="0"/>
            </a:p>
          </p:txBody>
        </p:sp>
        <p:grpSp>
          <p:nvGrpSpPr>
            <p:cNvPr id="25" name="组合 24" descr="eb1d17eb-39a5-4e4c-b884-2d7bb85b70d4">
              <a:extLst>
                <a:ext uri="{FF2B5EF4-FFF2-40B4-BE49-F238E27FC236}">
                  <a16:creationId id="{3BA6B505-1861-589A-D9C9-663ABCCC59AF}"/>
                </a:ext>
              </a:extLst>
            </p:cNvPr>
            <p:cNvGrpSpPr/>
            <p:nvPr/>
          </p:nvGrpSpPr>
          <p:grpSpPr>
            <a:xfrm>
              <a:off x="956027" y="2376829"/>
              <a:ext cx="2428845" cy="3286801"/>
              <a:chOff x="660399" y="2376829"/>
              <a:chExt cx="1942591" cy="3286801"/>
            </a:xfrm>
          </p:grpSpPr>
          <p:sp>
            <p:nvSpPr>
              <p:cNvPr id="46" name="ComponentBackground1" descr="3d617c32-64fa-4f98-a3a1-c769d3fa676d">
                <a:extLst>
                  <a:ext uri="{FF2B5EF4-FFF2-40B4-BE49-F238E27FC236}">
                    <a16:creationId id="{79C060FF-4E7C-AAE9-4A2B-E268C3649AC1}"/>
                  </a:ext>
                </a:extLst>
              </p:cNvPr>
              <p:cNvSpPr/>
              <p:nvPr/>
            </p:nvSpPr>
            <p:spPr>
              <a:xfrm>
                <a:off x="660399" y="2600286"/>
                <a:ext cx="1942591" cy="3063344"/>
              </a:xfrm>
              <a:prstGeom prst="roundRect">
                <a:avLst>
                  <a:gd name="adj" fmla="val 5758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Number1" descr="34d0919b-f361-4384-b22e-bd25df4b16f2">
                <a:extLst>
                  <a:ext uri="{FF2B5EF4-FFF2-40B4-BE49-F238E27FC236}">
                    <a16:creationId id="{757836A1-3F50-E95E-08EF-3FF47213EB22}"/>
                  </a:ext>
                </a:extLst>
              </p:cNvPr>
              <p:cNvSpPr/>
              <p:nvPr/>
            </p:nvSpPr>
            <p:spPr>
              <a:xfrm>
                <a:off x="1013045" y="2376829"/>
                <a:ext cx="1237298" cy="4469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600" b="1" dirty="0">
                    <a:solidFill>
                      <a:srgbClr val="FFFFFF"/>
                    </a:solidFill>
                  </a:rPr>
                  <a:t>01</a:t>
                </a: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Bullet1" descr="9136619e-b039-460d-b9e6-cea3feb8a5a5">
                <a:extLst>
                  <a:ext uri="{FF2B5EF4-FFF2-40B4-BE49-F238E27FC236}">
                    <a16:creationId id="{57D1E54C-CAA2-AD85-DBB9-ACA455312E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26658" y="2959100"/>
                <a:ext cx="1810072" cy="5911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 dirty="0">
                    <a:solidFill>
                      <a:schemeClr val="accent1"/>
                    </a:solidFill>
                  </a:rPr>
                  <a:t>知识共享机制</a:t>
                </a:r>
                <a:endParaRPr lang="en-US" dirty="0"/>
              </a:p>
            </p:txBody>
          </p:sp>
          <p:sp>
            <p:nvSpPr>
              <p:cNvPr id="49" name="Text1" descr="36872c56-d071-4b57-85a5-1753293862db">
                <a:extLst>
                  <a:ext uri="{FF2B5EF4-FFF2-40B4-BE49-F238E27FC236}">
                    <a16:creationId id="{FB5F181D-66B2-9BD7-D2F3-1A5642DADAA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26658" y="3562053"/>
                <a:ext cx="1810072" cy="18054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effectLst/>
                  </a:rPr>
                  <a:t>提议或规划建立更有效的知识库、定期分享会或“导师制”，促进团队知识沉淀与传承。</a:t>
                </a:r>
                <a:endParaRPr lang="en-US" dirty="0"/>
              </a:p>
            </p:txBody>
          </p:sp>
        </p:grpSp>
        <p:grpSp>
          <p:nvGrpSpPr>
            <p:cNvPr id="26" name="组合 25" descr="5a8fe61a-a08c-4de2-8012-859ef635bd47">
              <a:extLst>
                <a:ext uri="{FF2B5EF4-FFF2-40B4-BE49-F238E27FC236}">
                  <a16:creationId id="{0AF813FF-C019-C6A1-B0DA-21AED8B6DE76}"/>
                </a:ext>
              </a:extLst>
            </p:cNvPr>
            <p:cNvGrpSpPr/>
            <p:nvPr/>
          </p:nvGrpSpPr>
          <p:grpSpPr>
            <a:xfrm>
              <a:off x="3568827" y="2376829"/>
              <a:ext cx="2428845" cy="3286801"/>
              <a:chOff x="2889377" y="2376829"/>
              <a:chExt cx="1942591" cy="3286801"/>
            </a:xfrm>
          </p:grpSpPr>
          <p:sp>
            <p:nvSpPr>
              <p:cNvPr id="42" name="ComponentBackground2" descr="e2551cf4-9f72-456a-9cc4-666ba23eeabb">
                <a:extLst>
                  <a:ext uri="{FF2B5EF4-FFF2-40B4-BE49-F238E27FC236}">
                    <a16:creationId id="{7E725678-C8D3-C516-1C63-1AED2DD3E8C1}"/>
                  </a:ext>
                </a:extLst>
              </p:cNvPr>
              <p:cNvSpPr/>
              <p:nvPr/>
            </p:nvSpPr>
            <p:spPr>
              <a:xfrm>
                <a:off x="2889377" y="2600286"/>
                <a:ext cx="1942591" cy="3063344"/>
              </a:xfrm>
              <a:prstGeom prst="roundRect">
                <a:avLst>
                  <a:gd name="adj" fmla="val 5758"/>
                </a:avLst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Number2" descr="25c91007-7a71-4b47-824c-d8ce53f661ac">
                <a:extLst>
                  <a:ext uri="{FF2B5EF4-FFF2-40B4-BE49-F238E27FC236}">
                    <a16:creationId id="{BEBAACDA-75A0-B0F3-9C6E-E6ADBC2A8C5E}"/>
                  </a:ext>
                </a:extLst>
              </p:cNvPr>
              <p:cNvSpPr/>
              <p:nvPr/>
            </p:nvSpPr>
            <p:spPr>
              <a:xfrm>
                <a:off x="3242023" y="2376829"/>
                <a:ext cx="1237298" cy="4469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600" b="1" dirty="0">
                    <a:solidFill>
                      <a:srgbClr val="FFFFFF"/>
                    </a:solidFill>
                  </a:rPr>
                  <a:t>02</a:t>
                </a: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4" name="Bullet2" descr="2f5527b7-c8d6-48f7-bd78-db981922917b">
                <a:extLst>
                  <a:ext uri="{FF2B5EF4-FFF2-40B4-BE49-F238E27FC236}">
                    <a16:creationId id="{FC643FCD-2E9E-9D11-A63A-93C42DBD63E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55636" y="2959100"/>
                <a:ext cx="1810072" cy="5911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 dirty="0">
                    <a:solidFill>
                      <a:schemeClr val="accent2"/>
                    </a:solidFill>
                  </a:rPr>
                  <a:t>技能提升计划</a:t>
                </a:r>
                <a:endParaRPr lang="en-US" dirty="0"/>
              </a:p>
            </p:txBody>
          </p:sp>
          <p:sp>
            <p:nvSpPr>
              <p:cNvPr id="45" name="Text2" descr="5ae532e2-b720-4411-9d8c-d68922bccab4">
                <a:extLst>
                  <a:ext uri="{FF2B5EF4-FFF2-40B4-BE49-F238E27FC236}">
                    <a16:creationId id="{66EDF01F-7373-9A08-3B61-48AFDDE4914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55636" y="3562053"/>
                <a:ext cx="1810072" cy="18054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effectLst/>
                  </a:rPr>
                  <a:t>建议组织针对性的内部培训或学习小组，帮助团队成员共同提升某项关键技能。</a:t>
                </a:r>
                <a:endParaRPr lang="en-US" dirty="0"/>
              </a:p>
            </p:txBody>
          </p:sp>
        </p:grpSp>
        <p:grpSp>
          <p:nvGrpSpPr>
            <p:cNvPr id="27" name="组合 26" descr="e2f912f7-1f7d-4671-b4be-45d2efc583dc">
              <a:extLst>
                <a:ext uri="{FF2B5EF4-FFF2-40B4-BE49-F238E27FC236}">
                  <a16:creationId id="{360608F5-42BE-1299-5D0E-CEB850D2270D}"/>
                </a:ext>
              </a:extLst>
            </p:cNvPr>
            <p:cNvGrpSpPr/>
            <p:nvPr/>
          </p:nvGrpSpPr>
          <p:grpSpPr>
            <a:xfrm>
              <a:off x="6181627" y="2376829"/>
              <a:ext cx="2428845" cy="3286801"/>
              <a:chOff x="5118355" y="2376829"/>
              <a:chExt cx="1942591" cy="3286801"/>
            </a:xfrm>
          </p:grpSpPr>
          <p:sp>
            <p:nvSpPr>
              <p:cNvPr id="38" name="ComponentBackground3" descr="c780c058-5b64-48cd-b4c8-bee56f540f3e">
                <a:extLst>
                  <a:ext uri="{FF2B5EF4-FFF2-40B4-BE49-F238E27FC236}">
                    <a16:creationId id="{D3FC3E4C-441D-D97B-B9EB-40EDD80FE578}"/>
                  </a:ext>
                </a:extLst>
              </p:cNvPr>
              <p:cNvSpPr/>
              <p:nvPr/>
            </p:nvSpPr>
            <p:spPr>
              <a:xfrm>
                <a:off x="5118355" y="2600286"/>
                <a:ext cx="1942591" cy="3063344"/>
              </a:xfrm>
              <a:prstGeom prst="roundRect">
                <a:avLst>
                  <a:gd name="adj" fmla="val 5758"/>
                </a:avLst>
              </a:prstGeom>
              <a:solidFill>
                <a:schemeClr val="accent3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Number3" descr="caac4bdd-b918-4659-a012-08893fef0c85">
                <a:extLst>
                  <a:ext uri="{FF2B5EF4-FFF2-40B4-BE49-F238E27FC236}">
                    <a16:creationId id="{024F3A72-8F47-9331-DD0C-D47BF64464F7}"/>
                  </a:ext>
                </a:extLst>
              </p:cNvPr>
              <p:cNvSpPr/>
              <p:nvPr/>
            </p:nvSpPr>
            <p:spPr>
              <a:xfrm>
                <a:off x="5471001" y="2376829"/>
                <a:ext cx="1237298" cy="4469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600" b="1" dirty="0">
                    <a:solidFill>
                      <a:srgbClr val="FFFFFF"/>
                    </a:solidFill>
                  </a:rPr>
                  <a:t>03</a:t>
                </a: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" name="Bullet3" descr="91952116-21b2-4cb0-b76a-e60e79c6d372">
                <a:extLst>
                  <a:ext uri="{FF2B5EF4-FFF2-40B4-BE49-F238E27FC236}">
                    <a16:creationId id="{AA2B4258-FB55-694F-BB0A-70374741FD8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84614" y="2959100"/>
                <a:ext cx="1810072" cy="5911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 dirty="0">
                    <a:solidFill>
                      <a:schemeClr val="accent3"/>
                    </a:solidFill>
                  </a:rPr>
                  <a:t>新人培养思考</a:t>
                </a:r>
                <a:endParaRPr lang="en-US" dirty="0"/>
              </a:p>
            </p:txBody>
          </p:sp>
          <p:sp>
            <p:nvSpPr>
              <p:cNvPr id="41" name="Text3" descr="3dc68408-b41b-406d-ac4c-c9f30b462791">
                <a:extLst>
                  <a:ext uri="{FF2B5EF4-FFF2-40B4-BE49-F238E27FC236}">
                    <a16:creationId id="{5AC1B40D-50A4-80C6-4CC1-ECA695FE696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84614" y="3562053"/>
                <a:ext cx="1810072" cy="18054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effectLst/>
                  </a:rPr>
                  <a:t>分享作为“过来人”对新员工培养的建议，如制定个性化的成长计划、提供实践机会等。</a:t>
                </a:r>
                <a:endParaRPr lang="en-US" dirty="0"/>
              </a:p>
            </p:txBody>
          </p:sp>
        </p:grpSp>
        <p:grpSp>
          <p:nvGrpSpPr>
            <p:cNvPr id="28" name="组合 27" descr="108be052-0745-4d96-b3d4-d4a2d9817d8f">
              <a:extLst>
                <a:ext uri="{FF2B5EF4-FFF2-40B4-BE49-F238E27FC236}">
                  <a16:creationId id="{EE5E4752-93E7-0728-61F6-DF605718E21E}"/>
                </a:ext>
              </a:extLst>
            </p:cNvPr>
            <p:cNvGrpSpPr/>
            <p:nvPr/>
          </p:nvGrpSpPr>
          <p:grpSpPr>
            <a:xfrm>
              <a:off x="8794428" y="2376829"/>
              <a:ext cx="2428845" cy="3286801"/>
              <a:chOff x="7347333" y="2376829"/>
              <a:chExt cx="1942591" cy="3286801"/>
            </a:xfrm>
          </p:grpSpPr>
          <p:sp>
            <p:nvSpPr>
              <p:cNvPr id="34" name="ComponentBackground4" descr="3303b3bf-b9ff-4572-802e-a9a40af001b2">
                <a:extLst>
                  <a:ext uri="{FF2B5EF4-FFF2-40B4-BE49-F238E27FC236}">
                    <a16:creationId id="{54923CEA-1052-8B4C-3B14-0B2CCC5930C0}"/>
                  </a:ext>
                </a:extLst>
              </p:cNvPr>
              <p:cNvSpPr/>
              <p:nvPr/>
            </p:nvSpPr>
            <p:spPr>
              <a:xfrm>
                <a:off x="7347333" y="2600286"/>
                <a:ext cx="1942591" cy="3063344"/>
              </a:xfrm>
              <a:prstGeom prst="roundRect">
                <a:avLst>
                  <a:gd name="adj" fmla="val 5758"/>
                </a:avLst>
              </a:prstGeom>
              <a:solidFill>
                <a:schemeClr val="accent4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" name="Number4" descr="347b71b5-1531-43ed-bb5c-b1621ae62c72">
                <a:extLst>
                  <a:ext uri="{FF2B5EF4-FFF2-40B4-BE49-F238E27FC236}">
                    <a16:creationId id="{16E0FB84-72F2-3C2F-7CC2-16B235B5C8C0}"/>
                  </a:ext>
                </a:extLst>
              </p:cNvPr>
              <p:cNvSpPr/>
              <p:nvPr/>
            </p:nvSpPr>
            <p:spPr>
              <a:xfrm>
                <a:off x="7699979" y="2376829"/>
                <a:ext cx="1237298" cy="4469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600" b="1" dirty="0">
                    <a:solidFill>
                      <a:srgbClr val="FFFFFF"/>
                    </a:solidFill>
                  </a:rPr>
                  <a:t>04</a:t>
                </a: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Bullet4" descr="1f1c2560-ec56-414e-83b7-2247d063c9af">
                <a:extLst>
                  <a:ext uri="{FF2B5EF4-FFF2-40B4-BE49-F238E27FC236}">
                    <a16:creationId id="{9C2B82A1-06AD-94A8-AD1A-87A3A6D2DF6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413592" y="2959100"/>
                <a:ext cx="1810072" cy="5911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 dirty="0">
                    <a:solidFill>
                      <a:schemeClr val="accent4"/>
                    </a:solidFill>
                  </a:rPr>
                  <a:t>团队文化营造</a:t>
                </a:r>
                <a:endParaRPr lang="en-US" dirty="0"/>
              </a:p>
            </p:txBody>
          </p:sp>
          <p:sp>
            <p:nvSpPr>
              <p:cNvPr id="37" name="Text4" descr="2beb88e6-96db-4404-8b8a-f328d9a29998">
                <a:extLst>
                  <a:ext uri="{FF2B5EF4-FFF2-40B4-BE49-F238E27FC236}">
                    <a16:creationId id="{8123C0C1-72A1-4A04-947B-83BFBFB658A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413592" y="3562053"/>
                <a:ext cx="1810072" cy="18054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effectLst/>
                  </a:rPr>
                  <a:t>思考如何进一步营造积极向上、勇于创新、宽容失败的团队文化。</a:t>
                </a:r>
                <a:endParaRPr lang="en-US" dirty="0"/>
              </a:p>
            </p:txBody>
          </p:sp>
        </p:grpSp>
      </p:grpSp>
      <p:sp>
        <p:nvSpPr>
          <p:cNvPr id="2" name="" descr="8a583094-733d-4cd6-9fc3-66f25c3126e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团队能力建设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" name="fceee666-b6be-4dba-8f61-93481348c2b9.source.4.zh-Hans.pptx" descr="2361aaa6-b3c6-4b9e-9c02-65f32d606a03">
            <a:extLst>
              <a:ext uri="{FF2B5EF4-FFF2-40B4-BE49-F238E27FC236}">
                <a16:creationId id="{EB4EFC16-3130-86BB-ECEA-F3454FCF7790}"/>
              </a:ext>
            </a:extLst>
          </p:cNvPr>
          <p:cNvGrpSpPr/>
          <p:nvPr/>
        </p:nvGrpSpPr>
        <p:grpSpPr>
          <a:xfrm>
            <a:off x="1066894" y="1163540"/>
            <a:ext cx="10045512" cy="4722910"/>
            <a:chOff x="1066894" y="1163540"/>
            <a:chExt cx="10045512" cy="4722910"/>
          </a:xfrm>
        </p:grpSpPr>
        <p:sp>
          <p:nvSpPr>
            <p:cNvPr id="4" name="Title" descr="3bc6f8b5-91e1-444c-996d-2482e0a86daf">
              <a:extLst>
                <a:ext uri="{FF2B5EF4-FFF2-40B4-BE49-F238E27FC236}">
                  <a16:creationId id="{771C489A-4FB5-D83C-2131-4BCAF059D9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35366" y="1163540"/>
              <a:ext cx="9446409" cy="8221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>制定持续学习的计划，保持个人竞争力</a:t>
              </a:r>
              <a:endParaRPr lang="en-US" dirty="0"/>
            </a:p>
          </p:txBody>
        </p:sp>
        <p:sp>
          <p:nvSpPr>
            <p:cNvPr id="18" name="图形 39" descr="cab89ab9-a398-4452-876b-ec7ca52f83a7">
              <a:extLst>
                <a:ext uri="{FF2B5EF4-FFF2-40B4-BE49-F238E27FC236}">
                  <a16:creationId id="{7860226F-A4E4-08A5-4898-C6DE36EAE7E0}"/>
                </a:ext>
              </a:extLst>
            </p:cNvPr>
            <p:cNvSpPr/>
            <p:nvPr/>
          </p:nvSpPr>
          <p:spPr>
            <a:xfrm rot="604194">
              <a:off x="5551265" y="2207863"/>
              <a:ext cx="1106862" cy="379722"/>
            </a:xfrm>
            <a:custGeom>
              <a:avLst/>
              <a:gdLst>
                <a:gd name="connsiteX0" fmla="*/ 6359155 w 7613202"/>
                <a:gd name="connsiteY0" fmla="*/ 1651060 h 2611788"/>
                <a:gd name="connsiteX1" fmla="*/ 5787274 w 7613202"/>
                <a:gd name="connsiteY1" fmla="*/ 1185383 h 2611788"/>
                <a:gd name="connsiteX2" fmla="*/ 4121447 w 7613202"/>
                <a:gd name="connsiteY2" fmla="*/ 512537 h 2611788"/>
                <a:gd name="connsiteX3" fmla="*/ 2936632 w 7613202"/>
                <a:gd name="connsiteY3" fmla="*/ 460816 h 2611788"/>
                <a:gd name="connsiteX4" fmla="*/ 1536266 w 7613202"/>
                <a:gd name="connsiteY4" fmla="*/ 834672 h 2611788"/>
                <a:gd name="connsiteX5" fmla="*/ 503471 w 7613202"/>
                <a:gd name="connsiteY5" fmla="*/ 1672396 h 2611788"/>
                <a:gd name="connsiteX6" fmla="*/ 413078 w 7613202"/>
                <a:gd name="connsiteY6" fmla="*/ 1806413 h 2611788"/>
                <a:gd name="connsiteX7" fmla="*/ 103897 w 7613202"/>
                <a:gd name="connsiteY7" fmla="*/ 1885280 h 2611788"/>
                <a:gd name="connsiteX8" fmla="*/ 39413 w 7613202"/>
                <a:gd name="connsiteY8" fmla="*/ 1569050 h 2611788"/>
                <a:gd name="connsiteX9" fmla="*/ 933905 w 7613202"/>
                <a:gd name="connsiteY9" fmla="*/ 672938 h 2611788"/>
                <a:gd name="connsiteX10" fmla="*/ 2373609 w 7613202"/>
                <a:gd name="connsiteY10" fmla="*/ 90865 h 2611788"/>
                <a:gd name="connsiteX11" fmla="*/ 3576045 w 7613202"/>
                <a:gd name="connsiteY11" fmla="*/ 7521 h 2611788"/>
                <a:gd name="connsiteX12" fmla="*/ 6646143 w 7613202"/>
                <a:gd name="connsiteY12" fmla="*/ 1312065 h 2611788"/>
                <a:gd name="connsiteX13" fmla="*/ 6673575 w 7613202"/>
                <a:gd name="connsiteY13" fmla="*/ 1335973 h 2611788"/>
                <a:gd name="connsiteX14" fmla="*/ 7023809 w 7613202"/>
                <a:gd name="connsiteY14" fmla="*/ 985453 h 2611788"/>
                <a:gd name="connsiteX15" fmla="*/ 7226311 w 7613202"/>
                <a:gd name="connsiteY15" fmla="*/ 917540 h 2611788"/>
                <a:gd name="connsiteX16" fmla="*/ 7402428 w 7613202"/>
                <a:gd name="connsiteY16" fmla="*/ 1087847 h 2611788"/>
                <a:gd name="connsiteX17" fmla="*/ 7497488 w 7613202"/>
                <a:gd name="connsiteY17" fmla="*/ 1654394 h 2611788"/>
                <a:gd name="connsiteX18" fmla="*/ 7607597 w 7613202"/>
                <a:gd name="connsiteY18" fmla="*/ 2324382 h 2611788"/>
                <a:gd name="connsiteX19" fmla="*/ 7331562 w 7613202"/>
                <a:gd name="connsiteY19" fmla="*/ 2607084 h 2611788"/>
                <a:gd name="connsiteX20" fmla="*/ 6104075 w 7613202"/>
                <a:gd name="connsiteY20" fmla="*/ 2406298 h 2611788"/>
                <a:gd name="connsiteX21" fmla="*/ 5925387 w 7613202"/>
                <a:gd name="connsiteY21" fmla="*/ 2255803 h 2611788"/>
                <a:gd name="connsiteX22" fmla="*/ 5981108 w 7613202"/>
                <a:gd name="connsiteY22" fmla="*/ 2028441 h 2611788"/>
                <a:gd name="connsiteX23" fmla="*/ 6359060 w 7613202"/>
                <a:gd name="connsiteY23" fmla="*/ 1651060 h 261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613202" h="2611788">
                  <a:moveTo>
                    <a:pt x="6359155" y="1651060"/>
                  </a:moveTo>
                  <a:cubicBezTo>
                    <a:pt x="6180942" y="1474371"/>
                    <a:pt x="5990537" y="1322067"/>
                    <a:pt x="5787274" y="1185383"/>
                  </a:cubicBezTo>
                  <a:cubicBezTo>
                    <a:pt x="5279401" y="843816"/>
                    <a:pt x="4723808" y="619503"/>
                    <a:pt x="4121447" y="512537"/>
                  </a:cubicBezTo>
                  <a:cubicBezTo>
                    <a:pt x="3729112" y="442814"/>
                    <a:pt x="3334110" y="427860"/>
                    <a:pt x="2936632" y="460816"/>
                  </a:cubicBezTo>
                  <a:cubicBezTo>
                    <a:pt x="2447047" y="501393"/>
                    <a:pt x="1977179" y="614645"/>
                    <a:pt x="1536266" y="834672"/>
                  </a:cubicBezTo>
                  <a:cubicBezTo>
                    <a:pt x="1130406" y="1037174"/>
                    <a:pt x="778743" y="1308256"/>
                    <a:pt x="503471" y="1672396"/>
                  </a:cubicBezTo>
                  <a:cubicBezTo>
                    <a:pt x="470990" y="1715354"/>
                    <a:pt x="442225" y="1761074"/>
                    <a:pt x="413078" y="1806413"/>
                  </a:cubicBezTo>
                  <a:cubicBezTo>
                    <a:pt x="341260" y="1918427"/>
                    <a:pt x="211339" y="1951955"/>
                    <a:pt x="103897" y="1885280"/>
                  </a:cubicBezTo>
                  <a:cubicBezTo>
                    <a:pt x="-4212" y="1818224"/>
                    <a:pt x="-31834" y="1683445"/>
                    <a:pt x="39413" y="1569050"/>
                  </a:cubicBezTo>
                  <a:cubicBezTo>
                    <a:pt x="268489" y="1201385"/>
                    <a:pt x="577575" y="912873"/>
                    <a:pt x="933905" y="672938"/>
                  </a:cubicBezTo>
                  <a:cubicBezTo>
                    <a:pt x="1372341" y="377568"/>
                    <a:pt x="1856687" y="193449"/>
                    <a:pt x="2373609" y="90865"/>
                  </a:cubicBezTo>
                  <a:cubicBezTo>
                    <a:pt x="2770992" y="11998"/>
                    <a:pt x="3172757" y="-14672"/>
                    <a:pt x="3576045" y="7521"/>
                  </a:cubicBezTo>
                  <a:cubicBezTo>
                    <a:pt x="4755526" y="72291"/>
                    <a:pt x="5783750" y="498440"/>
                    <a:pt x="6646143" y="1312065"/>
                  </a:cubicBezTo>
                  <a:cubicBezTo>
                    <a:pt x="6654144" y="1319590"/>
                    <a:pt x="6662621" y="1326448"/>
                    <a:pt x="6673575" y="1335973"/>
                  </a:cubicBezTo>
                  <a:cubicBezTo>
                    <a:pt x="6791018" y="1218435"/>
                    <a:pt x="6907509" y="1102039"/>
                    <a:pt x="7023809" y="985453"/>
                  </a:cubicBezTo>
                  <a:cubicBezTo>
                    <a:pt x="7080102" y="929065"/>
                    <a:pt x="7146206" y="901824"/>
                    <a:pt x="7226311" y="917540"/>
                  </a:cubicBezTo>
                  <a:cubicBezTo>
                    <a:pt x="7321466" y="936209"/>
                    <a:pt x="7384902" y="992692"/>
                    <a:pt x="7402428" y="1087847"/>
                  </a:cubicBezTo>
                  <a:cubicBezTo>
                    <a:pt x="7437099" y="1276156"/>
                    <a:pt x="7466436" y="1465418"/>
                    <a:pt x="7497488" y="1654394"/>
                  </a:cubicBezTo>
                  <a:cubicBezTo>
                    <a:pt x="7534159" y="1877755"/>
                    <a:pt x="7568163" y="2101498"/>
                    <a:pt x="7607597" y="2324382"/>
                  </a:cubicBezTo>
                  <a:cubicBezTo>
                    <a:pt x="7641030" y="2513073"/>
                    <a:pt x="7521872" y="2638041"/>
                    <a:pt x="7331562" y="2607084"/>
                  </a:cubicBezTo>
                  <a:cubicBezTo>
                    <a:pt x="6922368" y="2540409"/>
                    <a:pt x="6513270" y="2473258"/>
                    <a:pt x="6104075" y="2406298"/>
                  </a:cubicBezTo>
                  <a:cubicBezTo>
                    <a:pt x="6014636" y="2391629"/>
                    <a:pt x="5952724" y="2342194"/>
                    <a:pt x="5925387" y="2255803"/>
                  </a:cubicBezTo>
                  <a:cubicBezTo>
                    <a:pt x="5898240" y="2170173"/>
                    <a:pt x="5916909" y="2092735"/>
                    <a:pt x="5981108" y="2028441"/>
                  </a:cubicBezTo>
                  <a:cubicBezTo>
                    <a:pt x="6105504" y="1903854"/>
                    <a:pt x="6230282" y="1779648"/>
                    <a:pt x="6359060" y="1651060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39" descr="621165e3-13a6-465a-b760-ad0d67e55e68">
              <a:extLst>
                <a:ext uri="{FF2B5EF4-FFF2-40B4-BE49-F238E27FC236}">
                  <a16:creationId id="{19C0B5CC-C24B-504A-2C40-A794F87107AA}"/>
                </a:ext>
              </a:extLst>
            </p:cNvPr>
            <p:cNvSpPr/>
            <p:nvPr/>
          </p:nvSpPr>
          <p:spPr>
            <a:xfrm rot="6289002">
              <a:off x="7168178" y="3866132"/>
              <a:ext cx="1106862" cy="379722"/>
            </a:xfrm>
            <a:custGeom>
              <a:avLst/>
              <a:gdLst>
                <a:gd name="connsiteX0" fmla="*/ 6359155 w 7613202"/>
                <a:gd name="connsiteY0" fmla="*/ 1651060 h 2611788"/>
                <a:gd name="connsiteX1" fmla="*/ 5787274 w 7613202"/>
                <a:gd name="connsiteY1" fmla="*/ 1185383 h 2611788"/>
                <a:gd name="connsiteX2" fmla="*/ 4121447 w 7613202"/>
                <a:gd name="connsiteY2" fmla="*/ 512537 h 2611788"/>
                <a:gd name="connsiteX3" fmla="*/ 2936632 w 7613202"/>
                <a:gd name="connsiteY3" fmla="*/ 460816 h 2611788"/>
                <a:gd name="connsiteX4" fmla="*/ 1536266 w 7613202"/>
                <a:gd name="connsiteY4" fmla="*/ 834672 h 2611788"/>
                <a:gd name="connsiteX5" fmla="*/ 503471 w 7613202"/>
                <a:gd name="connsiteY5" fmla="*/ 1672396 h 2611788"/>
                <a:gd name="connsiteX6" fmla="*/ 413078 w 7613202"/>
                <a:gd name="connsiteY6" fmla="*/ 1806413 h 2611788"/>
                <a:gd name="connsiteX7" fmla="*/ 103897 w 7613202"/>
                <a:gd name="connsiteY7" fmla="*/ 1885280 h 2611788"/>
                <a:gd name="connsiteX8" fmla="*/ 39413 w 7613202"/>
                <a:gd name="connsiteY8" fmla="*/ 1569050 h 2611788"/>
                <a:gd name="connsiteX9" fmla="*/ 933905 w 7613202"/>
                <a:gd name="connsiteY9" fmla="*/ 672938 h 2611788"/>
                <a:gd name="connsiteX10" fmla="*/ 2373609 w 7613202"/>
                <a:gd name="connsiteY10" fmla="*/ 90865 h 2611788"/>
                <a:gd name="connsiteX11" fmla="*/ 3576045 w 7613202"/>
                <a:gd name="connsiteY11" fmla="*/ 7521 h 2611788"/>
                <a:gd name="connsiteX12" fmla="*/ 6646143 w 7613202"/>
                <a:gd name="connsiteY12" fmla="*/ 1312065 h 2611788"/>
                <a:gd name="connsiteX13" fmla="*/ 6673575 w 7613202"/>
                <a:gd name="connsiteY13" fmla="*/ 1335973 h 2611788"/>
                <a:gd name="connsiteX14" fmla="*/ 7023809 w 7613202"/>
                <a:gd name="connsiteY14" fmla="*/ 985453 h 2611788"/>
                <a:gd name="connsiteX15" fmla="*/ 7226311 w 7613202"/>
                <a:gd name="connsiteY15" fmla="*/ 917540 h 2611788"/>
                <a:gd name="connsiteX16" fmla="*/ 7402428 w 7613202"/>
                <a:gd name="connsiteY16" fmla="*/ 1087847 h 2611788"/>
                <a:gd name="connsiteX17" fmla="*/ 7497488 w 7613202"/>
                <a:gd name="connsiteY17" fmla="*/ 1654394 h 2611788"/>
                <a:gd name="connsiteX18" fmla="*/ 7607597 w 7613202"/>
                <a:gd name="connsiteY18" fmla="*/ 2324382 h 2611788"/>
                <a:gd name="connsiteX19" fmla="*/ 7331562 w 7613202"/>
                <a:gd name="connsiteY19" fmla="*/ 2607084 h 2611788"/>
                <a:gd name="connsiteX20" fmla="*/ 6104075 w 7613202"/>
                <a:gd name="connsiteY20" fmla="*/ 2406298 h 2611788"/>
                <a:gd name="connsiteX21" fmla="*/ 5925387 w 7613202"/>
                <a:gd name="connsiteY21" fmla="*/ 2255803 h 2611788"/>
                <a:gd name="connsiteX22" fmla="*/ 5981108 w 7613202"/>
                <a:gd name="connsiteY22" fmla="*/ 2028441 h 2611788"/>
                <a:gd name="connsiteX23" fmla="*/ 6359060 w 7613202"/>
                <a:gd name="connsiteY23" fmla="*/ 1651060 h 261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613202" h="2611788">
                  <a:moveTo>
                    <a:pt x="6359155" y="1651060"/>
                  </a:moveTo>
                  <a:cubicBezTo>
                    <a:pt x="6180942" y="1474371"/>
                    <a:pt x="5990537" y="1322067"/>
                    <a:pt x="5787274" y="1185383"/>
                  </a:cubicBezTo>
                  <a:cubicBezTo>
                    <a:pt x="5279401" y="843816"/>
                    <a:pt x="4723808" y="619503"/>
                    <a:pt x="4121447" y="512537"/>
                  </a:cubicBezTo>
                  <a:cubicBezTo>
                    <a:pt x="3729112" y="442814"/>
                    <a:pt x="3334110" y="427860"/>
                    <a:pt x="2936632" y="460816"/>
                  </a:cubicBezTo>
                  <a:cubicBezTo>
                    <a:pt x="2447047" y="501393"/>
                    <a:pt x="1977179" y="614645"/>
                    <a:pt x="1536266" y="834672"/>
                  </a:cubicBezTo>
                  <a:cubicBezTo>
                    <a:pt x="1130406" y="1037174"/>
                    <a:pt x="778743" y="1308256"/>
                    <a:pt x="503471" y="1672396"/>
                  </a:cubicBezTo>
                  <a:cubicBezTo>
                    <a:pt x="470990" y="1715354"/>
                    <a:pt x="442225" y="1761074"/>
                    <a:pt x="413078" y="1806413"/>
                  </a:cubicBezTo>
                  <a:cubicBezTo>
                    <a:pt x="341260" y="1918427"/>
                    <a:pt x="211339" y="1951955"/>
                    <a:pt x="103897" y="1885280"/>
                  </a:cubicBezTo>
                  <a:cubicBezTo>
                    <a:pt x="-4212" y="1818224"/>
                    <a:pt x="-31834" y="1683445"/>
                    <a:pt x="39413" y="1569050"/>
                  </a:cubicBezTo>
                  <a:cubicBezTo>
                    <a:pt x="268489" y="1201385"/>
                    <a:pt x="577575" y="912873"/>
                    <a:pt x="933905" y="672938"/>
                  </a:cubicBezTo>
                  <a:cubicBezTo>
                    <a:pt x="1372341" y="377568"/>
                    <a:pt x="1856687" y="193449"/>
                    <a:pt x="2373609" y="90865"/>
                  </a:cubicBezTo>
                  <a:cubicBezTo>
                    <a:pt x="2770992" y="11998"/>
                    <a:pt x="3172757" y="-14672"/>
                    <a:pt x="3576045" y="7521"/>
                  </a:cubicBezTo>
                  <a:cubicBezTo>
                    <a:pt x="4755526" y="72291"/>
                    <a:pt x="5783750" y="498440"/>
                    <a:pt x="6646143" y="1312065"/>
                  </a:cubicBezTo>
                  <a:cubicBezTo>
                    <a:pt x="6654144" y="1319590"/>
                    <a:pt x="6662621" y="1326448"/>
                    <a:pt x="6673575" y="1335973"/>
                  </a:cubicBezTo>
                  <a:cubicBezTo>
                    <a:pt x="6791018" y="1218435"/>
                    <a:pt x="6907509" y="1102039"/>
                    <a:pt x="7023809" y="985453"/>
                  </a:cubicBezTo>
                  <a:cubicBezTo>
                    <a:pt x="7080102" y="929065"/>
                    <a:pt x="7146206" y="901824"/>
                    <a:pt x="7226311" y="917540"/>
                  </a:cubicBezTo>
                  <a:cubicBezTo>
                    <a:pt x="7321466" y="936209"/>
                    <a:pt x="7384902" y="992692"/>
                    <a:pt x="7402428" y="1087847"/>
                  </a:cubicBezTo>
                  <a:cubicBezTo>
                    <a:pt x="7437099" y="1276156"/>
                    <a:pt x="7466436" y="1465418"/>
                    <a:pt x="7497488" y="1654394"/>
                  </a:cubicBezTo>
                  <a:cubicBezTo>
                    <a:pt x="7534159" y="1877755"/>
                    <a:pt x="7568163" y="2101498"/>
                    <a:pt x="7607597" y="2324382"/>
                  </a:cubicBezTo>
                  <a:cubicBezTo>
                    <a:pt x="7641030" y="2513073"/>
                    <a:pt x="7521872" y="2638041"/>
                    <a:pt x="7331562" y="2607084"/>
                  </a:cubicBezTo>
                  <a:cubicBezTo>
                    <a:pt x="6922368" y="2540409"/>
                    <a:pt x="6513270" y="2473258"/>
                    <a:pt x="6104075" y="2406298"/>
                  </a:cubicBezTo>
                  <a:cubicBezTo>
                    <a:pt x="6014636" y="2391629"/>
                    <a:pt x="5952724" y="2342194"/>
                    <a:pt x="5925387" y="2255803"/>
                  </a:cubicBezTo>
                  <a:cubicBezTo>
                    <a:pt x="5898240" y="2170173"/>
                    <a:pt x="5916909" y="2092735"/>
                    <a:pt x="5981108" y="2028441"/>
                  </a:cubicBezTo>
                  <a:cubicBezTo>
                    <a:pt x="6105504" y="1903854"/>
                    <a:pt x="6230282" y="1779648"/>
                    <a:pt x="6359060" y="1651060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39" descr="57480ecb-297d-4d13-a7c8-87fc5a8eaa57">
              <a:extLst>
                <a:ext uri="{FF2B5EF4-FFF2-40B4-BE49-F238E27FC236}">
                  <a16:creationId id="{AF6F8548-1288-3ABF-4E43-CC9999ACED03}"/>
                </a:ext>
              </a:extLst>
            </p:cNvPr>
            <p:cNvSpPr/>
            <p:nvPr/>
          </p:nvSpPr>
          <p:spPr>
            <a:xfrm rot="6289002" flipH="1" flipV="1">
              <a:off x="3963005" y="3866132"/>
              <a:ext cx="1106862" cy="379722"/>
            </a:xfrm>
            <a:custGeom>
              <a:avLst/>
              <a:gdLst>
                <a:gd name="connsiteX0" fmla="*/ 6359155 w 7613202"/>
                <a:gd name="connsiteY0" fmla="*/ 1651060 h 2611788"/>
                <a:gd name="connsiteX1" fmla="*/ 5787274 w 7613202"/>
                <a:gd name="connsiteY1" fmla="*/ 1185383 h 2611788"/>
                <a:gd name="connsiteX2" fmla="*/ 4121447 w 7613202"/>
                <a:gd name="connsiteY2" fmla="*/ 512537 h 2611788"/>
                <a:gd name="connsiteX3" fmla="*/ 2936632 w 7613202"/>
                <a:gd name="connsiteY3" fmla="*/ 460816 h 2611788"/>
                <a:gd name="connsiteX4" fmla="*/ 1536266 w 7613202"/>
                <a:gd name="connsiteY4" fmla="*/ 834672 h 2611788"/>
                <a:gd name="connsiteX5" fmla="*/ 503471 w 7613202"/>
                <a:gd name="connsiteY5" fmla="*/ 1672396 h 2611788"/>
                <a:gd name="connsiteX6" fmla="*/ 413078 w 7613202"/>
                <a:gd name="connsiteY6" fmla="*/ 1806413 h 2611788"/>
                <a:gd name="connsiteX7" fmla="*/ 103897 w 7613202"/>
                <a:gd name="connsiteY7" fmla="*/ 1885280 h 2611788"/>
                <a:gd name="connsiteX8" fmla="*/ 39413 w 7613202"/>
                <a:gd name="connsiteY8" fmla="*/ 1569050 h 2611788"/>
                <a:gd name="connsiteX9" fmla="*/ 933905 w 7613202"/>
                <a:gd name="connsiteY9" fmla="*/ 672938 h 2611788"/>
                <a:gd name="connsiteX10" fmla="*/ 2373609 w 7613202"/>
                <a:gd name="connsiteY10" fmla="*/ 90865 h 2611788"/>
                <a:gd name="connsiteX11" fmla="*/ 3576045 w 7613202"/>
                <a:gd name="connsiteY11" fmla="*/ 7521 h 2611788"/>
                <a:gd name="connsiteX12" fmla="*/ 6646143 w 7613202"/>
                <a:gd name="connsiteY12" fmla="*/ 1312065 h 2611788"/>
                <a:gd name="connsiteX13" fmla="*/ 6673575 w 7613202"/>
                <a:gd name="connsiteY13" fmla="*/ 1335973 h 2611788"/>
                <a:gd name="connsiteX14" fmla="*/ 7023809 w 7613202"/>
                <a:gd name="connsiteY14" fmla="*/ 985453 h 2611788"/>
                <a:gd name="connsiteX15" fmla="*/ 7226311 w 7613202"/>
                <a:gd name="connsiteY15" fmla="*/ 917540 h 2611788"/>
                <a:gd name="connsiteX16" fmla="*/ 7402428 w 7613202"/>
                <a:gd name="connsiteY16" fmla="*/ 1087847 h 2611788"/>
                <a:gd name="connsiteX17" fmla="*/ 7497488 w 7613202"/>
                <a:gd name="connsiteY17" fmla="*/ 1654394 h 2611788"/>
                <a:gd name="connsiteX18" fmla="*/ 7607597 w 7613202"/>
                <a:gd name="connsiteY18" fmla="*/ 2324382 h 2611788"/>
                <a:gd name="connsiteX19" fmla="*/ 7331562 w 7613202"/>
                <a:gd name="connsiteY19" fmla="*/ 2607084 h 2611788"/>
                <a:gd name="connsiteX20" fmla="*/ 6104075 w 7613202"/>
                <a:gd name="connsiteY20" fmla="*/ 2406298 h 2611788"/>
                <a:gd name="connsiteX21" fmla="*/ 5925387 w 7613202"/>
                <a:gd name="connsiteY21" fmla="*/ 2255803 h 2611788"/>
                <a:gd name="connsiteX22" fmla="*/ 5981108 w 7613202"/>
                <a:gd name="connsiteY22" fmla="*/ 2028441 h 2611788"/>
                <a:gd name="connsiteX23" fmla="*/ 6359060 w 7613202"/>
                <a:gd name="connsiteY23" fmla="*/ 1651060 h 261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613202" h="2611788">
                  <a:moveTo>
                    <a:pt x="6359155" y="1651060"/>
                  </a:moveTo>
                  <a:cubicBezTo>
                    <a:pt x="6180942" y="1474371"/>
                    <a:pt x="5990537" y="1322067"/>
                    <a:pt x="5787274" y="1185383"/>
                  </a:cubicBezTo>
                  <a:cubicBezTo>
                    <a:pt x="5279401" y="843816"/>
                    <a:pt x="4723808" y="619503"/>
                    <a:pt x="4121447" y="512537"/>
                  </a:cubicBezTo>
                  <a:cubicBezTo>
                    <a:pt x="3729112" y="442814"/>
                    <a:pt x="3334110" y="427860"/>
                    <a:pt x="2936632" y="460816"/>
                  </a:cubicBezTo>
                  <a:cubicBezTo>
                    <a:pt x="2447047" y="501393"/>
                    <a:pt x="1977179" y="614645"/>
                    <a:pt x="1536266" y="834672"/>
                  </a:cubicBezTo>
                  <a:cubicBezTo>
                    <a:pt x="1130406" y="1037174"/>
                    <a:pt x="778743" y="1308256"/>
                    <a:pt x="503471" y="1672396"/>
                  </a:cubicBezTo>
                  <a:cubicBezTo>
                    <a:pt x="470990" y="1715354"/>
                    <a:pt x="442225" y="1761074"/>
                    <a:pt x="413078" y="1806413"/>
                  </a:cubicBezTo>
                  <a:cubicBezTo>
                    <a:pt x="341260" y="1918427"/>
                    <a:pt x="211339" y="1951955"/>
                    <a:pt x="103897" y="1885280"/>
                  </a:cubicBezTo>
                  <a:cubicBezTo>
                    <a:pt x="-4212" y="1818224"/>
                    <a:pt x="-31834" y="1683445"/>
                    <a:pt x="39413" y="1569050"/>
                  </a:cubicBezTo>
                  <a:cubicBezTo>
                    <a:pt x="268489" y="1201385"/>
                    <a:pt x="577575" y="912873"/>
                    <a:pt x="933905" y="672938"/>
                  </a:cubicBezTo>
                  <a:cubicBezTo>
                    <a:pt x="1372341" y="377568"/>
                    <a:pt x="1856687" y="193449"/>
                    <a:pt x="2373609" y="90865"/>
                  </a:cubicBezTo>
                  <a:cubicBezTo>
                    <a:pt x="2770992" y="11998"/>
                    <a:pt x="3172757" y="-14672"/>
                    <a:pt x="3576045" y="7521"/>
                  </a:cubicBezTo>
                  <a:cubicBezTo>
                    <a:pt x="4755526" y="72291"/>
                    <a:pt x="5783750" y="498440"/>
                    <a:pt x="6646143" y="1312065"/>
                  </a:cubicBezTo>
                  <a:cubicBezTo>
                    <a:pt x="6654144" y="1319590"/>
                    <a:pt x="6662621" y="1326448"/>
                    <a:pt x="6673575" y="1335973"/>
                  </a:cubicBezTo>
                  <a:cubicBezTo>
                    <a:pt x="6791018" y="1218435"/>
                    <a:pt x="6907509" y="1102039"/>
                    <a:pt x="7023809" y="985453"/>
                  </a:cubicBezTo>
                  <a:cubicBezTo>
                    <a:pt x="7080102" y="929065"/>
                    <a:pt x="7146206" y="901824"/>
                    <a:pt x="7226311" y="917540"/>
                  </a:cubicBezTo>
                  <a:cubicBezTo>
                    <a:pt x="7321466" y="936209"/>
                    <a:pt x="7384902" y="992692"/>
                    <a:pt x="7402428" y="1087847"/>
                  </a:cubicBezTo>
                  <a:cubicBezTo>
                    <a:pt x="7437099" y="1276156"/>
                    <a:pt x="7466436" y="1465418"/>
                    <a:pt x="7497488" y="1654394"/>
                  </a:cubicBezTo>
                  <a:cubicBezTo>
                    <a:pt x="7534159" y="1877755"/>
                    <a:pt x="7568163" y="2101498"/>
                    <a:pt x="7607597" y="2324382"/>
                  </a:cubicBezTo>
                  <a:cubicBezTo>
                    <a:pt x="7641030" y="2513073"/>
                    <a:pt x="7521872" y="2638041"/>
                    <a:pt x="7331562" y="2607084"/>
                  </a:cubicBezTo>
                  <a:cubicBezTo>
                    <a:pt x="6922368" y="2540409"/>
                    <a:pt x="6513270" y="2473258"/>
                    <a:pt x="6104075" y="2406298"/>
                  </a:cubicBezTo>
                  <a:cubicBezTo>
                    <a:pt x="6014636" y="2391629"/>
                    <a:pt x="5952724" y="2342194"/>
                    <a:pt x="5925387" y="2255803"/>
                  </a:cubicBezTo>
                  <a:cubicBezTo>
                    <a:pt x="5898240" y="2170173"/>
                    <a:pt x="5916909" y="2092735"/>
                    <a:pt x="5981108" y="2028441"/>
                  </a:cubicBezTo>
                  <a:cubicBezTo>
                    <a:pt x="6105504" y="1903854"/>
                    <a:pt x="6230282" y="1779648"/>
                    <a:pt x="6359060" y="165106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39" descr="360907ab-d68b-4c08-9bc1-2d3721dddb37">
              <a:extLst>
                <a:ext uri="{FF2B5EF4-FFF2-40B4-BE49-F238E27FC236}">
                  <a16:creationId id="{B6F5D400-F014-DD87-EE29-6A62126F86DD}"/>
                </a:ext>
              </a:extLst>
            </p:cNvPr>
            <p:cNvSpPr/>
            <p:nvPr/>
          </p:nvSpPr>
          <p:spPr>
            <a:xfrm rot="604194" flipH="1" flipV="1">
              <a:off x="5632413" y="5387835"/>
              <a:ext cx="1106862" cy="379722"/>
            </a:xfrm>
            <a:custGeom>
              <a:avLst/>
              <a:gdLst>
                <a:gd name="connsiteX0" fmla="*/ 6359155 w 7613202"/>
                <a:gd name="connsiteY0" fmla="*/ 1651060 h 2611788"/>
                <a:gd name="connsiteX1" fmla="*/ 5787274 w 7613202"/>
                <a:gd name="connsiteY1" fmla="*/ 1185383 h 2611788"/>
                <a:gd name="connsiteX2" fmla="*/ 4121447 w 7613202"/>
                <a:gd name="connsiteY2" fmla="*/ 512537 h 2611788"/>
                <a:gd name="connsiteX3" fmla="*/ 2936632 w 7613202"/>
                <a:gd name="connsiteY3" fmla="*/ 460816 h 2611788"/>
                <a:gd name="connsiteX4" fmla="*/ 1536266 w 7613202"/>
                <a:gd name="connsiteY4" fmla="*/ 834672 h 2611788"/>
                <a:gd name="connsiteX5" fmla="*/ 503471 w 7613202"/>
                <a:gd name="connsiteY5" fmla="*/ 1672396 h 2611788"/>
                <a:gd name="connsiteX6" fmla="*/ 413078 w 7613202"/>
                <a:gd name="connsiteY6" fmla="*/ 1806413 h 2611788"/>
                <a:gd name="connsiteX7" fmla="*/ 103897 w 7613202"/>
                <a:gd name="connsiteY7" fmla="*/ 1885280 h 2611788"/>
                <a:gd name="connsiteX8" fmla="*/ 39413 w 7613202"/>
                <a:gd name="connsiteY8" fmla="*/ 1569050 h 2611788"/>
                <a:gd name="connsiteX9" fmla="*/ 933905 w 7613202"/>
                <a:gd name="connsiteY9" fmla="*/ 672938 h 2611788"/>
                <a:gd name="connsiteX10" fmla="*/ 2373609 w 7613202"/>
                <a:gd name="connsiteY10" fmla="*/ 90865 h 2611788"/>
                <a:gd name="connsiteX11" fmla="*/ 3576045 w 7613202"/>
                <a:gd name="connsiteY11" fmla="*/ 7521 h 2611788"/>
                <a:gd name="connsiteX12" fmla="*/ 6646143 w 7613202"/>
                <a:gd name="connsiteY12" fmla="*/ 1312065 h 2611788"/>
                <a:gd name="connsiteX13" fmla="*/ 6673575 w 7613202"/>
                <a:gd name="connsiteY13" fmla="*/ 1335973 h 2611788"/>
                <a:gd name="connsiteX14" fmla="*/ 7023809 w 7613202"/>
                <a:gd name="connsiteY14" fmla="*/ 985453 h 2611788"/>
                <a:gd name="connsiteX15" fmla="*/ 7226311 w 7613202"/>
                <a:gd name="connsiteY15" fmla="*/ 917540 h 2611788"/>
                <a:gd name="connsiteX16" fmla="*/ 7402428 w 7613202"/>
                <a:gd name="connsiteY16" fmla="*/ 1087847 h 2611788"/>
                <a:gd name="connsiteX17" fmla="*/ 7497488 w 7613202"/>
                <a:gd name="connsiteY17" fmla="*/ 1654394 h 2611788"/>
                <a:gd name="connsiteX18" fmla="*/ 7607597 w 7613202"/>
                <a:gd name="connsiteY18" fmla="*/ 2324382 h 2611788"/>
                <a:gd name="connsiteX19" fmla="*/ 7331562 w 7613202"/>
                <a:gd name="connsiteY19" fmla="*/ 2607084 h 2611788"/>
                <a:gd name="connsiteX20" fmla="*/ 6104075 w 7613202"/>
                <a:gd name="connsiteY20" fmla="*/ 2406298 h 2611788"/>
                <a:gd name="connsiteX21" fmla="*/ 5925387 w 7613202"/>
                <a:gd name="connsiteY21" fmla="*/ 2255803 h 2611788"/>
                <a:gd name="connsiteX22" fmla="*/ 5981108 w 7613202"/>
                <a:gd name="connsiteY22" fmla="*/ 2028441 h 2611788"/>
                <a:gd name="connsiteX23" fmla="*/ 6359060 w 7613202"/>
                <a:gd name="connsiteY23" fmla="*/ 1651060 h 261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613202" h="2611788">
                  <a:moveTo>
                    <a:pt x="6359155" y="1651060"/>
                  </a:moveTo>
                  <a:cubicBezTo>
                    <a:pt x="6180942" y="1474371"/>
                    <a:pt x="5990537" y="1322067"/>
                    <a:pt x="5787274" y="1185383"/>
                  </a:cubicBezTo>
                  <a:cubicBezTo>
                    <a:pt x="5279401" y="843816"/>
                    <a:pt x="4723808" y="619503"/>
                    <a:pt x="4121447" y="512537"/>
                  </a:cubicBezTo>
                  <a:cubicBezTo>
                    <a:pt x="3729112" y="442814"/>
                    <a:pt x="3334110" y="427860"/>
                    <a:pt x="2936632" y="460816"/>
                  </a:cubicBezTo>
                  <a:cubicBezTo>
                    <a:pt x="2447047" y="501393"/>
                    <a:pt x="1977179" y="614645"/>
                    <a:pt x="1536266" y="834672"/>
                  </a:cubicBezTo>
                  <a:cubicBezTo>
                    <a:pt x="1130406" y="1037174"/>
                    <a:pt x="778743" y="1308256"/>
                    <a:pt x="503471" y="1672396"/>
                  </a:cubicBezTo>
                  <a:cubicBezTo>
                    <a:pt x="470990" y="1715354"/>
                    <a:pt x="442225" y="1761074"/>
                    <a:pt x="413078" y="1806413"/>
                  </a:cubicBezTo>
                  <a:cubicBezTo>
                    <a:pt x="341260" y="1918427"/>
                    <a:pt x="211339" y="1951955"/>
                    <a:pt x="103897" y="1885280"/>
                  </a:cubicBezTo>
                  <a:cubicBezTo>
                    <a:pt x="-4212" y="1818224"/>
                    <a:pt x="-31834" y="1683445"/>
                    <a:pt x="39413" y="1569050"/>
                  </a:cubicBezTo>
                  <a:cubicBezTo>
                    <a:pt x="268489" y="1201385"/>
                    <a:pt x="577575" y="912873"/>
                    <a:pt x="933905" y="672938"/>
                  </a:cubicBezTo>
                  <a:cubicBezTo>
                    <a:pt x="1372341" y="377568"/>
                    <a:pt x="1856687" y="193449"/>
                    <a:pt x="2373609" y="90865"/>
                  </a:cubicBezTo>
                  <a:cubicBezTo>
                    <a:pt x="2770992" y="11998"/>
                    <a:pt x="3172757" y="-14672"/>
                    <a:pt x="3576045" y="7521"/>
                  </a:cubicBezTo>
                  <a:cubicBezTo>
                    <a:pt x="4755526" y="72291"/>
                    <a:pt x="5783750" y="498440"/>
                    <a:pt x="6646143" y="1312065"/>
                  </a:cubicBezTo>
                  <a:cubicBezTo>
                    <a:pt x="6654144" y="1319590"/>
                    <a:pt x="6662621" y="1326448"/>
                    <a:pt x="6673575" y="1335973"/>
                  </a:cubicBezTo>
                  <a:cubicBezTo>
                    <a:pt x="6791018" y="1218435"/>
                    <a:pt x="6907509" y="1102039"/>
                    <a:pt x="7023809" y="985453"/>
                  </a:cubicBezTo>
                  <a:cubicBezTo>
                    <a:pt x="7080102" y="929065"/>
                    <a:pt x="7146206" y="901824"/>
                    <a:pt x="7226311" y="917540"/>
                  </a:cubicBezTo>
                  <a:cubicBezTo>
                    <a:pt x="7321466" y="936209"/>
                    <a:pt x="7384902" y="992692"/>
                    <a:pt x="7402428" y="1087847"/>
                  </a:cubicBezTo>
                  <a:cubicBezTo>
                    <a:pt x="7437099" y="1276156"/>
                    <a:pt x="7466436" y="1465418"/>
                    <a:pt x="7497488" y="1654394"/>
                  </a:cubicBezTo>
                  <a:cubicBezTo>
                    <a:pt x="7534159" y="1877755"/>
                    <a:pt x="7568163" y="2101498"/>
                    <a:pt x="7607597" y="2324382"/>
                  </a:cubicBezTo>
                  <a:cubicBezTo>
                    <a:pt x="7641030" y="2513073"/>
                    <a:pt x="7521872" y="2638041"/>
                    <a:pt x="7331562" y="2607084"/>
                  </a:cubicBezTo>
                  <a:cubicBezTo>
                    <a:pt x="6922368" y="2540409"/>
                    <a:pt x="6513270" y="2473258"/>
                    <a:pt x="6104075" y="2406298"/>
                  </a:cubicBezTo>
                  <a:cubicBezTo>
                    <a:pt x="6014636" y="2391629"/>
                    <a:pt x="5952724" y="2342194"/>
                    <a:pt x="5925387" y="2255803"/>
                  </a:cubicBezTo>
                  <a:cubicBezTo>
                    <a:pt x="5898240" y="2170173"/>
                    <a:pt x="5916909" y="2092735"/>
                    <a:pt x="5981108" y="2028441"/>
                  </a:cubicBezTo>
                  <a:cubicBezTo>
                    <a:pt x="6105504" y="1903854"/>
                    <a:pt x="6230282" y="1779648"/>
                    <a:pt x="6359060" y="1651060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" name="组合 1" descr="30a79e52-8aee-4835-ade8-c19179cc67c4">
              <a:extLst>
                <a:ext uri="{FF2B5EF4-FFF2-40B4-BE49-F238E27FC236}">
                  <a16:creationId id="{78DD6C69-D2CA-BFF1-C957-05203BC85DEC}"/>
                </a:ext>
              </a:extLst>
            </p:cNvPr>
            <p:cNvGrpSpPr/>
            <p:nvPr/>
          </p:nvGrpSpPr>
          <p:grpSpPr>
            <a:xfrm>
              <a:off x="1066894" y="2083471"/>
              <a:ext cx="4932821" cy="1808351"/>
              <a:chOff x="1066894" y="2083471"/>
              <a:chExt cx="4932821" cy="1808351"/>
            </a:xfrm>
          </p:grpSpPr>
          <p:sp>
            <p:nvSpPr>
              <p:cNvPr id="41" name="ComponentBackground1" descr="323aa274-3ee0-490e-8935-576a757d356d">
                <a:extLst>
                  <a:ext uri="{FF2B5EF4-FFF2-40B4-BE49-F238E27FC236}">
                    <a16:creationId id="{5E510B51-9286-904C-5B5A-03A90C9FEB39}"/>
                  </a:ext>
                </a:extLst>
              </p:cNvPr>
              <p:cNvSpPr>
                <a:spLocks/>
              </p:cNvSpPr>
              <p:nvPr/>
            </p:nvSpPr>
            <p:spPr>
              <a:xfrm rot="300000">
                <a:off x="1077872" y="2207633"/>
                <a:ext cx="2657470" cy="745484"/>
              </a:xfrm>
              <a:custGeom>
                <a:avLst/>
                <a:gdLst>
                  <a:gd name="connsiteX0" fmla="*/ 464423 w 3003712"/>
                  <a:gd name="connsiteY0" fmla="*/ 236311 h 1315412"/>
                  <a:gd name="connsiteX1" fmla="*/ 2553670 w 3003712"/>
                  <a:gd name="connsiteY1" fmla="*/ 28633 h 1315412"/>
                  <a:gd name="connsiteX2" fmla="*/ 2985750 w 3003712"/>
                  <a:gd name="connsiteY2" fmla="*/ 415103 h 1315412"/>
                  <a:gd name="connsiteX3" fmla="*/ 2994871 w 3003712"/>
                  <a:gd name="connsiteY3" fmla="*/ 459193 h 1315412"/>
                  <a:gd name="connsiteX4" fmla="*/ 2583377 w 3003712"/>
                  <a:gd name="connsiteY4" fmla="*/ 1055590 h 1315412"/>
                  <a:gd name="connsiteX5" fmla="*/ 2495897 w 3003712"/>
                  <a:gd name="connsiteY5" fmla="*/ 1063983 h 1315412"/>
                  <a:gd name="connsiteX6" fmla="*/ 651729 w 3003712"/>
                  <a:gd name="connsiteY6" fmla="*/ 1294466 h 1315412"/>
                  <a:gd name="connsiteX7" fmla="*/ 55453 w 3003712"/>
                  <a:gd name="connsiteY7" fmla="*/ 1055773 h 1315412"/>
                  <a:gd name="connsiteX8" fmla="*/ 11667 w 3003712"/>
                  <a:gd name="connsiteY8" fmla="*/ 717346 h 1315412"/>
                  <a:gd name="connsiteX9" fmla="*/ 464423 w 3003712"/>
                  <a:gd name="connsiteY9" fmla="*/ 236311 h 1315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3712" h="1315412">
                    <a:moveTo>
                      <a:pt x="464423" y="236311"/>
                    </a:moveTo>
                    <a:cubicBezTo>
                      <a:pt x="867312" y="116205"/>
                      <a:pt x="1679172" y="-72621"/>
                      <a:pt x="2553670" y="28633"/>
                    </a:cubicBezTo>
                    <a:cubicBezTo>
                      <a:pt x="2764449" y="54175"/>
                      <a:pt x="2936946" y="208459"/>
                      <a:pt x="2985750" y="415103"/>
                    </a:cubicBezTo>
                    <a:cubicBezTo>
                      <a:pt x="2989094" y="429394"/>
                      <a:pt x="2992135" y="445510"/>
                      <a:pt x="2994871" y="459193"/>
                    </a:cubicBezTo>
                    <a:cubicBezTo>
                      <a:pt x="3045925" y="737505"/>
                      <a:pt x="2861720" y="1004537"/>
                      <a:pt x="2583377" y="1055590"/>
                    </a:cubicBezTo>
                    <a:cubicBezTo>
                      <a:pt x="2554521" y="1060881"/>
                      <a:pt x="2525240" y="1063709"/>
                      <a:pt x="2495897" y="1063983"/>
                    </a:cubicBezTo>
                    <a:cubicBezTo>
                      <a:pt x="2056520" y="1068239"/>
                      <a:pt x="1313379" y="1106856"/>
                      <a:pt x="651729" y="1294466"/>
                    </a:cubicBezTo>
                    <a:cubicBezTo>
                      <a:pt x="421246" y="1359840"/>
                      <a:pt x="165221" y="1268316"/>
                      <a:pt x="55453" y="1055773"/>
                    </a:cubicBezTo>
                    <a:cubicBezTo>
                      <a:pt x="1603" y="951599"/>
                      <a:pt x="-13874" y="831797"/>
                      <a:pt x="11667" y="717346"/>
                    </a:cubicBezTo>
                    <a:cubicBezTo>
                      <a:pt x="62233" y="485707"/>
                      <a:pt x="236281" y="300804"/>
                      <a:pt x="464423" y="23631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04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2000"/>
              </a:p>
            </p:txBody>
          </p:sp>
          <p:sp>
            <p:nvSpPr>
              <p:cNvPr id="42" name="Text1" descr="34aac6ff-af29-4121-bed7-3fb80ca93c76">
                <a:extLst>
                  <a:ext uri="{FF2B5EF4-FFF2-40B4-BE49-F238E27FC236}">
                    <a16:creationId id="{19F91920-6778-5E1C-14FE-4C7EA4A8FBAE}"/>
                  </a:ext>
                </a:extLst>
              </p:cNvPr>
              <p:cNvSpPr txBox="1"/>
              <p:nvPr/>
            </p:nvSpPr>
            <p:spPr>
              <a:xfrm>
                <a:off x="1066894" y="2915410"/>
                <a:ext cx="3012248" cy="90338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</a:rPr>
                  <a:t>规划在某一技术领域进行深耕，如阅读经典书籍、学习前沿课程、参与开源项目。</a:t>
                </a:r>
                <a:endParaRPr lang="en-US" dirty="0"/>
              </a:p>
            </p:txBody>
          </p:sp>
          <p:sp>
            <p:nvSpPr>
              <p:cNvPr id="43" name="Bullet1" descr="1dc2491c-9d0c-422d-8eb9-87c76ca06f4a">
                <a:extLst>
                  <a:ext uri="{FF2B5EF4-FFF2-40B4-BE49-F238E27FC236}">
                    <a16:creationId id="{93F1B746-4BDB-91C9-15D0-879122E7F720}"/>
                  </a:ext>
                </a:extLst>
              </p:cNvPr>
              <p:cNvSpPr txBox="1"/>
              <p:nvPr/>
            </p:nvSpPr>
            <p:spPr>
              <a:xfrm>
                <a:off x="1118403" y="2274929"/>
                <a:ext cx="2522101" cy="53481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2000" b="1" dirty="0">
                    <a:solidFill>
                      <a:srgbClr val="FFFFFF"/>
                    </a:solidFill>
                  </a:rPr>
                  <a:t>技术深度学习</a:t>
                </a:r>
                <a:endParaRPr lang="en-US" dirty="0"/>
              </a:p>
            </p:txBody>
          </p:sp>
          <p:sp>
            <p:nvSpPr>
              <p:cNvPr id="10" name="IconBackground1" descr="b065c6d9-9a1c-445f-a55d-1a3d988c27e2">
                <a:extLst>
                  <a:ext uri="{FF2B5EF4-FFF2-40B4-BE49-F238E27FC236}">
                    <a16:creationId id="{0813347B-3858-0636-48AA-ED5A99ED168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91364" y="2083471"/>
                <a:ext cx="1808351" cy="1808351"/>
              </a:xfrm>
              <a:custGeom>
                <a:avLst/>
                <a:gdLst>
                  <a:gd name="connsiteX0" fmla="*/ 1135970 w 1893022"/>
                  <a:gd name="connsiteY0" fmla="*/ 1283595 h 1285857"/>
                  <a:gd name="connsiteX1" fmla="*/ 479602 w 1893022"/>
                  <a:gd name="connsiteY1" fmla="*/ 1208157 h 1285857"/>
                  <a:gd name="connsiteX2" fmla="*/ 126796 w 1893022"/>
                  <a:gd name="connsiteY2" fmla="*/ 1021658 h 1285857"/>
                  <a:gd name="connsiteX3" fmla="*/ 17545 w 1893022"/>
                  <a:gd name="connsiteY3" fmla="*/ 800201 h 1285857"/>
                  <a:gd name="connsiteX4" fmla="*/ 10496 w 1893022"/>
                  <a:gd name="connsiteY4" fmla="*/ 521976 h 1285857"/>
                  <a:gd name="connsiteX5" fmla="*/ 158229 w 1893022"/>
                  <a:gd name="connsiteY5" fmla="*/ 267182 h 1285857"/>
                  <a:gd name="connsiteX6" fmla="*/ 746588 w 1893022"/>
                  <a:gd name="connsiteY6" fmla="*/ 12389 h 1285857"/>
                  <a:gd name="connsiteX7" fmla="*/ 1437437 w 1893022"/>
                  <a:gd name="connsiteY7" fmla="*/ 114497 h 1285857"/>
                  <a:gd name="connsiteX8" fmla="*/ 1861013 w 1893022"/>
                  <a:gd name="connsiteY8" fmla="*/ 559600 h 1285857"/>
                  <a:gd name="connsiteX9" fmla="*/ 1442866 w 1893022"/>
                  <a:gd name="connsiteY9" fmla="*/ 1266355 h 1285857"/>
                  <a:gd name="connsiteX10" fmla="*/ 1135970 w 1893022"/>
                  <a:gd name="connsiteY10" fmla="*/ 1283595 h 128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3022" h="1285857">
                    <a:moveTo>
                      <a:pt x="1135970" y="1283595"/>
                    </a:moveTo>
                    <a:cubicBezTo>
                      <a:pt x="901941" y="1273499"/>
                      <a:pt x="688295" y="1259687"/>
                      <a:pt x="479602" y="1208157"/>
                    </a:cubicBezTo>
                    <a:cubicBezTo>
                      <a:pt x="347205" y="1175486"/>
                      <a:pt x="225094" y="1120337"/>
                      <a:pt x="126796" y="1021658"/>
                    </a:cubicBezTo>
                    <a:cubicBezTo>
                      <a:pt x="65455" y="960031"/>
                      <a:pt x="28879" y="887165"/>
                      <a:pt x="17545" y="800201"/>
                    </a:cubicBezTo>
                    <a:cubicBezTo>
                      <a:pt x="5448" y="707523"/>
                      <a:pt x="-11126" y="615607"/>
                      <a:pt x="10496" y="521976"/>
                    </a:cubicBezTo>
                    <a:cubicBezTo>
                      <a:pt x="33737" y="421583"/>
                      <a:pt x="81934" y="336429"/>
                      <a:pt x="158229" y="267182"/>
                    </a:cubicBezTo>
                    <a:cubicBezTo>
                      <a:pt x="325488" y="115544"/>
                      <a:pt x="527704" y="42583"/>
                      <a:pt x="746588" y="12389"/>
                    </a:cubicBezTo>
                    <a:cubicBezTo>
                      <a:pt x="985951" y="-20663"/>
                      <a:pt x="1217885" y="12103"/>
                      <a:pt x="1437437" y="114497"/>
                    </a:cubicBezTo>
                    <a:cubicBezTo>
                      <a:pt x="1636033" y="207080"/>
                      <a:pt x="1788433" y="346145"/>
                      <a:pt x="1861013" y="559600"/>
                    </a:cubicBezTo>
                    <a:cubicBezTo>
                      <a:pt x="1972456" y="887355"/>
                      <a:pt x="1783289" y="1207109"/>
                      <a:pt x="1442866" y="1266355"/>
                    </a:cubicBezTo>
                    <a:cubicBezTo>
                      <a:pt x="1334662" y="1285214"/>
                      <a:pt x="1225410" y="1289024"/>
                      <a:pt x="1135970" y="128359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175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4" name="Number1" descr="f67436d5-09c7-43f3-abf2-76e4f23022cd">
                <a:extLst>
                  <a:ext uri="{FF2B5EF4-FFF2-40B4-BE49-F238E27FC236}">
                    <a16:creationId id="{F39C79C9-3636-BAE5-6807-CCC4A0D33F0C}"/>
                  </a:ext>
                </a:extLst>
              </p:cNvPr>
              <p:cNvSpPr/>
              <p:nvPr/>
            </p:nvSpPr>
            <p:spPr>
              <a:xfrm>
                <a:off x="4596992" y="2524369"/>
                <a:ext cx="973727" cy="97372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i="1" dirty="0"/>
                  <a:t>01</a:t>
                </a:r>
                <a:endParaRPr lang="zh-CN" altLang="en-US" sz="3200" b="1" i="1" dirty="0"/>
              </a:p>
            </p:txBody>
          </p:sp>
        </p:grpSp>
        <p:grpSp>
          <p:nvGrpSpPr>
            <p:cNvPr id="3" name="组合 2" descr="4cce44f0-1823-4911-8676-a736d7eb8ef7">
              <a:extLst>
                <a:ext uri="{FF2B5EF4-FFF2-40B4-BE49-F238E27FC236}">
                  <a16:creationId id="{EA0A52AC-A35A-ADAA-CF1E-D0F4528304FB}"/>
                </a:ext>
              </a:extLst>
            </p:cNvPr>
            <p:cNvGrpSpPr/>
            <p:nvPr/>
          </p:nvGrpSpPr>
          <p:grpSpPr>
            <a:xfrm>
              <a:off x="6238334" y="2083471"/>
              <a:ext cx="4874072" cy="1808351"/>
              <a:chOff x="6238334" y="2083471"/>
              <a:chExt cx="4874072" cy="1808351"/>
            </a:xfrm>
          </p:grpSpPr>
          <p:sp>
            <p:nvSpPr>
              <p:cNvPr id="34" name="ComponentBackground2" descr="9f6a4b7e-5ce5-4433-a30a-bf88cd739e63">
                <a:extLst>
                  <a:ext uri="{FF2B5EF4-FFF2-40B4-BE49-F238E27FC236}">
                    <a16:creationId id="{750E722D-B924-49D5-E356-7D7C1AC16734}"/>
                  </a:ext>
                </a:extLst>
              </p:cNvPr>
              <p:cNvSpPr>
                <a:spLocks/>
              </p:cNvSpPr>
              <p:nvPr/>
            </p:nvSpPr>
            <p:spPr>
              <a:xfrm rot="300000">
                <a:off x="8127589" y="2207633"/>
                <a:ext cx="2657470" cy="745484"/>
              </a:xfrm>
              <a:custGeom>
                <a:avLst/>
                <a:gdLst>
                  <a:gd name="connsiteX0" fmla="*/ 464423 w 3003712"/>
                  <a:gd name="connsiteY0" fmla="*/ 236311 h 1315412"/>
                  <a:gd name="connsiteX1" fmla="*/ 2553670 w 3003712"/>
                  <a:gd name="connsiteY1" fmla="*/ 28633 h 1315412"/>
                  <a:gd name="connsiteX2" fmla="*/ 2985750 w 3003712"/>
                  <a:gd name="connsiteY2" fmla="*/ 415103 h 1315412"/>
                  <a:gd name="connsiteX3" fmla="*/ 2994871 w 3003712"/>
                  <a:gd name="connsiteY3" fmla="*/ 459193 h 1315412"/>
                  <a:gd name="connsiteX4" fmla="*/ 2583377 w 3003712"/>
                  <a:gd name="connsiteY4" fmla="*/ 1055590 h 1315412"/>
                  <a:gd name="connsiteX5" fmla="*/ 2495897 w 3003712"/>
                  <a:gd name="connsiteY5" fmla="*/ 1063983 h 1315412"/>
                  <a:gd name="connsiteX6" fmla="*/ 651729 w 3003712"/>
                  <a:gd name="connsiteY6" fmla="*/ 1294466 h 1315412"/>
                  <a:gd name="connsiteX7" fmla="*/ 55453 w 3003712"/>
                  <a:gd name="connsiteY7" fmla="*/ 1055773 h 1315412"/>
                  <a:gd name="connsiteX8" fmla="*/ 11667 w 3003712"/>
                  <a:gd name="connsiteY8" fmla="*/ 717346 h 1315412"/>
                  <a:gd name="connsiteX9" fmla="*/ 464423 w 3003712"/>
                  <a:gd name="connsiteY9" fmla="*/ 236311 h 1315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3712" h="1315412">
                    <a:moveTo>
                      <a:pt x="464423" y="236311"/>
                    </a:moveTo>
                    <a:cubicBezTo>
                      <a:pt x="867312" y="116205"/>
                      <a:pt x="1679172" y="-72621"/>
                      <a:pt x="2553670" y="28633"/>
                    </a:cubicBezTo>
                    <a:cubicBezTo>
                      <a:pt x="2764449" y="54175"/>
                      <a:pt x="2936946" y="208459"/>
                      <a:pt x="2985750" y="415103"/>
                    </a:cubicBezTo>
                    <a:cubicBezTo>
                      <a:pt x="2989094" y="429394"/>
                      <a:pt x="2992135" y="445510"/>
                      <a:pt x="2994871" y="459193"/>
                    </a:cubicBezTo>
                    <a:cubicBezTo>
                      <a:pt x="3045925" y="737505"/>
                      <a:pt x="2861720" y="1004537"/>
                      <a:pt x="2583377" y="1055590"/>
                    </a:cubicBezTo>
                    <a:cubicBezTo>
                      <a:pt x="2554521" y="1060881"/>
                      <a:pt x="2525240" y="1063709"/>
                      <a:pt x="2495897" y="1063983"/>
                    </a:cubicBezTo>
                    <a:cubicBezTo>
                      <a:pt x="2056520" y="1068239"/>
                      <a:pt x="1313379" y="1106856"/>
                      <a:pt x="651729" y="1294466"/>
                    </a:cubicBezTo>
                    <a:cubicBezTo>
                      <a:pt x="421246" y="1359840"/>
                      <a:pt x="165221" y="1268316"/>
                      <a:pt x="55453" y="1055773"/>
                    </a:cubicBezTo>
                    <a:cubicBezTo>
                      <a:pt x="1603" y="951599"/>
                      <a:pt x="-13874" y="831797"/>
                      <a:pt x="11667" y="717346"/>
                    </a:cubicBezTo>
                    <a:cubicBezTo>
                      <a:pt x="62233" y="485707"/>
                      <a:pt x="236281" y="300804"/>
                      <a:pt x="464423" y="2363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04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2000"/>
              </a:p>
            </p:txBody>
          </p:sp>
          <p:sp>
            <p:nvSpPr>
              <p:cNvPr id="35" name="Text2" descr="2b646216-904e-46f2-ab2a-a16f5afd40c6">
                <a:extLst>
                  <a:ext uri="{FF2B5EF4-FFF2-40B4-BE49-F238E27FC236}">
                    <a16:creationId id="{C62A31C9-860F-D038-5D9B-E773D4C3849D}"/>
                  </a:ext>
                </a:extLst>
              </p:cNvPr>
              <p:cNvSpPr txBox="1"/>
              <p:nvPr/>
            </p:nvSpPr>
            <p:spPr>
              <a:xfrm>
                <a:off x="8100158" y="2915410"/>
                <a:ext cx="3012248" cy="90338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</a:rPr>
                  <a:t>说明计划如何提升管理能力，如参加管理培训、阅读相关书籍、向优秀管理者学习。</a:t>
                </a:r>
                <a:endParaRPr lang="en-US" dirty="0"/>
              </a:p>
            </p:txBody>
          </p:sp>
          <p:sp>
            <p:nvSpPr>
              <p:cNvPr id="37" name="Bullet2" descr="67dd97fc-ee43-4be8-95e4-48f302252411">
                <a:extLst>
                  <a:ext uri="{FF2B5EF4-FFF2-40B4-BE49-F238E27FC236}">
                    <a16:creationId id="{B8BCF812-B082-36AE-9307-7D9C999DB5DC}"/>
                  </a:ext>
                </a:extLst>
              </p:cNvPr>
              <p:cNvSpPr txBox="1"/>
              <p:nvPr/>
            </p:nvSpPr>
            <p:spPr>
              <a:xfrm>
                <a:off x="8151667" y="2274929"/>
                <a:ext cx="2522101" cy="53481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2000" b="1" dirty="0">
                    <a:solidFill>
                      <a:srgbClr val="FFFFFF"/>
                    </a:solidFill>
                  </a:rPr>
                  <a:t>管理能力培养</a:t>
                </a:r>
                <a:endParaRPr lang="en-US" dirty="0"/>
              </a:p>
            </p:txBody>
          </p:sp>
          <p:sp>
            <p:nvSpPr>
              <p:cNvPr id="14" name="IconBackground2" descr="aa2a879a-beb4-4344-b3a9-9c27c6fcf1e0">
                <a:extLst>
                  <a:ext uri="{FF2B5EF4-FFF2-40B4-BE49-F238E27FC236}">
                    <a16:creationId id="{65EF3084-EEC4-106D-32E3-E058C8C688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238334" y="2083471"/>
                <a:ext cx="1808351" cy="1808351"/>
              </a:xfrm>
              <a:custGeom>
                <a:avLst/>
                <a:gdLst>
                  <a:gd name="connsiteX0" fmla="*/ 1135970 w 1893022"/>
                  <a:gd name="connsiteY0" fmla="*/ 1283595 h 1285857"/>
                  <a:gd name="connsiteX1" fmla="*/ 479602 w 1893022"/>
                  <a:gd name="connsiteY1" fmla="*/ 1208157 h 1285857"/>
                  <a:gd name="connsiteX2" fmla="*/ 126796 w 1893022"/>
                  <a:gd name="connsiteY2" fmla="*/ 1021658 h 1285857"/>
                  <a:gd name="connsiteX3" fmla="*/ 17545 w 1893022"/>
                  <a:gd name="connsiteY3" fmla="*/ 800201 h 1285857"/>
                  <a:gd name="connsiteX4" fmla="*/ 10496 w 1893022"/>
                  <a:gd name="connsiteY4" fmla="*/ 521976 h 1285857"/>
                  <a:gd name="connsiteX5" fmla="*/ 158229 w 1893022"/>
                  <a:gd name="connsiteY5" fmla="*/ 267182 h 1285857"/>
                  <a:gd name="connsiteX6" fmla="*/ 746588 w 1893022"/>
                  <a:gd name="connsiteY6" fmla="*/ 12389 h 1285857"/>
                  <a:gd name="connsiteX7" fmla="*/ 1437437 w 1893022"/>
                  <a:gd name="connsiteY7" fmla="*/ 114497 h 1285857"/>
                  <a:gd name="connsiteX8" fmla="*/ 1861013 w 1893022"/>
                  <a:gd name="connsiteY8" fmla="*/ 559600 h 1285857"/>
                  <a:gd name="connsiteX9" fmla="*/ 1442866 w 1893022"/>
                  <a:gd name="connsiteY9" fmla="*/ 1266355 h 1285857"/>
                  <a:gd name="connsiteX10" fmla="*/ 1135970 w 1893022"/>
                  <a:gd name="connsiteY10" fmla="*/ 1283595 h 128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3022" h="1285857">
                    <a:moveTo>
                      <a:pt x="1135970" y="1283595"/>
                    </a:moveTo>
                    <a:cubicBezTo>
                      <a:pt x="901941" y="1273499"/>
                      <a:pt x="688295" y="1259687"/>
                      <a:pt x="479602" y="1208157"/>
                    </a:cubicBezTo>
                    <a:cubicBezTo>
                      <a:pt x="347205" y="1175486"/>
                      <a:pt x="225094" y="1120337"/>
                      <a:pt x="126796" y="1021658"/>
                    </a:cubicBezTo>
                    <a:cubicBezTo>
                      <a:pt x="65455" y="960031"/>
                      <a:pt x="28879" y="887165"/>
                      <a:pt x="17545" y="800201"/>
                    </a:cubicBezTo>
                    <a:cubicBezTo>
                      <a:pt x="5448" y="707523"/>
                      <a:pt x="-11126" y="615607"/>
                      <a:pt x="10496" y="521976"/>
                    </a:cubicBezTo>
                    <a:cubicBezTo>
                      <a:pt x="33737" y="421583"/>
                      <a:pt x="81934" y="336429"/>
                      <a:pt x="158229" y="267182"/>
                    </a:cubicBezTo>
                    <a:cubicBezTo>
                      <a:pt x="325488" y="115544"/>
                      <a:pt x="527704" y="42583"/>
                      <a:pt x="746588" y="12389"/>
                    </a:cubicBezTo>
                    <a:cubicBezTo>
                      <a:pt x="985951" y="-20663"/>
                      <a:pt x="1217885" y="12103"/>
                      <a:pt x="1437437" y="114497"/>
                    </a:cubicBezTo>
                    <a:cubicBezTo>
                      <a:pt x="1636033" y="207080"/>
                      <a:pt x="1788433" y="346145"/>
                      <a:pt x="1861013" y="559600"/>
                    </a:cubicBezTo>
                    <a:cubicBezTo>
                      <a:pt x="1972456" y="887355"/>
                      <a:pt x="1783289" y="1207109"/>
                      <a:pt x="1442866" y="1266355"/>
                    </a:cubicBezTo>
                    <a:cubicBezTo>
                      <a:pt x="1334662" y="1285214"/>
                      <a:pt x="1225410" y="1289024"/>
                      <a:pt x="1135970" y="128359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175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5" name="Number2" descr="4bad0d1e-3c45-4263-adea-5f64164f248e">
                <a:extLst>
                  <a:ext uri="{FF2B5EF4-FFF2-40B4-BE49-F238E27FC236}">
                    <a16:creationId id="{DB89D2E4-3DD6-CF63-881E-3D246578F140}"/>
                  </a:ext>
                </a:extLst>
              </p:cNvPr>
              <p:cNvSpPr/>
              <p:nvPr/>
            </p:nvSpPr>
            <p:spPr>
              <a:xfrm>
                <a:off x="6728918" y="2524369"/>
                <a:ext cx="973727" cy="97372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i="1" dirty="0"/>
                  <a:t>02</a:t>
                </a:r>
                <a:endParaRPr lang="zh-CN" altLang="en-US" sz="3200" b="1" i="1" dirty="0"/>
              </a:p>
            </p:txBody>
          </p:sp>
        </p:grpSp>
        <p:grpSp>
          <p:nvGrpSpPr>
            <p:cNvPr id="5" name="组合 4" descr="83ca2e1f-bc8f-4644-8f52-14ad2c830a55">
              <a:extLst>
                <a:ext uri="{FF2B5EF4-FFF2-40B4-BE49-F238E27FC236}">
                  <a16:creationId id="{7F1362C7-AEB9-EA64-B8AE-6A96E7770CD7}"/>
                </a:ext>
              </a:extLst>
            </p:cNvPr>
            <p:cNvGrpSpPr/>
            <p:nvPr/>
          </p:nvGrpSpPr>
          <p:grpSpPr>
            <a:xfrm>
              <a:off x="6238334" y="4078099"/>
              <a:ext cx="4874072" cy="1808351"/>
              <a:chOff x="6238334" y="4078099"/>
              <a:chExt cx="4874072" cy="1808351"/>
            </a:xfrm>
          </p:grpSpPr>
          <p:sp>
            <p:nvSpPr>
              <p:cNvPr id="30" name="ComponentBackground3" descr="772ab1a1-2636-47dd-abed-b61757f31358">
                <a:extLst>
                  <a:ext uri="{FF2B5EF4-FFF2-40B4-BE49-F238E27FC236}">
                    <a16:creationId id="{941DFFE7-6B06-4002-8E9A-477FA2F36790}"/>
                  </a:ext>
                </a:extLst>
              </p:cNvPr>
              <p:cNvSpPr>
                <a:spLocks/>
              </p:cNvSpPr>
              <p:nvPr/>
            </p:nvSpPr>
            <p:spPr>
              <a:xfrm rot="300000">
                <a:off x="8127551" y="4223253"/>
                <a:ext cx="2676933" cy="745484"/>
              </a:xfrm>
              <a:custGeom>
                <a:avLst/>
                <a:gdLst>
                  <a:gd name="connsiteX0" fmla="*/ 464423 w 3003712"/>
                  <a:gd name="connsiteY0" fmla="*/ 236311 h 1315412"/>
                  <a:gd name="connsiteX1" fmla="*/ 2553670 w 3003712"/>
                  <a:gd name="connsiteY1" fmla="*/ 28633 h 1315412"/>
                  <a:gd name="connsiteX2" fmla="*/ 2985750 w 3003712"/>
                  <a:gd name="connsiteY2" fmla="*/ 415103 h 1315412"/>
                  <a:gd name="connsiteX3" fmla="*/ 2994871 w 3003712"/>
                  <a:gd name="connsiteY3" fmla="*/ 459193 h 1315412"/>
                  <a:gd name="connsiteX4" fmla="*/ 2583377 w 3003712"/>
                  <a:gd name="connsiteY4" fmla="*/ 1055590 h 1315412"/>
                  <a:gd name="connsiteX5" fmla="*/ 2495897 w 3003712"/>
                  <a:gd name="connsiteY5" fmla="*/ 1063983 h 1315412"/>
                  <a:gd name="connsiteX6" fmla="*/ 651729 w 3003712"/>
                  <a:gd name="connsiteY6" fmla="*/ 1294466 h 1315412"/>
                  <a:gd name="connsiteX7" fmla="*/ 55453 w 3003712"/>
                  <a:gd name="connsiteY7" fmla="*/ 1055773 h 1315412"/>
                  <a:gd name="connsiteX8" fmla="*/ 11667 w 3003712"/>
                  <a:gd name="connsiteY8" fmla="*/ 717346 h 1315412"/>
                  <a:gd name="connsiteX9" fmla="*/ 464423 w 3003712"/>
                  <a:gd name="connsiteY9" fmla="*/ 236311 h 1315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3712" h="1315412">
                    <a:moveTo>
                      <a:pt x="464423" y="236311"/>
                    </a:moveTo>
                    <a:cubicBezTo>
                      <a:pt x="867312" y="116205"/>
                      <a:pt x="1679172" y="-72621"/>
                      <a:pt x="2553670" y="28633"/>
                    </a:cubicBezTo>
                    <a:cubicBezTo>
                      <a:pt x="2764449" y="54175"/>
                      <a:pt x="2936946" y="208459"/>
                      <a:pt x="2985750" y="415103"/>
                    </a:cubicBezTo>
                    <a:cubicBezTo>
                      <a:pt x="2989094" y="429394"/>
                      <a:pt x="2992135" y="445510"/>
                      <a:pt x="2994871" y="459193"/>
                    </a:cubicBezTo>
                    <a:cubicBezTo>
                      <a:pt x="3045925" y="737505"/>
                      <a:pt x="2861720" y="1004537"/>
                      <a:pt x="2583377" y="1055590"/>
                    </a:cubicBezTo>
                    <a:cubicBezTo>
                      <a:pt x="2554521" y="1060881"/>
                      <a:pt x="2525240" y="1063709"/>
                      <a:pt x="2495897" y="1063983"/>
                    </a:cubicBezTo>
                    <a:cubicBezTo>
                      <a:pt x="2056520" y="1068239"/>
                      <a:pt x="1313379" y="1106856"/>
                      <a:pt x="651729" y="1294466"/>
                    </a:cubicBezTo>
                    <a:cubicBezTo>
                      <a:pt x="421246" y="1359840"/>
                      <a:pt x="165221" y="1268316"/>
                      <a:pt x="55453" y="1055773"/>
                    </a:cubicBezTo>
                    <a:cubicBezTo>
                      <a:pt x="1603" y="951599"/>
                      <a:pt x="-13874" y="831797"/>
                      <a:pt x="11667" y="717346"/>
                    </a:cubicBezTo>
                    <a:cubicBezTo>
                      <a:pt x="62233" y="485707"/>
                      <a:pt x="236281" y="300804"/>
                      <a:pt x="464423" y="23631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304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2000"/>
              </a:p>
            </p:txBody>
          </p:sp>
          <p:sp>
            <p:nvSpPr>
              <p:cNvPr id="31" name="Text3" descr="ae390ffa-5ba1-4e15-8035-ddf9518825ec">
                <a:extLst>
                  <a:ext uri="{FF2B5EF4-FFF2-40B4-BE49-F238E27FC236}">
                    <a16:creationId id="{7353FCF4-21D9-4258-6847-244EF9832D95}"/>
                  </a:ext>
                </a:extLst>
              </p:cNvPr>
              <p:cNvSpPr txBox="1"/>
              <p:nvPr/>
            </p:nvSpPr>
            <p:spPr>
              <a:xfrm>
                <a:off x="8100158" y="4935077"/>
                <a:ext cx="3012248" cy="90338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</a:rPr>
                  <a:t>提出提升沟通、演讲、谈判等软实力的具体行动，如参加演讲俱乐部、主持会议等。</a:t>
                </a:r>
                <a:endParaRPr lang="en-US" dirty="0"/>
              </a:p>
            </p:txBody>
          </p:sp>
          <p:sp>
            <p:nvSpPr>
              <p:cNvPr id="33" name="Bullet3" descr="daceff9e-d406-4749-bebd-6929f291e428">
                <a:extLst>
                  <a:ext uri="{FF2B5EF4-FFF2-40B4-BE49-F238E27FC236}">
                    <a16:creationId id="{6D3CA46F-43A3-83F8-5C2D-12B9A426F645}"/>
                  </a:ext>
                </a:extLst>
              </p:cNvPr>
              <p:cNvSpPr txBox="1"/>
              <p:nvPr/>
            </p:nvSpPr>
            <p:spPr>
              <a:xfrm>
                <a:off x="8151667" y="4294596"/>
                <a:ext cx="2522101" cy="53481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2000" b="1" dirty="0">
                    <a:solidFill>
                      <a:srgbClr val="FFFFFF"/>
                    </a:solidFill>
                  </a:rPr>
                  <a:t>软实力锻炼</a:t>
                </a:r>
                <a:endParaRPr lang="en-US" dirty="0"/>
              </a:p>
            </p:txBody>
          </p:sp>
          <p:sp>
            <p:nvSpPr>
              <p:cNvPr id="17" name="IconBackground3" descr="202f5dc3-68cf-45dc-9d38-1976d14980e6">
                <a:extLst>
                  <a:ext uri="{FF2B5EF4-FFF2-40B4-BE49-F238E27FC236}">
                    <a16:creationId id="{B9B79EA3-BAC5-6D24-0CD2-7AD0430C021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238334" y="4078099"/>
                <a:ext cx="1808351" cy="1808351"/>
              </a:xfrm>
              <a:custGeom>
                <a:avLst/>
                <a:gdLst>
                  <a:gd name="connsiteX0" fmla="*/ 1135970 w 1893022"/>
                  <a:gd name="connsiteY0" fmla="*/ 1283595 h 1285857"/>
                  <a:gd name="connsiteX1" fmla="*/ 479602 w 1893022"/>
                  <a:gd name="connsiteY1" fmla="*/ 1208157 h 1285857"/>
                  <a:gd name="connsiteX2" fmla="*/ 126796 w 1893022"/>
                  <a:gd name="connsiteY2" fmla="*/ 1021658 h 1285857"/>
                  <a:gd name="connsiteX3" fmla="*/ 17545 w 1893022"/>
                  <a:gd name="connsiteY3" fmla="*/ 800201 h 1285857"/>
                  <a:gd name="connsiteX4" fmla="*/ 10496 w 1893022"/>
                  <a:gd name="connsiteY4" fmla="*/ 521976 h 1285857"/>
                  <a:gd name="connsiteX5" fmla="*/ 158229 w 1893022"/>
                  <a:gd name="connsiteY5" fmla="*/ 267182 h 1285857"/>
                  <a:gd name="connsiteX6" fmla="*/ 746588 w 1893022"/>
                  <a:gd name="connsiteY6" fmla="*/ 12389 h 1285857"/>
                  <a:gd name="connsiteX7" fmla="*/ 1437437 w 1893022"/>
                  <a:gd name="connsiteY7" fmla="*/ 114497 h 1285857"/>
                  <a:gd name="connsiteX8" fmla="*/ 1861013 w 1893022"/>
                  <a:gd name="connsiteY8" fmla="*/ 559600 h 1285857"/>
                  <a:gd name="connsiteX9" fmla="*/ 1442866 w 1893022"/>
                  <a:gd name="connsiteY9" fmla="*/ 1266355 h 1285857"/>
                  <a:gd name="connsiteX10" fmla="*/ 1135970 w 1893022"/>
                  <a:gd name="connsiteY10" fmla="*/ 1283595 h 128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3022" h="1285857">
                    <a:moveTo>
                      <a:pt x="1135970" y="1283595"/>
                    </a:moveTo>
                    <a:cubicBezTo>
                      <a:pt x="901941" y="1273499"/>
                      <a:pt x="688295" y="1259687"/>
                      <a:pt x="479602" y="1208157"/>
                    </a:cubicBezTo>
                    <a:cubicBezTo>
                      <a:pt x="347205" y="1175486"/>
                      <a:pt x="225094" y="1120337"/>
                      <a:pt x="126796" y="1021658"/>
                    </a:cubicBezTo>
                    <a:cubicBezTo>
                      <a:pt x="65455" y="960031"/>
                      <a:pt x="28879" y="887165"/>
                      <a:pt x="17545" y="800201"/>
                    </a:cubicBezTo>
                    <a:cubicBezTo>
                      <a:pt x="5448" y="707523"/>
                      <a:pt x="-11126" y="615607"/>
                      <a:pt x="10496" y="521976"/>
                    </a:cubicBezTo>
                    <a:cubicBezTo>
                      <a:pt x="33737" y="421583"/>
                      <a:pt x="81934" y="336429"/>
                      <a:pt x="158229" y="267182"/>
                    </a:cubicBezTo>
                    <a:cubicBezTo>
                      <a:pt x="325488" y="115544"/>
                      <a:pt x="527704" y="42583"/>
                      <a:pt x="746588" y="12389"/>
                    </a:cubicBezTo>
                    <a:cubicBezTo>
                      <a:pt x="985951" y="-20663"/>
                      <a:pt x="1217885" y="12103"/>
                      <a:pt x="1437437" y="114497"/>
                    </a:cubicBezTo>
                    <a:cubicBezTo>
                      <a:pt x="1636033" y="207080"/>
                      <a:pt x="1788433" y="346145"/>
                      <a:pt x="1861013" y="559600"/>
                    </a:cubicBezTo>
                    <a:cubicBezTo>
                      <a:pt x="1972456" y="887355"/>
                      <a:pt x="1783289" y="1207109"/>
                      <a:pt x="1442866" y="1266355"/>
                    </a:cubicBezTo>
                    <a:cubicBezTo>
                      <a:pt x="1334662" y="1285214"/>
                      <a:pt x="1225410" y="1289024"/>
                      <a:pt x="1135970" y="128359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3175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7" name="Number3" descr="bb94b6e1-cf47-4cde-b3a0-caa6b25e6985">
                <a:extLst>
                  <a:ext uri="{FF2B5EF4-FFF2-40B4-BE49-F238E27FC236}">
                    <a16:creationId id="{36D98150-6F99-5B1D-83E1-ACD2BC27F456}"/>
                  </a:ext>
                </a:extLst>
              </p:cNvPr>
              <p:cNvSpPr/>
              <p:nvPr/>
            </p:nvSpPr>
            <p:spPr>
              <a:xfrm>
                <a:off x="6616496" y="4497939"/>
                <a:ext cx="973727" cy="97372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i="1" dirty="0"/>
                  <a:t>03</a:t>
                </a:r>
                <a:endParaRPr lang="zh-CN" altLang="en-US" sz="3200" b="1" i="1" dirty="0"/>
              </a:p>
            </p:txBody>
          </p:sp>
        </p:grpSp>
        <p:grpSp>
          <p:nvGrpSpPr>
            <p:cNvPr id="6" name="组合 5" descr="0b470dd9-afef-4b63-8a82-c5c4f61c62a4">
              <a:extLst>
                <a:ext uri="{FF2B5EF4-FFF2-40B4-BE49-F238E27FC236}">
                  <a16:creationId id="{8606D2BA-AD08-1967-8CE2-7FBD9955CDDB}"/>
                </a:ext>
              </a:extLst>
            </p:cNvPr>
            <p:cNvGrpSpPr/>
            <p:nvPr/>
          </p:nvGrpSpPr>
          <p:grpSpPr>
            <a:xfrm>
              <a:off x="1077835" y="4078099"/>
              <a:ext cx="4921880" cy="1808351"/>
              <a:chOff x="1077835" y="4078099"/>
              <a:chExt cx="4921880" cy="1808351"/>
            </a:xfrm>
          </p:grpSpPr>
          <p:sp>
            <p:nvSpPr>
              <p:cNvPr id="38" name="ComponentBackground4" descr="b89f86ce-6741-4c9b-b43a-1e81b4ef79b8">
                <a:extLst>
                  <a:ext uri="{FF2B5EF4-FFF2-40B4-BE49-F238E27FC236}">
                    <a16:creationId id="{534533A2-CF1E-24BD-2BD0-653C04D10F8C}"/>
                  </a:ext>
                </a:extLst>
              </p:cNvPr>
              <p:cNvSpPr>
                <a:spLocks/>
              </p:cNvSpPr>
              <p:nvPr/>
            </p:nvSpPr>
            <p:spPr>
              <a:xfrm rot="300000">
                <a:off x="1077835" y="4223253"/>
                <a:ext cx="2676933" cy="745484"/>
              </a:xfrm>
              <a:custGeom>
                <a:avLst/>
                <a:gdLst>
                  <a:gd name="connsiteX0" fmla="*/ 464423 w 3003712"/>
                  <a:gd name="connsiteY0" fmla="*/ 236311 h 1315412"/>
                  <a:gd name="connsiteX1" fmla="*/ 2553670 w 3003712"/>
                  <a:gd name="connsiteY1" fmla="*/ 28633 h 1315412"/>
                  <a:gd name="connsiteX2" fmla="*/ 2985750 w 3003712"/>
                  <a:gd name="connsiteY2" fmla="*/ 415103 h 1315412"/>
                  <a:gd name="connsiteX3" fmla="*/ 2994871 w 3003712"/>
                  <a:gd name="connsiteY3" fmla="*/ 459193 h 1315412"/>
                  <a:gd name="connsiteX4" fmla="*/ 2583377 w 3003712"/>
                  <a:gd name="connsiteY4" fmla="*/ 1055590 h 1315412"/>
                  <a:gd name="connsiteX5" fmla="*/ 2495897 w 3003712"/>
                  <a:gd name="connsiteY5" fmla="*/ 1063983 h 1315412"/>
                  <a:gd name="connsiteX6" fmla="*/ 651729 w 3003712"/>
                  <a:gd name="connsiteY6" fmla="*/ 1294466 h 1315412"/>
                  <a:gd name="connsiteX7" fmla="*/ 55453 w 3003712"/>
                  <a:gd name="connsiteY7" fmla="*/ 1055773 h 1315412"/>
                  <a:gd name="connsiteX8" fmla="*/ 11667 w 3003712"/>
                  <a:gd name="connsiteY8" fmla="*/ 717346 h 1315412"/>
                  <a:gd name="connsiteX9" fmla="*/ 464423 w 3003712"/>
                  <a:gd name="connsiteY9" fmla="*/ 236311 h 1315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3712" h="1315412">
                    <a:moveTo>
                      <a:pt x="464423" y="236311"/>
                    </a:moveTo>
                    <a:cubicBezTo>
                      <a:pt x="867312" y="116205"/>
                      <a:pt x="1679172" y="-72621"/>
                      <a:pt x="2553670" y="28633"/>
                    </a:cubicBezTo>
                    <a:cubicBezTo>
                      <a:pt x="2764449" y="54175"/>
                      <a:pt x="2936946" y="208459"/>
                      <a:pt x="2985750" y="415103"/>
                    </a:cubicBezTo>
                    <a:cubicBezTo>
                      <a:pt x="2989094" y="429394"/>
                      <a:pt x="2992135" y="445510"/>
                      <a:pt x="2994871" y="459193"/>
                    </a:cubicBezTo>
                    <a:cubicBezTo>
                      <a:pt x="3045925" y="737505"/>
                      <a:pt x="2861720" y="1004537"/>
                      <a:pt x="2583377" y="1055590"/>
                    </a:cubicBezTo>
                    <a:cubicBezTo>
                      <a:pt x="2554521" y="1060881"/>
                      <a:pt x="2525240" y="1063709"/>
                      <a:pt x="2495897" y="1063983"/>
                    </a:cubicBezTo>
                    <a:cubicBezTo>
                      <a:pt x="2056520" y="1068239"/>
                      <a:pt x="1313379" y="1106856"/>
                      <a:pt x="651729" y="1294466"/>
                    </a:cubicBezTo>
                    <a:cubicBezTo>
                      <a:pt x="421246" y="1359840"/>
                      <a:pt x="165221" y="1268316"/>
                      <a:pt x="55453" y="1055773"/>
                    </a:cubicBezTo>
                    <a:cubicBezTo>
                      <a:pt x="1603" y="951599"/>
                      <a:pt x="-13874" y="831797"/>
                      <a:pt x="11667" y="717346"/>
                    </a:cubicBezTo>
                    <a:cubicBezTo>
                      <a:pt x="62233" y="485707"/>
                      <a:pt x="236281" y="300804"/>
                      <a:pt x="464423" y="23631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04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2000"/>
              </a:p>
            </p:txBody>
          </p:sp>
          <p:sp>
            <p:nvSpPr>
              <p:cNvPr id="39" name="Text4" descr="812f44af-4aac-4ee9-b4f8-7465417a32bc">
                <a:extLst>
                  <a:ext uri="{FF2B5EF4-FFF2-40B4-BE49-F238E27FC236}">
                    <a16:creationId id="{24B9F607-E9B0-9E98-4FB6-F7B57360104F}"/>
                  </a:ext>
                </a:extLst>
              </p:cNvPr>
              <p:cNvSpPr txBox="1"/>
              <p:nvPr/>
            </p:nvSpPr>
            <p:spPr>
              <a:xfrm>
                <a:off x="1118402" y="4935077"/>
                <a:ext cx="3012248" cy="90338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</a:rPr>
                  <a:t>阐述如何检验学习成果，形成“学习-实践-复盘-再学习”的良性循环。</a:t>
                </a:r>
                <a:endParaRPr lang="en-US" dirty="0"/>
              </a:p>
            </p:txBody>
          </p:sp>
          <p:sp>
            <p:nvSpPr>
              <p:cNvPr id="40" name="Bullet4" descr="7b8719f3-e2b6-4921-a8ac-0805155d6246">
                <a:extLst>
                  <a:ext uri="{FF2B5EF4-FFF2-40B4-BE49-F238E27FC236}">
                    <a16:creationId id="{9994477B-27E3-EE00-6EFA-DCE5543FFB60}"/>
                  </a:ext>
                </a:extLst>
              </p:cNvPr>
              <p:cNvSpPr txBox="1"/>
              <p:nvPr/>
            </p:nvSpPr>
            <p:spPr>
              <a:xfrm>
                <a:off x="1118403" y="4294596"/>
                <a:ext cx="2522101" cy="53481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2000" b="1" dirty="0">
                    <a:solidFill>
                      <a:srgbClr val="FFFFFF"/>
                    </a:solidFill>
                  </a:rPr>
                  <a:t>学习计划闭环</a:t>
                </a:r>
                <a:endParaRPr lang="en-US" dirty="0"/>
              </a:p>
            </p:txBody>
          </p:sp>
          <p:sp>
            <p:nvSpPr>
              <p:cNvPr id="16" name="IconBackground4" descr="ce8a94de-2553-448f-94a8-e7ed60967cdc">
                <a:extLst>
                  <a:ext uri="{FF2B5EF4-FFF2-40B4-BE49-F238E27FC236}">
                    <a16:creationId id="{47AFF670-BE6D-DB0D-29AF-026BDBA1C9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91364" y="4078099"/>
                <a:ext cx="1808351" cy="1808351"/>
              </a:xfrm>
              <a:custGeom>
                <a:avLst/>
                <a:gdLst>
                  <a:gd name="connsiteX0" fmla="*/ 1135970 w 1893022"/>
                  <a:gd name="connsiteY0" fmla="*/ 1283595 h 1285857"/>
                  <a:gd name="connsiteX1" fmla="*/ 479602 w 1893022"/>
                  <a:gd name="connsiteY1" fmla="*/ 1208157 h 1285857"/>
                  <a:gd name="connsiteX2" fmla="*/ 126796 w 1893022"/>
                  <a:gd name="connsiteY2" fmla="*/ 1021658 h 1285857"/>
                  <a:gd name="connsiteX3" fmla="*/ 17545 w 1893022"/>
                  <a:gd name="connsiteY3" fmla="*/ 800201 h 1285857"/>
                  <a:gd name="connsiteX4" fmla="*/ 10496 w 1893022"/>
                  <a:gd name="connsiteY4" fmla="*/ 521976 h 1285857"/>
                  <a:gd name="connsiteX5" fmla="*/ 158229 w 1893022"/>
                  <a:gd name="connsiteY5" fmla="*/ 267182 h 1285857"/>
                  <a:gd name="connsiteX6" fmla="*/ 746588 w 1893022"/>
                  <a:gd name="connsiteY6" fmla="*/ 12389 h 1285857"/>
                  <a:gd name="connsiteX7" fmla="*/ 1437437 w 1893022"/>
                  <a:gd name="connsiteY7" fmla="*/ 114497 h 1285857"/>
                  <a:gd name="connsiteX8" fmla="*/ 1861013 w 1893022"/>
                  <a:gd name="connsiteY8" fmla="*/ 559600 h 1285857"/>
                  <a:gd name="connsiteX9" fmla="*/ 1442866 w 1893022"/>
                  <a:gd name="connsiteY9" fmla="*/ 1266355 h 1285857"/>
                  <a:gd name="connsiteX10" fmla="*/ 1135970 w 1893022"/>
                  <a:gd name="connsiteY10" fmla="*/ 1283595 h 128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3022" h="1285857">
                    <a:moveTo>
                      <a:pt x="1135970" y="1283595"/>
                    </a:moveTo>
                    <a:cubicBezTo>
                      <a:pt x="901941" y="1273499"/>
                      <a:pt x="688295" y="1259687"/>
                      <a:pt x="479602" y="1208157"/>
                    </a:cubicBezTo>
                    <a:cubicBezTo>
                      <a:pt x="347205" y="1175486"/>
                      <a:pt x="225094" y="1120337"/>
                      <a:pt x="126796" y="1021658"/>
                    </a:cubicBezTo>
                    <a:cubicBezTo>
                      <a:pt x="65455" y="960031"/>
                      <a:pt x="28879" y="887165"/>
                      <a:pt x="17545" y="800201"/>
                    </a:cubicBezTo>
                    <a:cubicBezTo>
                      <a:pt x="5448" y="707523"/>
                      <a:pt x="-11126" y="615607"/>
                      <a:pt x="10496" y="521976"/>
                    </a:cubicBezTo>
                    <a:cubicBezTo>
                      <a:pt x="33737" y="421583"/>
                      <a:pt x="81934" y="336429"/>
                      <a:pt x="158229" y="267182"/>
                    </a:cubicBezTo>
                    <a:cubicBezTo>
                      <a:pt x="325488" y="115544"/>
                      <a:pt x="527704" y="42583"/>
                      <a:pt x="746588" y="12389"/>
                    </a:cubicBezTo>
                    <a:cubicBezTo>
                      <a:pt x="985951" y="-20663"/>
                      <a:pt x="1217885" y="12103"/>
                      <a:pt x="1437437" y="114497"/>
                    </a:cubicBezTo>
                    <a:cubicBezTo>
                      <a:pt x="1636033" y="207080"/>
                      <a:pt x="1788433" y="346145"/>
                      <a:pt x="1861013" y="559600"/>
                    </a:cubicBezTo>
                    <a:cubicBezTo>
                      <a:pt x="1972456" y="887355"/>
                      <a:pt x="1783289" y="1207109"/>
                      <a:pt x="1442866" y="1266355"/>
                    </a:cubicBezTo>
                    <a:cubicBezTo>
                      <a:pt x="1334662" y="1285214"/>
                      <a:pt x="1225410" y="1289024"/>
                      <a:pt x="1135970" y="128359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175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6" name="Number4" descr="6c64b629-46ce-49fe-892a-c049b0c67dcc">
                <a:extLst>
                  <a:ext uri="{FF2B5EF4-FFF2-40B4-BE49-F238E27FC236}">
                    <a16:creationId id="{2B9DB728-9666-06CE-7A18-2631C718C527}"/>
                  </a:ext>
                </a:extLst>
              </p:cNvPr>
              <p:cNvSpPr/>
              <p:nvPr/>
            </p:nvSpPr>
            <p:spPr>
              <a:xfrm>
                <a:off x="4596992" y="4497939"/>
                <a:ext cx="973727" cy="97372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i="1" dirty="0"/>
                  <a:t>04</a:t>
                </a:r>
                <a:endParaRPr lang="zh-CN" altLang="en-US" sz="3200" b="1" i="1" dirty="0"/>
              </a:p>
            </p:txBody>
          </p:sp>
        </p:grpSp>
      </p:grpSp>
      <p:sp>
        <p:nvSpPr>
          <p:cNvPr id="2" name="" descr="8a583094-733d-4cd6-9fc3-66f25c3126e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个人能力提升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" descr="57596f3a-b515-4c3a-8ae5-3063281bc4d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谢谢观看</a:t>
            </a:r>
            <a:endParaRPr lang="en-US" dirty="0"/>
          </a:p>
        </p:txBody>
      </p:sp>
      <p:sp>
        <p:nvSpPr>
          <p:cNvPr id="4" name="" descr="252af1fb-2c15-4d75-8767-c7e8a24f8667"/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报告人名称</a:t>
            </a:r>
            <a:endParaRPr lang="en-US" dirty="0"/>
          </a:p>
        </p:txBody>
      </p:sp>
      <p:sp>
        <p:nvSpPr>
          <p:cNvPr id="7" name="" descr="ba967fb7-29f5-4abd-b23d-44abece0d7a9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AS_NET" val="8.0.8"/>
  <p:tag name="AS_OS" val="Microsoft Windows NT 10.0.22631.0"/>
  <p:tag name="AS_RELEASE_DATE" val="2024.08.14"/>
  <p:tag name="AS_TITLE" val="Aspose.Slides for .NET6"/>
  <p:tag name="AS_VERSION" val="24.8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creative"/>
</p:tagLst>
</file>

<file path=ppt/tags/tag2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modern"/>
</p:tagLst>
</file>

<file path=ppt/tags/tag3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modern"/>
</p:tagLst>
</file>

<file path=ppt/theme/theme1.xml><?xml version="1.0" encoding="utf-8"?>
<a:theme xmlns:r="http://schemas.openxmlformats.org/officeDocument/2006/relationships"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40A693"/>
      </a:accent1>
      <a:accent2>
        <a:srgbClr val="FFC359"/>
      </a:accent2>
      <a:accent3>
        <a:srgbClr val="4276AA"/>
      </a:accent3>
      <a:accent4>
        <a:srgbClr val="5268A5"/>
      </a:accent4>
      <a:accent5>
        <a:srgbClr val="5E5CA2"/>
      </a:accent5>
      <a:accent6>
        <a:srgbClr val="778495"/>
      </a:accent6>
      <a:hlink>
        <a:srgbClr val="4276AA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Template>iSlide Presentation Template</Template>
  <Manager>iSlide</Manager>
  <Company>iSlide</Company>
  <PresentationFormat>宽屏</PresentationFormat>
  <Paragraphs>102</Paragraphs>
  <Slides>12</Slides>
  <Notes>0</Notes>
  <TotalTime>262</TotalTime>
  <HiddenSlides>7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baseType="lpstr" size="15">
      <vt:lpstr>Arial</vt:lpstr>
      <vt:lpstr>微软雅黑</vt:lpstr>
      <vt:lpstr>Designed by iSlide</vt:lpstr>
      <vt:lpstr>Presentation Title Goes Here</vt:lpstr>
      <vt:lpstr>Agenda</vt:lpstr>
      <vt:lpstr>Click to add title</vt:lpstr>
      <vt:lpstr>Click to add title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24.0800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2024-04-01T00:00:00Z</dcterms:created>
  <dc:creator>iSlide</dc:creator>
  <cp:lastModifiedBy>iSlide</cp:lastModifiedBy>
  <cp:lastPrinted>2024-04-01T00:00:00Z</cp:lastPrinted>
  <dcterms:modified xsi:type="dcterms:W3CDTF">2024-08-22T10:41:35Z</dcterms:modified>
  <cp:revision>1</cp:revision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ISLIDE.THEME">
    <vt:lpwstr>e6e1cdd2-79e4-4f93-8905-29707dd68182</vt:lpwstr>
  </property>
</Properties>
</file>